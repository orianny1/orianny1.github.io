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5143500" cx="9144000"/>
  <p:notesSz cx="6858000" cy="9144000"/>
  <p:embeddedFontLst>
    <p:embeddedFont>
      <p:font typeface="Bebas Neue"/>
      <p:regular r:id="rId18"/>
    </p:embeddedFont>
    <p:embeddedFont>
      <p:font typeface="Source Sans 3"/>
      <p:regular r:id="rId19"/>
      <p:bold r:id="rId20"/>
      <p:italic r:id="rId21"/>
      <p:boldItalic r:id="rId22"/>
    </p:embeddedFont>
    <p:embeddedFont>
      <p:font typeface="PT Sans"/>
      <p:regular r:id="rId23"/>
      <p:bold r:id="rId24"/>
      <p:italic r:id="rId25"/>
      <p:boldItalic r:id="rId26"/>
    </p:embeddedFont>
    <p:embeddedFont>
      <p:font typeface="Exo ExtraBold"/>
      <p:bold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SourceSans3-bold.fntdata"/><Relationship Id="rId22" Type="http://schemas.openxmlformats.org/officeDocument/2006/relationships/font" Target="fonts/SourceSans3-boldItalic.fntdata"/><Relationship Id="rId21" Type="http://schemas.openxmlformats.org/officeDocument/2006/relationships/font" Target="fonts/SourceSans3-italic.fntdata"/><Relationship Id="rId24" Type="http://schemas.openxmlformats.org/officeDocument/2006/relationships/font" Target="fonts/PTSans-bold.fntdata"/><Relationship Id="rId23" Type="http://schemas.openxmlformats.org/officeDocument/2006/relationships/font" Target="fonts/PTSans-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TSans-boldItalic.fntdata"/><Relationship Id="rId25" Type="http://schemas.openxmlformats.org/officeDocument/2006/relationships/font" Target="fonts/PTSans-italic.fntdata"/><Relationship Id="rId28" Type="http://schemas.openxmlformats.org/officeDocument/2006/relationships/font" Target="fonts/ExoExtraBold-boldItalic.fntdata"/><Relationship Id="rId27" Type="http://schemas.openxmlformats.org/officeDocument/2006/relationships/font" Target="fonts/ExoExtraBold-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SourceSans3-regular.fntdata"/><Relationship Id="rId18" Type="http://schemas.openxmlformats.org/officeDocument/2006/relationships/font" Target="fonts/BebasNeue-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251a04f517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7" name="Google Shape;877;g251a04f517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g54dda1946d_6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2" name="Google Shape;992;g54dda1946d_6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“Digital behavior refers to everything people do online—scrolling, searching, buying, communicating, and participating in online communities.”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251dfcea368_0_3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5" name="Google Shape;1015;g251dfcea368_0_3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3ac930f799a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4" name="Google Shape;1034;g3ac930f799a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g54dda1946d_6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2" name="Google Shape;1042;g54dda1946d_6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3ac930f799a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5" name="Google Shape;1115;g3ac930f799a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3ac930f799a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3" name="Google Shape;1123;g3ac930f799a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3ac930f799a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0" name="Google Shape;1130;g3ac930f799a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g3ac930f799a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2" name="Google Shape;1202;g3ac930f799a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g3ac930f799a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4" name="Google Shape;1274;g3ac930f799a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9" name="Shape 1279"/>
        <p:cNvGrpSpPr/>
        <p:nvPr/>
      </p:nvGrpSpPr>
      <p:grpSpPr>
        <a:xfrm>
          <a:off x="0" y="0"/>
          <a:ext cx="0" cy="0"/>
          <a:chOff x="0" y="0"/>
          <a:chExt cx="0" cy="0"/>
        </a:xfrm>
      </p:grpSpPr>
      <p:sp>
        <p:nvSpPr>
          <p:cNvPr id="1280" name="Google Shape;1280;g3ac930f799a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1" name="Google Shape;1281;g3ac930f799a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g54dda1946d_6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9" name="Google Shape;1289;g54dda1946d_6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4" name="Shape 1294"/>
        <p:cNvGrpSpPr/>
        <p:nvPr/>
      </p:nvGrpSpPr>
      <p:grpSpPr>
        <a:xfrm>
          <a:off x="0" y="0"/>
          <a:ext cx="0" cy="0"/>
          <a:chOff x="0" y="0"/>
          <a:chExt cx="0" cy="0"/>
        </a:xfrm>
      </p:grpSpPr>
      <p:sp>
        <p:nvSpPr>
          <p:cNvPr id="1295" name="Google Shape;1295;g3ac930f799a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6" name="Google Shape;1296;g3ac930f799a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539500"/>
            <a:ext cx="7717500" cy="21117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4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13225" y="2761408"/>
            <a:ext cx="4528800" cy="454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1" name="Google Shape;11;p2"/>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 name="Shape 12"/>
        <p:cNvGrpSpPr/>
        <p:nvPr/>
      </p:nvGrpSpPr>
      <p:grpSpPr>
        <a:xfrm>
          <a:off x="0" y="0"/>
          <a:ext cx="0" cy="0"/>
          <a:chOff x="0" y="0"/>
          <a:chExt cx="0" cy="0"/>
        </a:xfrm>
      </p:grpSpPr>
      <p:sp>
        <p:nvSpPr>
          <p:cNvPr id="13" name="Google Shape;13;p3"/>
          <p:cNvSpPr txBox="1"/>
          <p:nvPr>
            <p:ph type="title"/>
          </p:nvPr>
        </p:nvSpPr>
        <p:spPr>
          <a:xfrm>
            <a:off x="713225" y="2347588"/>
            <a:ext cx="4400400" cy="15114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 name="Google Shape;14;p3"/>
          <p:cNvSpPr txBox="1"/>
          <p:nvPr>
            <p:ph hasCustomPrompt="1" idx="2" type="title"/>
          </p:nvPr>
        </p:nvSpPr>
        <p:spPr>
          <a:xfrm>
            <a:off x="713225" y="953913"/>
            <a:ext cx="1434600" cy="915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5" name="Google Shape;15;p3"/>
          <p:cNvSpPr txBox="1"/>
          <p:nvPr>
            <p:ph idx="1" type="subTitle"/>
          </p:nvPr>
        </p:nvSpPr>
        <p:spPr>
          <a:xfrm>
            <a:off x="713225" y="4009738"/>
            <a:ext cx="4400400" cy="375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 name="Google Shape;16;p3"/>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9" name="Google Shape;19;p4"/>
          <p:cNvSpPr txBox="1"/>
          <p:nvPr>
            <p:ph idx="1" type="body"/>
          </p:nvPr>
        </p:nvSpPr>
        <p:spPr>
          <a:xfrm>
            <a:off x="720000" y="1241575"/>
            <a:ext cx="3914700" cy="14967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20" name="Google Shape;20;p4"/>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3" name="Google Shape;23;p5"/>
          <p:cNvSpPr txBox="1"/>
          <p:nvPr>
            <p:ph idx="1" type="subTitle"/>
          </p:nvPr>
        </p:nvSpPr>
        <p:spPr>
          <a:xfrm>
            <a:off x="4764334" y="3955099"/>
            <a:ext cx="2505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4" name="Google Shape;24;p5"/>
          <p:cNvSpPr txBox="1"/>
          <p:nvPr>
            <p:ph idx="2" type="subTitle"/>
          </p:nvPr>
        </p:nvSpPr>
        <p:spPr>
          <a:xfrm>
            <a:off x="1874066" y="3955099"/>
            <a:ext cx="2505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5" name="Google Shape;25;p5"/>
          <p:cNvSpPr txBox="1"/>
          <p:nvPr>
            <p:ph idx="3" type="subTitle"/>
          </p:nvPr>
        </p:nvSpPr>
        <p:spPr>
          <a:xfrm>
            <a:off x="4764334" y="3562400"/>
            <a:ext cx="2505600" cy="468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sz="2200">
                <a:solidFill>
                  <a:schemeClr val="dk1"/>
                </a:solidFill>
                <a:latin typeface="Exo ExtraBold"/>
                <a:ea typeface="Exo ExtraBold"/>
                <a:cs typeface="Exo ExtraBold"/>
                <a:sym typeface="Exo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6" name="Google Shape;26;p5"/>
          <p:cNvSpPr txBox="1"/>
          <p:nvPr>
            <p:ph idx="4" type="subTitle"/>
          </p:nvPr>
        </p:nvSpPr>
        <p:spPr>
          <a:xfrm>
            <a:off x="1874066" y="3562400"/>
            <a:ext cx="2505600" cy="468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sz="2200">
                <a:solidFill>
                  <a:schemeClr val="dk1"/>
                </a:solidFill>
                <a:latin typeface="Exo ExtraBold"/>
                <a:ea typeface="Exo ExtraBold"/>
                <a:cs typeface="Exo ExtraBold"/>
                <a:sym typeface="Exo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7" name="Google Shape;27;p5"/>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 name="Google Shape;28;p5"/>
          <p:cNvGrpSpPr/>
          <p:nvPr/>
        </p:nvGrpSpPr>
        <p:grpSpPr>
          <a:xfrm>
            <a:off x="316835" y="100179"/>
            <a:ext cx="1557178" cy="1287441"/>
            <a:chOff x="316835" y="100179"/>
            <a:chExt cx="1557178" cy="1287441"/>
          </a:xfrm>
        </p:grpSpPr>
        <p:sp>
          <p:nvSpPr>
            <p:cNvPr id="29" name="Google Shape;29;p5"/>
            <p:cNvSpPr/>
            <p:nvPr/>
          </p:nvSpPr>
          <p:spPr>
            <a:xfrm>
              <a:off x="492985" y="250045"/>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5"/>
            <p:cNvSpPr/>
            <p:nvPr/>
          </p:nvSpPr>
          <p:spPr>
            <a:xfrm>
              <a:off x="1365012" y="100179"/>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5"/>
            <p:cNvSpPr/>
            <p:nvPr/>
          </p:nvSpPr>
          <p:spPr>
            <a:xfrm>
              <a:off x="928513" y="39492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5"/>
            <p:cNvSpPr/>
            <p:nvPr/>
          </p:nvSpPr>
          <p:spPr>
            <a:xfrm>
              <a:off x="316835" y="1263120"/>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5"/>
            <p:cNvSpPr/>
            <p:nvPr/>
          </p:nvSpPr>
          <p:spPr>
            <a:xfrm>
              <a:off x="475137" y="754854"/>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5"/>
            <p:cNvSpPr/>
            <p:nvPr/>
          </p:nvSpPr>
          <p:spPr>
            <a:xfrm>
              <a:off x="1774113" y="36569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 name="Google Shape;35;p5"/>
            <p:cNvCxnSpPr>
              <a:stCxn id="32" idx="0"/>
              <a:endCxn id="33" idx="3"/>
            </p:cNvCxnSpPr>
            <p:nvPr/>
          </p:nvCxnSpPr>
          <p:spPr>
            <a:xfrm flipH="1" rot="10800000">
              <a:off x="378785" y="891720"/>
              <a:ext cx="119700" cy="371400"/>
            </a:xfrm>
            <a:prstGeom prst="straightConnector1">
              <a:avLst/>
            </a:prstGeom>
            <a:noFill/>
            <a:ln cap="flat" cmpd="sng" w="19050">
              <a:solidFill>
                <a:schemeClr val="dk2"/>
              </a:solidFill>
              <a:prstDash val="solid"/>
              <a:round/>
              <a:headEnd len="med" w="med" type="none"/>
              <a:tailEnd len="med" w="med" type="none"/>
            </a:ln>
          </p:spPr>
        </p:cxnSp>
        <p:cxnSp>
          <p:nvCxnSpPr>
            <p:cNvPr id="36" name="Google Shape;36;p5"/>
            <p:cNvCxnSpPr>
              <a:stCxn id="33" idx="0"/>
              <a:endCxn id="29" idx="4"/>
            </p:cNvCxnSpPr>
            <p:nvPr/>
          </p:nvCxnSpPr>
          <p:spPr>
            <a:xfrm rot="10800000">
              <a:off x="554937" y="374454"/>
              <a:ext cx="0" cy="380400"/>
            </a:xfrm>
            <a:prstGeom prst="straightConnector1">
              <a:avLst/>
            </a:prstGeom>
            <a:noFill/>
            <a:ln cap="flat" cmpd="sng" w="19050">
              <a:solidFill>
                <a:schemeClr val="dk2"/>
              </a:solidFill>
              <a:prstDash val="solid"/>
              <a:round/>
              <a:headEnd len="med" w="med" type="none"/>
              <a:tailEnd len="med" w="med" type="none"/>
            </a:ln>
          </p:spPr>
        </p:cxnSp>
        <p:cxnSp>
          <p:nvCxnSpPr>
            <p:cNvPr id="37" name="Google Shape;37;p5"/>
            <p:cNvCxnSpPr>
              <a:stCxn id="33" idx="7"/>
              <a:endCxn id="31" idx="2"/>
            </p:cNvCxnSpPr>
            <p:nvPr/>
          </p:nvCxnSpPr>
          <p:spPr>
            <a:xfrm flipH="1" rot="10800000">
              <a:off x="611364" y="445015"/>
              <a:ext cx="317100" cy="333300"/>
            </a:xfrm>
            <a:prstGeom prst="straightConnector1">
              <a:avLst/>
            </a:prstGeom>
            <a:noFill/>
            <a:ln cap="flat" cmpd="sng" w="19050">
              <a:solidFill>
                <a:schemeClr val="dk2"/>
              </a:solidFill>
              <a:prstDash val="solid"/>
              <a:round/>
              <a:headEnd len="med" w="med" type="none"/>
              <a:tailEnd len="med" w="med" type="none"/>
            </a:ln>
          </p:spPr>
        </p:cxnSp>
        <p:cxnSp>
          <p:nvCxnSpPr>
            <p:cNvPr id="38" name="Google Shape;38;p5"/>
            <p:cNvCxnSpPr>
              <a:stCxn id="29" idx="7"/>
              <a:endCxn id="30" idx="2"/>
            </p:cNvCxnSpPr>
            <p:nvPr/>
          </p:nvCxnSpPr>
          <p:spPr>
            <a:xfrm flipH="1" rot="10800000">
              <a:off x="598740" y="180378"/>
              <a:ext cx="766200" cy="87900"/>
            </a:xfrm>
            <a:prstGeom prst="straightConnector1">
              <a:avLst/>
            </a:prstGeom>
            <a:noFill/>
            <a:ln cap="flat" cmpd="sng" w="19050">
              <a:solidFill>
                <a:schemeClr val="dk2"/>
              </a:solidFill>
              <a:prstDash val="solid"/>
              <a:round/>
              <a:headEnd len="med" w="med" type="none"/>
              <a:tailEnd len="med" w="med" type="none"/>
            </a:ln>
          </p:spPr>
        </p:cxnSp>
        <p:cxnSp>
          <p:nvCxnSpPr>
            <p:cNvPr id="39" name="Google Shape;39;p5"/>
            <p:cNvCxnSpPr>
              <a:stCxn id="30" idx="6"/>
              <a:endCxn id="34" idx="1"/>
            </p:cNvCxnSpPr>
            <p:nvPr/>
          </p:nvCxnSpPr>
          <p:spPr>
            <a:xfrm>
              <a:off x="1524612" y="180279"/>
              <a:ext cx="264000" cy="200100"/>
            </a:xfrm>
            <a:prstGeom prst="straightConnector1">
              <a:avLst/>
            </a:prstGeom>
            <a:noFill/>
            <a:ln cap="flat" cmpd="sng" w="19050">
              <a:solidFill>
                <a:schemeClr val="dk2"/>
              </a:solidFill>
              <a:prstDash val="solid"/>
              <a:round/>
              <a:headEnd len="med" w="med" type="none"/>
              <a:tailEnd len="med" w="med" type="none"/>
            </a:ln>
          </p:spPr>
        </p:cxnSp>
      </p:grpSp>
      <p:grpSp>
        <p:nvGrpSpPr>
          <p:cNvPr id="40" name="Google Shape;40;p5"/>
          <p:cNvGrpSpPr/>
          <p:nvPr/>
        </p:nvGrpSpPr>
        <p:grpSpPr>
          <a:xfrm>
            <a:off x="7198287" y="4099621"/>
            <a:ext cx="1860826" cy="962258"/>
            <a:chOff x="7204087" y="4046671"/>
            <a:chExt cx="1860826" cy="962258"/>
          </a:xfrm>
        </p:grpSpPr>
        <p:sp>
          <p:nvSpPr>
            <p:cNvPr id="41" name="Google Shape;41;p5"/>
            <p:cNvSpPr/>
            <p:nvPr/>
          </p:nvSpPr>
          <p:spPr>
            <a:xfrm>
              <a:off x="8018660" y="4866570"/>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5"/>
            <p:cNvSpPr/>
            <p:nvPr/>
          </p:nvSpPr>
          <p:spPr>
            <a:xfrm>
              <a:off x="8618412" y="4706379"/>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p:nvPr/>
          </p:nvSpPr>
          <p:spPr>
            <a:xfrm>
              <a:off x="8777988" y="422229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5"/>
            <p:cNvSpPr/>
            <p:nvPr/>
          </p:nvSpPr>
          <p:spPr>
            <a:xfrm>
              <a:off x="8553310" y="4434245"/>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5"/>
            <p:cNvSpPr/>
            <p:nvPr/>
          </p:nvSpPr>
          <p:spPr>
            <a:xfrm>
              <a:off x="7204087" y="4848729"/>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5"/>
            <p:cNvSpPr/>
            <p:nvPr/>
          </p:nvSpPr>
          <p:spPr>
            <a:xfrm>
              <a:off x="8965013" y="404667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5"/>
            <p:cNvCxnSpPr>
              <a:endCxn id="41" idx="2"/>
            </p:cNvCxnSpPr>
            <p:nvPr/>
          </p:nvCxnSpPr>
          <p:spPr>
            <a:xfrm>
              <a:off x="7363760" y="4928820"/>
              <a:ext cx="654900" cy="0"/>
            </a:xfrm>
            <a:prstGeom prst="straightConnector1">
              <a:avLst/>
            </a:prstGeom>
            <a:noFill/>
            <a:ln cap="flat" cmpd="sng" w="19050">
              <a:solidFill>
                <a:schemeClr val="dk2"/>
              </a:solidFill>
              <a:prstDash val="solid"/>
              <a:round/>
              <a:headEnd len="med" w="med" type="none"/>
              <a:tailEnd len="med" w="med" type="none"/>
            </a:ln>
          </p:spPr>
        </p:cxnSp>
        <p:cxnSp>
          <p:nvCxnSpPr>
            <p:cNvPr id="48" name="Google Shape;48;p5"/>
            <p:cNvCxnSpPr>
              <a:stCxn id="44" idx="4"/>
              <a:endCxn id="42" idx="0"/>
            </p:cNvCxnSpPr>
            <p:nvPr/>
          </p:nvCxnSpPr>
          <p:spPr>
            <a:xfrm>
              <a:off x="8615260" y="4558745"/>
              <a:ext cx="83100" cy="147600"/>
            </a:xfrm>
            <a:prstGeom prst="straightConnector1">
              <a:avLst/>
            </a:prstGeom>
            <a:noFill/>
            <a:ln cap="flat" cmpd="sng" w="19050">
              <a:solidFill>
                <a:schemeClr val="dk2"/>
              </a:solidFill>
              <a:prstDash val="solid"/>
              <a:round/>
              <a:headEnd len="med" w="med" type="none"/>
              <a:tailEnd len="med" w="med" type="none"/>
            </a:ln>
          </p:spPr>
        </p:cxnSp>
        <p:cxnSp>
          <p:nvCxnSpPr>
            <p:cNvPr id="49" name="Google Shape;49;p5"/>
            <p:cNvCxnSpPr>
              <a:stCxn id="42" idx="3"/>
              <a:endCxn id="41" idx="6"/>
            </p:cNvCxnSpPr>
            <p:nvPr/>
          </p:nvCxnSpPr>
          <p:spPr>
            <a:xfrm flipH="1">
              <a:off x="8142585" y="4843118"/>
              <a:ext cx="499200" cy="85800"/>
            </a:xfrm>
            <a:prstGeom prst="straightConnector1">
              <a:avLst/>
            </a:prstGeom>
            <a:noFill/>
            <a:ln cap="flat" cmpd="sng" w="19050">
              <a:solidFill>
                <a:schemeClr val="dk2"/>
              </a:solidFill>
              <a:prstDash val="solid"/>
              <a:round/>
              <a:headEnd len="med" w="med" type="none"/>
              <a:tailEnd len="med" w="med" type="none"/>
            </a:ln>
          </p:spPr>
        </p:cxnSp>
        <p:cxnSp>
          <p:nvCxnSpPr>
            <p:cNvPr id="50" name="Google Shape;50;p5"/>
            <p:cNvCxnSpPr>
              <a:endCxn id="43" idx="4"/>
            </p:cNvCxnSpPr>
            <p:nvPr/>
          </p:nvCxnSpPr>
          <p:spPr>
            <a:xfrm flipH="1" rot="10800000">
              <a:off x="8754738" y="4322496"/>
              <a:ext cx="73200" cy="407400"/>
            </a:xfrm>
            <a:prstGeom prst="straightConnector1">
              <a:avLst/>
            </a:prstGeom>
            <a:noFill/>
            <a:ln cap="flat" cmpd="sng" w="19050">
              <a:solidFill>
                <a:schemeClr val="dk2"/>
              </a:solidFill>
              <a:prstDash val="solid"/>
              <a:round/>
              <a:headEnd len="med" w="med" type="none"/>
              <a:tailEnd len="med" w="med" type="none"/>
            </a:ln>
          </p:spPr>
        </p:cxnSp>
        <p:cxnSp>
          <p:nvCxnSpPr>
            <p:cNvPr id="51" name="Google Shape;51;p5"/>
            <p:cNvCxnSpPr>
              <a:stCxn id="46" idx="3"/>
              <a:endCxn id="43" idx="7"/>
            </p:cNvCxnSpPr>
            <p:nvPr/>
          </p:nvCxnSpPr>
          <p:spPr>
            <a:xfrm flipH="1">
              <a:off x="8863243" y="4132197"/>
              <a:ext cx="116400" cy="104700"/>
            </a:xfrm>
            <a:prstGeom prst="straightConnector1">
              <a:avLst/>
            </a:prstGeom>
            <a:noFill/>
            <a:ln cap="flat" cmpd="sng" w="19050">
              <a:solidFill>
                <a:schemeClr val="dk2"/>
              </a:solidFill>
              <a:prstDash val="solid"/>
              <a:round/>
              <a:headEnd len="med" w="med" type="none"/>
              <a:tailEnd len="med" w="med" type="none"/>
            </a:ln>
          </p:spPr>
        </p:cxnSp>
      </p:grpSp>
      <p:grpSp>
        <p:nvGrpSpPr>
          <p:cNvPr id="52" name="Google Shape;52;p5"/>
          <p:cNvGrpSpPr/>
          <p:nvPr/>
        </p:nvGrpSpPr>
        <p:grpSpPr>
          <a:xfrm>
            <a:off x="7764171" y="4107619"/>
            <a:ext cx="823737" cy="736917"/>
            <a:chOff x="7974246" y="4185019"/>
            <a:chExt cx="823737" cy="736917"/>
          </a:xfrm>
        </p:grpSpPr>
        <p:sp>
          <p:nvSpPr>
            <p:cNvPr id="53" name="Google Shape;53;p5"/>
            <p:cNvSpPr/>
            <p:nvPr/>
          </p:nvSpPr>
          <p:spPr>
            <a:xfrm>
              <a:off x="7974246" y="4201806"/>
              <a:ext cx="823737" cy="720130"/>
            </a:xfrm>
            <a:custGeom>
              <a:rect b="b" l="l" r="r" t="t"/>
              <a:pathLst>
                <a:path extrusionOk="0" h="44011" w="50343">
                  <a:moveTo>
                    <a:pt x="45499" y="1"/>
                  </a:moveTo>
                  <a:cubicBezTo>
                    <a:pt x="45185" y="722"/>
                    <a:pt x="44958" y="1475"/>
                    <a:pt x="44817" y="2247"/>
                  </a:cubicBezTo>
                  <a:lnTo>
                    <a:pt x="42369" y="2139"/>
                  </a:lnTo>
                  <a:lnTo>
                    <a:pt x="24677" y="1346"/>
                  </a:lnTo>
                  <a:cubicBezTo>
                    <a:pt x="24645" y="1344"/>
                    <a:pt x="24613" y="1343"/>
                    <a:pt x="24581" y="1343"/>
                  </a:cubicBezTo>
                  <a:cubicBezTo>
                    <a:pt x="23850" y="1343"/>
                    <a:pt x="23172" y="1738"/>
                    <a:pt x="22813" y="2384"/>
                  </a:cubicBezTo>
                  <a:lnTo>
                    <a:pt x="4230" y="35572"/>
                  </a:lnTo>
                  <a:cubicBezTo>
                    <a:pt x="3749" y="35309"/>
                    <a:pt x="3200" y="35179"/>
                    <a:pt x="2673" y="35179"/>
                  </a:cubicBezTo>
                  <a:cubicBezTo>
                    <a:pt x="1736" y="35179"/>
                    <a:pt x="867" y="35591"/>
                    <a:pt x="567" y="36401"/>
                  </a:cubicBezTo>
                  <a:cubicBezTo>
                    <a:pt x="0" y="37930"/>
                    <a:pt x="740" y="39484"/>
                    <a:pt x="1919" y="40469"/>
                  </a:cubicBezTo>
                  <a:cubicBezTo>
                    <a:pt x="3094" y="41453"/>
                    <a:pt x="3938" y="41349"/>
                    <a:pt x="4010" y="41367"/>
                  </a:cubicBezTo>
                  <a:cubicBezTo>
                    <a:pt x="4010" y="41367"/>
                    <a:pt x="4018" y="41356"/>
                    <a:pt x="4018" y="41352"/>
                  </a:cubicBezTo>
                  <a:cubicBezTo>
                    <a:pt x="4083" y="41367"/>
                    <a:pt x="4144" y="41392"/>
                    <a:pt x="4216" y="41399"/>
                  </a:cubicBezTo>
                  <a:lnTo>
                    <a:pt x="28590" y="43999"/>
                  </a:lnTo>
                  <a:cubicBezTo>
                    <a:pt x="28662" y="44007"/>
                    <a:pt x="28734" y="44011"/>
                    <a:pt x="28805" y="44011"/>
                  </a:cubicBezTo>
                  <a:cubicBezTo>
                    <a:pt x="29576" y="44011"/>
                    <a:pt x="30288" y="43573"/>
                    <a:pt x="30635" y="42867"/>
                  </a:cubicBezTo>
                  <a:lnTo>
                    <a:pt x="49015" y="5284"/>
                  </a:lnTo>
                  <a:cubicBezTo>
                    <a:pt x="49040" y="5222"/>
                    <a:pt x="49058" y="5161"/>
                    <a:pt x="49076" y="5096"/>
                  </a:cubicBezTo>
                  <a:cubicBezTo>
                    <a:pt x="49091" y="5071"/>
                    <a:pt x="49105" y="5046"/>
                    <a:pt x="49120" y="5017"/>
                  </a:cubicBezTo>
                  <a:cubicBezTo>
                    <a:pt x="50342" y="2474"/>
                    <a:pt x="47064" y="80"/>
                    <a:pt x="4549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a:off x="8437220" y="4201806"/>
              <a:ext cx="360728" cy="703326"/>
            </a:xfrm>
            <a:custGeom>
              <a:rect b="b" l="l" r="r" t="t"/>
              <a:pathLst>
                <a:path extrusionOk="0" h="42984" w="22046">
                  <a:moveTo>
                    <a:pt x="17202" y="1"/>
                  </a:moveTo>
                  <a:cubicBezTo>
                    <a:pt x="16888" y="722"/>
                    <a:pt x="16661" y="1475"/>
                    <a:pt x="16520" y="2247"/>
                  </a:cubicBezTo>
                  <a:lnTo>
                    <a:pt x="14072" y="2143"/>
                  </a:lnTo>
                  <a:cubicBezTo>
                    <a:pt x="10614" y="10916"/>
                    <a:pt x="1" y="41378"/>
                    <a:pt x="1" y="41378"/>
                  </a:cubicBezTo>
                  <a:cubicBezTo>
                    <a:pt x="1" y="41378"/>
                    <a:pt x="427" y="42983"/>
                    <a:pt x="1710" y="42983"/>
                  </a:cubicBezTo>
                  <a:cubicBezTo>
                    <a:pt x="1900" y="42983"/>
                    <a:pt x="2109" y="42948"/>
                    <a:pt x="2338" y="42867"/>
                  </a:cubicBezTo>
                  <a:lnTo>
                    <a:pt x="20718" y="5284"/>
                  </a:lnTo>
                  <a:cubicBezTo>
                    <a:pt x="20743" y="5222"/>
                    <a:pt x="20761" y="5161"/>
                    <a:pt x="20779" y="5096"/>
                  </a:cubicBezTo>
                  <a:cubicBezTo>
                    <a:pt x="20794" y="5071"/>
                    <a:pt x="20808" y="5046"/>
                    <a:pt x="20823" y="5017"/>
                  </a:cubicBezTo>
                  <a:cubicBezTo>
                    <a:pt x="22045" y="2474"/>
                    <a:pt x="18767" y="80"/>
                    <a:pt x="1720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a:off x="7974540" y="4185019"/>
              <a:ext cx="780720" cy="698155"/>
            </a:xfrm>
            <a:custGeom>
              <a:rect b="b" l="l" r="r" t="t"/>
              <a:pathLst>
                <a:path extrusionOk="0" h="42668" w="47714">
                  <a:moveTo>
                    <a:pt x="22650" y="1"/>
                  </a:moveTo>
                  <a:cubicBezTo>
                    <a:pt x="21915" y="1"/>
                    <a:pt x="21230" y="396"/>
                    <a:pt x="20869" y="1041"/>
                  </a:cubicBezTo>
                  <a:lnTo>
                    <a:pt x="711" y="37041"/>
                  </a:lnTo>
                  <a:cubicBezTo>
                    <a:pt x="0" y="38314"/>
                    <a:pt x="823" y="39901"/>
                    <a:pt x="2272" y="40056"/>
                  </a:cubicBezTo>
                  <a:lnTo>
                    <a:pt x="26646" y="42656"/>
                  </a:lnTo>
                  <a:cubicBezTo>
                    <a:pt x="26718" y="42664"/>
                    <a:pt x="26790" y="42667"/>
                    <a:pt x="26862" y="42667"/>
                  </a:cubicBezTo>
                  <a:cubicBezTo>
                    <a:pt x="27632" y="42667"/>
                    <a:pt x="28344" y="42230"/>
                    <a:pt x="28691" y="41527"/>
                  </a:cubicBezTo>
                  <a:lnTo>
                    <a:pt x="47068" y="3944"/>
                  </a:lnTo>
                  <a:cubicBezTo>
                    <a:pt x="47713" y="2628"/>
                    <a:pt x="46797" y="1084"/>
                    <a:pt x="45333" y="1016"/>
                  </a:cubicBezTo>
                  <a:lnTo>
                    <a:pt x="22737" y="2"/>
                  </a:lnTo>
                  <a:cubicBezTo>
                    <a:pt x="22708" y="1"/>
                    <a:pt x="22679" y="1"/>
                    <a:pt x="226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8027109" y="4219754"/>
              <a:ext cx="676508" cy="626455"/>
            </a:xfrm>
            <a:custGeom>
              <a:rect b="b" l="l" r="r" t="t"/>
              <a:pathLst>
                <a:path extrusionOk="0" h="38286" w="41345">
                  <a:moveTo>
                    <a:pt x="21235" y="0"/>
                  </a:moveTo>
                  <a:cubicBezTo>
                    <a:pt x="20103" y="0"/>
                    <a:pt x="19054" y="615"/>
                    <a:pt x="18496" y="1608"/>
                  </a:cubicBezTo>
                  <a:lnTo>
                    <a:pt x="17288" y="3765"/>
                  </a:lnTo>
                  <a:lnTo>
                    <a:pt x="13765" y="10050"/>
                  </a:lnTo>
                  <a:lnTo>
                    <a:pt x="9164" y="18258"/>
                  </a:lnTo>
                  <a:lnTo>
                    <a:pt x="909" y="32985"/>
                  </a:lnTo>
                  <a:lnTo>
                    <a:pt x="650" y="33450"/>
                  </a:lnTo>
                  <a:cubicBezTo>
                    <a:pt x="0" y="34612"/>
                    <a:pt x="747" y="36054"/>
                    <a:pt x="2067" y="36195"/>
                  </a:cubicBezTo>
                  <a:lnTo>
                    <a:pt x="4977" y="36505"/>
                  </a:lnTo>
                  <a:lnTo>
                    <a:pt x="14494" y="37522"/>
                  </a:lnTo>
                  <a:lnTo>
                    <a:pt x="21461" y="38268"/>
                  </a:lnTo>
                  <a:cubicBezTo>
                    <a:pt x="21570" y="38280"/>
                    <a:pt x="21679" y="38285"/>
                    <a:pt x="21788" y="38285"/>
                  </a:cubicBezTo>
                  <a:cubicBezTo>
                    <a:pt x="22976" y="38285"/>
                    <a:pt x="24076" y="37610"/>
                    <a:pt x="24605" y="36527"/>
                  </a:cubicBezTo>
                  <a:lnTo>
                    <a:pt x="26585" y="32480"/>
                  </a:lnTo>
                  <a:lnTo>
                    <a:pt x="30869" y="23735"/>
                  </a:lnTo>
                  <a:lnTo>
                    <a:pt x="36127" y="12989"/>
                  </a:lnTo>
                  <a:lnTo>
                    <a:pt x="40739" y="3573"/>
                  </a:lnTo>
                  <a:cubicBezTo>
                    <a:pt x="41345" y="2329"/>
                    <a:pt x="40479" y="869"/>
                    <a:pt x="39095" y="808"/>
                  </a:cubicBezTo>
                  <a:lnTo>
                    <a:pt x="37717" y="746"/>
                  </a:lnTo>
                  <a:lnTo>
                    <a:pt x="31331" y="454"/>
                  </a:lnTo>
                  <a:lnTo>
                    <a:pt x="23311" y="94"/>
                  </a:lnTo>
                  <a:lnTo>
                    <a:pt x="21378" y="3"/>
                  </a:lnTo>
                  <a:cubicBezTo>
                    <a:pt x="21330" y="1"/>
                    <a:pt x="21282" y="0"/>
                    <a:pt x="21235" y="0"/>
                  </a:cubicBez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a:off x="8467963" y="4197781"/>
              <a:ext cx="102986" cy="22695"/>
            </a:xfrm>
            <a:custGeom>
              <a:rect b="b" l="l" r="r" t="t"/>
              <a:pathLst>
                <a:path extrusionOk="0" h="1387" w="6294">
                  <a:moveTo>
                    <a:pt x="604" y="1"/>
                  </a:moveTo>
                  <a:cubicBezTo>
                    <a:pt x="289" y="1"/>
                    <a:pt x="26" y="250"/>
                    <a:pt x="11" y="564"/>
                  </a:cubicBezTo>
                  <a:cubicBezTo>
                    <a:pt x="1" y="888"/>
                    <a:pt x="253" y="1162"/>
                    <a:pt x="574" y="1177"/>
                  </a:cubicBezTo>
                  <a:lnTo>
                    <a:pt x="5669" y="1386"/>
                  </a:lnTo>
                  <a:cubicBezTo>
                    <a:pt x="5676" y="1386"/>
                    <a:pt x="5683" y="1386"/>
                    <a:pt x="5690" y="1386"/>
                  </a:cubicBezTo>
                  <a:cubicBezTo>
                    <a:pt x="6002" y="1386"/>
                    <a:pt x="6265" y="1141"/>
                    <a:pt x="6279" y="827"/>
                  </a:cubicBezTo>
                  <a:cubicBezTo>
                    <a:pt x="6293" y="503"/>
                    <a:pt x="6041" y="228"/>
                    <a:pt x="5716" y="214"/>
                  </a:cubicBezTo>
                  <a:lnTo>
                    <a:pt x="624" y="1"/>
                  </a:lnTo>
                  <a:cubicBezTo>
                    <a:pt x="618" y="1"/>
                    <a:pt x="611" y="1"/>
                    <a:pt x="6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8136729" y="4826937"/>
              <a:ext cx="103166" cy="28029"/>
            </a:xfrm>
            <a:custGeom>
              <a:rect b="b" l="l" r="r" t="t"/>
              <a:pathLst>
                <a:path extrusionOk="0" h="1713" w="6305">
                  <a:moveTo>
                    <a:pt x="622" y="0"/>
                  </a:moveTo>
                  <a:cubicBezTo>
                    <a:pt x="323" y="0"/>
                    <a:pt x="67" y="225"/>
                    <a:pt x="33" y="526"/>
                  </a:cubicBezTo>
                  <a:cubicBezTo>
                    <a:pt x="1" y="851"/>
                    <a:pt x="235" y="1139"/>
                    <a:pt x="556" y="1172"/>
                  </a:cubicBezTo>
                  <a:lnTo>
                    <a:pt x="5626" y="1709"/>
                  </a:lnTo>
                  <a:cubicBezTo>
                    <a:pt x="5646" y="1711"/>
                    <a:pt x="5666" y="1712"/>
                    <a:pt x="5686" y="1712"/>
                  </a:cubicBezTo>
                  <a:cubicBezTo>
                    <a:pt x="5982" y="1712"/>
                    <a:pt x="6238" y="1487"/>
                    <a:pt x="6272" y="1186"/>
                  </a:cubicBezTo>
                  <a:cubicBezTo>
                    <a:pt x="6304" y="865"/>
                    <a:pt x="6070" y="577"/>
                    <a:pt x="5749" y="541"/>
                  </a:cubicBezTo>
                  <a:lnTo>
                    <a:pt x="682" y="3"/>
                  </a:lnTo>
                  <a:cubicBezTo>
                    <a:pt x="662" y="1"/>
                    <a:pt x="642" y="0"/>
                    <a:pt x="6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8108523" y="4608023"/>
              <a:ext cx="423691" cy="225655"/>
            </a:xfrm>
            <a:custGeom>
              <a:rect b="b" l="l" r="r" t="t"/>
              <a:pathLst>
                <a:path extrusionOk="0" h="13791" w="25894">
                  <a:moveTo>
                    <a:pt x="25893" y="1"/>
                  </a:moveTo>
                  <a:lnTo>
                    <a:pt x="1" y="12774"/>
                  </a:lnTo>
                  <a:lnTo>
                    <a:pt x="9518" y="13791"/>
                  </a:lnTo>
                  <a:lnTo>
                    <a:pt x="21609" y="8746"/>
                  </a:lnTo>
                  <a:lnTo>
                    <a:pt x="2589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8252322" y="4221275"/>
              <a:ext cx="287375" cy="162938"/>
            </a:xfrm>
            <a:custGeom>
              <a:rect b="b" l="l" r="r" t="t"/>
              <a:pathLst>
                <a:path extrusionOk="0" h="9958" w="17563">
                  <a:moveTo>
                    <a:pt x="9546" y="1"/>
                  </a:moveTo>
                  <a:lnTo>
                    <a:pt x="3523" y="3672"/>
                  </a:lnTo>
                  <a:lnTo>
                    <a:pt x="0" y="9957"/>
                  </a:lnTo>
                  <a:lnTo>
                    <a:pt x="0" y="9957"/>
                  </a:lnTo>
                  <a:lnTo>
                    <a:pt x="17562" y="361"/>
                  </a:lnTo>
                  <a:lnTo>
                    <a:pt x="954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8041981" y="4231959"/>
              <a:ext cx="661634" cy="527527"/>
            </a:xfrm>
            <a:custGeom>
              <a:rect b="b" l="l" r="r" t="t"/>
              <a:pathLst>
                <a:path extrusionOk="0" h="32240" w="40436">
                  <a:moveTo>
                    <a:pt x="36808" y="0"/>
                  </a:moveTo>
                  <a:lnTo>
                    <a:pt x="8251" y="17512"/>
                  </a:lnTo>
                  <a:lnTo>
                    <a:pt x="0" y="32239"/>
                  </a:lnTo>
                  <a:lnTo>
                    <a:pt x="35218" y="12243"/>
                  </a:lnTo>
                  <a:lnTo>
                    <a:pt x="39830" y="2827"/>
                  </a:lnTo>
                  <a:cubicBezTo>
                    <a:pt x="40436" y="1583"/>
                    <a:pt x="39570" y="123"/>
                    <a:pt x="38186" y="62"/>
                  </a:cubicBezTo>
                  <a:lnTo>
                    <a:pt x="3680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 name="Google Shape;62;p5"/>
          <p:cNvGrpSpPr/>
          <p:nvPr/>
        </p:nvGrpSpPr>
        <p:grpSpPr>
          <a:xfrm rot="-947327">
            <a:off x="412172" y="156674"/>
            <a:ext cx="439501" cy="499607"/>
            <a:chOff x="5478812" y="3702225"/>
            <a:chExt cx="439488" cy="499592"/>
          </a:xfrm>
        </p:grpSpPr>
        <p:sp>
          <p:nvSpPr>
            <p:cNvPr id="63" name="Google Shape;63;p5"/>
            <p:cNvSpPr/>
            <p:nvPr/>
          </p:nvSpPr>
          <p:spPr>
            <a:xfrm>
              <a:off x="5497344" y="4157058"/>
              <a:ext cx="53915" cy="44758"/>
            </a:xfrm>
            <a:custGeom>
              <a:rect b="b" l="l" r="r" t="t"/>
              <a:pathLst>
                <a:path extrusionOk="0" h="4521" w="5446">
                  <a:moveTo>
                    <a:pt x="2151" y="0"/>
                  </a:moveTo>
                  <a:cubicBezTo>
                    <a:pt x="1533" y="0"/>
                    <a:pt x="928" y="302"/>
                    <a:pt x="563" y="856"/>
                  </a:cubicBezTo>
                  <a:cubicBezTo>
                    <a:pt x="1" y="1732"/>
                    <a:pt x="246" y="2897"/>
                    <a:pt x="1118" y="3470"/>
                  </a:cubicBezTo>
                  <a:lnTo>
                    <a:pt x="2269" y="4217"/>
                  </a:lnTo>
                  <a:cubicBezTo>
                    <a:pt x="2586" y="4422"/>
                    <a:pt x="2942" y="4521"/>
                    <a:pt x="3294" y="4521"/>
                  </a:cubicBezTo>
                  <a:cubicBezTo>
                    <a:pt x="3911" y="4521"/>
                    <a:pt x="4517" y="4219"/>
                    <a:pt x="4880" y="3665"/>
                  </a:cubicBezTo>
                  <a:cubicBezTo>
                    <a:pt x="5446" y="2789"/>
                    <a:pt x="5197" y="1624"/>
                    <a:pt x="4328" y="1054"/>
                  </a:cubicBezTo>
                  <a:lnTo>
                    <a:pt x="3178" y="304"/>
                  </a:lnTo>
                  <a:cubicBezTo>
                    <a:pt x="2859" y="99"/>
                    <a:pt x="2503" y="0"/>
                    <a:pt x="21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5511262" y="3702225"/>
              <a:ext cx="407039" cy="414404"/>
            </a:xfrm>
            <a:custGeom>
              <a:rect b="b" l="l" r="r" t="t"/>
              <a:pathLst>
                <a:path extrusionOk="0" h="41859" w="41115">
                  <a:moveTo>
                    <a:pt x="19771" y="0"/>
                  </a:moveTo>
                  <a:cubicBezTo>
                    <a:pt x="13856" y="0"/>
                    <a:pt x="8711" y="3436"/>
                    <a:pt x="5082" y="9010"/>
                  </a:cubicBezTo>
                  <a:cubicBezTo>
                    <a:pt x="1" y="16821"/>
                    <a:pt x="4768" y="22991"/>
                    <a:pt x="4675" y="27182"/>
                  </a:cubicBezTo>
                  <a:cubicBezTo>
                    <a:pt x="4581" y="31372"/>
                    <a:pt x="2107" y="34592"/>
                    <a:pt x="2107" y="34592"/>
                  </a:cubicBezTo>
                  <a:lnTo>
                    <a:pt x="6290" y="40380"/>
                  </a:lnTo>
                  <a:lnTo>
                    <a:pt x="13275" y="41859"/>
                  </a:lnTo>
                  <a:cubicBezTo>
                    <a:pt x="13275" y="41859"/>
                    <a:pt x="15215" y="38292"/>
                    <a:pt x="19009" y="36507"/>
                  </a:cubicBezTo>
                  <a:cubicBezTo>
                    <a:pt x="22803" y="34722"/>
                    <a:pt x="30375" y="36583"/>
                    <a:pt x="35457" y="28772"/>
                  </a:cubicBezTo>
                  <a:cubicBezTo>
                    <a:pt x="41115" y="20074"/>
                    <a:pt x="40512" y="10103"/>
                    <a:pt x="30307" y="3464"/>
                  </a:cubicBezTo>
                  <a:cubicBezTo>
                    <a:pt x="26641" y="1079"/>
                    <a:pt x="23085" y="0"/>
                    <a:pt x="1977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5478812" y="4026341"/>
              <a:ext cx="185912" cy="168290"/>
            </a:xfrm>
            <a:custGeom>
              <a:rect b="b" l="l" r="r" t="t"/>
              <a:pathLst>
                <a:path extrusionOk="0" h="16999" w="18779">
                  <a:moveTo>
                    <a:pt x="5892" y="0"/>
                  </a:moveTo>
                  <a:cubicBezTo>
                    <a:pt x="4817" y="0"/>
                    <a:pt x="3764" y="527"/>
                    <a:pt x="3135" y="1493"/>
                  </a:cubicBezTo>
                  <a:lnTo>
                    <a:pt x="1818" y="3516"/>
                  </a:lnTo>
                  <a:cubicBezTo>
                    <a:pt x="69" y="6203"/>
                    <a:pt x="1" y="9524"/>
                    <a:pt x="1346" y="12211"/>
                  </a:cubicBezTo>
                  <a:cubicBezTo>
                    <a:pt x="2194" y="13909"/>
                    <a:pt x="3575" y="15283"/>
                    <a:pt x="5277" y="16124"/>
                  </a:cubicBezTo>
                  <a:cubicBezTo>
                    <a:pt x="6476" y="16719"/>
                    <a:pt x="7753" y="16999"/>
                    <a:pt x="9020" y="16999"/>
                  </a:cubicBezTo>
                  <a:cubicBezTo>
                    <a:pt x="11990" y="16999"/>
                    <a:pt x="14904" y="15458"/>
                    <a:pt x="16618" y="12824"/>
                  </a:cubicBezTo>
                  <a:lnTo>
                    <a:pt x="17790" y="11028"/>
                  </a:lnTo>
                  <a:cubicBezTo>
                    <a:pt x="18778" y="9506"/>
                    <a:pt x="18345" y="7472"/>
                    <a:pt x="16827" y="6481"/>
                  </a:cubicBezTo>
                  <a:lnTo>
                    <a:pt x="7678" y="531"/>
                  </a:lnTo>
                  <a:cubicBezTo>
                    <a:pt x="7126" y="172"/>
                    <a:pt x="6505" y="0"/>
                    <a:pt x="589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
            <p:cNvSpPr/>
            <p:nvPr/>
          </p:nvSpPr>
          <p:spPr>
            <a:xfrm>
              <a:off x="5564599" y="3709500"/>
              <a:ext cx="140600" cy="110524"/>
            </a:xfrm>
            <a:custGeom>
              <a:rect b="b" l="l" r="r" t="t"/>
              <a:pathLst>
                <a:path extrusionOk="0" h="11164" w="14202">
                  <a:moveTo>
                    <a:pt x="11831" y="1"/>
                  </a:moveTo>
                  <a:cubicBezTo>
                    <a:pt x="11685" y="1"/>
                    <a:pt x="11537" y="15"/>
                    <a:pt x="11389" y="46"/>
                  </a:cubicBezTo>
                  <a:cubicBezTo>
                    <a:pt x="6924" y="1016"/>
                    <a:pt x="2893" y="3952"/>
                    <a:pt x="603" y="7904"/>
                  </a:cubicBezTo>
                  <a:cubicBezTo>
                    <a:pt x="1" y="8943"/>
                    <a:pt x="354" y="10270"/>
                    <a:pt x="1393" y="10872"/>
                  </a:cubicBezTo>
                  <a:lnTo>
                    <a:pt x="1414" y="10883"/>
                  </a:lnTo>
                  <a:cubicBezTo>
                    <a:pt x="1751" y="11073"/>
                    <a:pt x="2117" y="11163"/>
                    <a:pt x="2479" y="11163"/>
                  </a:cubicBezTo>
                  <a:cubicBezTo>
                    <a:pt x="3228" y="11163"/>
                    <a:pt x="3955" y="10775"/>
                    <a:pt x="4357" y="10082"/>
                  </a:cubicBezTo>
                  <a:cubicBezTo>
                    <a:pt x="6044" y="7168"/>
                    <a:pt x="9019" y="5001"/>
                    <a:pt x="12308" y="4287"/>
                  </a:cubicBezTo>
                  <a:cubicBezTo>
                    <a:pt x="13469" y="4024"/>
                    <a:pt x="14202" y="2873"/>
                    <a:pt x="13949" y="1712"/>
                  </a:cubicBezTo>
                  <a:cubicBezTo>
                    <a:pt x="13729" y="696"/>
                    <a:pt x="12830" y="1"/>
                    <a:pt x="11831" y="1"/>
                  </a:cubicBez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5489523" y="4034102"/>
              <a:ext cx="82774" cy="106227"/>
            </a:xfrm>
            <a:custGeom>
              <a:rect b="b" l="l" r="r" t="t"/>
              <a:pathLst>
                <a:path extrusionOk="0" h="10730" w="8361">
                  <a:moveTo>
                    <a:pt x="4503" y="1"/>
                  </a:moveTo>
                  <a:cubicBezTo>
                    <a:pt x="4161" y="1"/>
                    <a:pt x="3852" y="57"/>
                    <a:pt x="3625" y="179"/>
                  </a:cubicBezTo>
                  <a:cubicBezTo>
                    <a:pt x="2731" y="666"/>
                    <a:pt x="156" y="4990"/>
                    <a:pt x="188" y="6328"/>
                  </a:cubicBezTo>
                  <a:cubicBezTo>
                    <a:pt x="221" y="7666"/>
                    <a:pt x="1" y="9649"/>
                    <a:pt x="755" y="10637"/>
                  </a:cubicBezTo>
                  <a:cubicBezTo>
                    <a:pt x="802" y="10700"/>
                    <a:pt x="857" y="10730"/>
                    <a:pt x="917" y="10730"/>
                  </a:cubicBezTo>
                  <a:cubicBezTo>
                    <a:pt x="1807" y="10730"/>
                    <a:pt x="4023" y="4284"/>
                    <a:pt x="6600" y="2444"/>
                  </a:cubicBezTo>
                  <a:cubicBezTo>
                    <a:pt x="8360" y="1185"/>
                    <a:pt x="6078" y="1"/>
                    <a:pt x="4503" y="1"/>
                  </a:cubicBez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 name="Shape 68"/>
        <p:cNvGrpSpPr/>
        <p:nvPr/>
      </p:nvGrpSpPr>
      <p:grpSpPr>
        <a:xfrm>
          <a:off x="0" y="0"/>
          <a:ext cx="0" cy="0"/>
          <a:chOff x="0" y="0"/>
          <a:chExt cx="0" cy="0"/>
        </a:xfrm>
      </p:grpSpPr>
      <p:sp>
        <p:nvSpPr>
          <p:cNvPr id="69" name="Google Shape;69;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70" name="Google Shape;70;p6"/>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 name="Google Shape;71;p6"/>
          <p:cNvGrpSpPr/>
          <p:nvPr/>
        </p:nvGrpSpPr>
        <p:grpSpPr>
          <a:xfrm>
            <a:off x="7381585" y="3203176"/>
            <a:ext cx="1633678" cy="1796833"/>
            <a:chOff x="7381585" y="3203176"/>
            <a:chExt cx="1633678" cy="1796833"/>
          </a:xfrm>
        </p:grpSpPr>
        <p:sp>
          <p:nvSpPr>
            <p:cNvPr id="72" name="Google Shape;72;p6"/>
            <p:cNvSpPr/>
            <p:nvPr/>
          </p:nvSpPr>
          <p:spPr>
            <a:xfrm>
              <a:off x="7381585" y="4856383"/>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6"/>
            <p:cNvSpPr/>
            <p:nvPr/>
          </p:nvSpPr>
          <p:spPr>
            <a:xfrm>
              <a:off x="8745474" y="320317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6"/>
            <p:cNvSpPr/>
            <p:nvPr/>
          </p:nvSpPr>
          <p:spPr>
            <a:xfrm>
              <a:off x="8755765" y="4443792"/>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6"/>
            <p:cNvSpPr/>
            <p:nvPr/>
          </p:nvSpPr>
          <p:spPr>
            <a:xfrm>
              <a:off x="8329812" y="4706517"/>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p:nvPr/>
          </p:nvSpPr>
          <p:spPr>
            <a:xfrm>
              <a:off x="8755774" y="3642367"/>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
            <p:cNvSpPr/>
            <p:nvPr/>
          </p:nvSpPr>
          <p:spPr>
            <a:xfrm>
              <a:off x="7836738" y="4871834"/>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p:nvPr/>
          </p:nvSpPr>
          <p:spPr>
            <a:xfrm>
              <a:off x="8462250" y="4314434"/>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9" name="Google Shape;79;p6"/>
            <p:cNvCxnSpPr>
              <a:stCxn id="72" idx="6"/>
              <a:endCxn id="77" idx="2"/>
            </p:cNvCxnSpPr>
            <p:nvPr/>
          </p:nvCxnSpPr>
          <p:spPr>
            <a:xfrm>
              <a:off x="7505485" y="4918633"/>
              <a:ext cx="331200" cy="3300"/>
            </a:xfrm>
            <a:prstGeom prst="straightConnector1">
              <a:avLst/>
            </a:prstGeom>
            <a:noFill/>
            <a:ln cap="flat" cmpd="sng" w="19050">
              <a:solidFill>
                <a:schemeClr val="dk2"/>
              </a:solidFill>
              <a:prstDash val="solid"/>
              <a:round/>
              <a:headEnd len="med" w="med" type="none"/>
              <a:tailEnd len="med" w="med" type="none"/>
            </a:ln>
          </p:spPr>
        </p:cxnSp>
        <p:cxnSp>
          <p:nvCxnSpPr>
            <p:cNvPr id="80" name="Google Shape;80;p6"/>
            <p:cNvCxnSpPr>
              <a:stCxn id="77" idx="6"/>
              <a:endCxn id="75" idx="2"/>
            </p:cNvCxnSpPr>
            <p:nvPr/>
          </p:nvCxnSpPr>
          <p:spPr>
            <a:xfrm flipH="1" rot="10800000">
              <a:off x="7936638" y="4786634"/>
              <a:ext cx="393300" cy="135300"/>
            </a:xfrm>
            <a:prstGeom prst="straightConnector1">
              <a:avLst/>
            </a:prstGeom>
            <a:noFill/>
            <a:ln cap="flat" cmpd="sng" w="19050">
              <a:solidFill>
                <a:schemeClr val="dk2"/>
              </a:solidFill>
              <a:prstDash val="solid"/>
              <a:round/>
              <a:headEnd len="med" w="med" type="none"/>
              <a:tailEnd len="med" w="med" type="none"/>
            </a:ln>
          </p:spPr>
        </p:cxnSp>
        <p:cxnSp>
          <p:nvCxnSpPr>
            <p:cNvPr id="81" name="Google Shape;81;p6"/>
            <p:cNvCxnSpPr>
              <a:stCxn id="75" idx="7"/>
              <a:endCxn id="74" idx="3"/>
            </p:cNvCxnSpPr>
            <p:nvPr/>
          </p:nvCxnSpPr>
          <p:spPr>
            <a:xfrm flipH="1" rot="10800000">
              <a:off x="8466039" y="4580577"/>
              <a:ext cx="313200" cy="149400"/>
            </a:xfrm>
            <a:prstGeom prst="straightConnector1">
              <a:avLst/>
            </a:prstGeom>
            <a:noFill/>
            <a:ln cap="flat" cmpd="sng" w="19050">
              <a:solidFill>
                <a:schemeClr val="dk2"/>
              </a:solidFill>
              <a:prstDash val="solid"/>
              <a:round/>
              <a:headEnd len="med" w="med" type="none"/>
              <a:tailEnd len="med" w="med" type="none"/>
            </a:ln>
          </p:spPr>
        </p:cxnSp>
        <p:cxnSp>
          <p:nvCxnSpPr>
            <p:cNvPr id="82" name="Google Shape;82;p6"/>
            <p:cNvCxnSpPr>
              <a:stCxn id="74" idx="1"/>
              <a:endCxn id="78" idx="6"/>
            </p:cNvCxnSpPr>
            <p:nvPr/>
          </p:nvCxnSpPr>
          <p:spPr>
            <a:xfrm rot="10800000">
              <a:off x="8562238" y="4364652"/>
              <a:ext cx="216900" cy="102600"/>
            </a:xfrm>
            <a:prstGeom prst="straightConnector1">
              <a:avLst/>
            </a:prstGeom>
            <a:noFill/>
            <a:ln cap="flat" cmpd="sng" w="19050">
              <a:solidFill>
                <a:schemeClr val="dk2"/>
              </a:solidFill>
              <a:prstDash val="solid"/>
              <a:round/>
              <a:headEnd len="med" w="med" type="none"/>
              <a:tailEnd len="med" w="med" type="none"/>
            </a:ln>
          </p:spPr>
        </p:cxnSp>
        <p:cxnSp>
          <p:nvCxnSpPr>
            <p:cNvPr id="83" name="Google Shape;83;p6"/>
            <p:cNvCxnSpPr>
              <a:stCxn id="74" idx="0"/>
              <a:endCxn id="76" idx="4"/>
            </p:cNvCxnSpPr>
            <p:nvPr/>
          </p:nvCxnSpPr>
          <p:spPr>
            <a:xfrm rot="10800000">
              <a:off x="8835565" y="3802692"/>
              <a:ext cx="0" cy="641100"/>
            </a:xfrm>
            <a:prstGeom prst="straightConnector1">
              <a:avLst/>
            </a:prstGeom>
            <a:noFill/>
            <a:ln cap="flat" cmpd="sng" w="19050">
              <a:solidFill>
                <a:schemeClr val="dk2"/>
              </a:solidFill>
              <a:prstDash val="solid"/>
              <a:round/>
              <a:headEnd len="med" w="med" type="none"/>
              <a:tailEnd len="med" w="med" type="none"/>
            </a:ln>
          </p:spPr>
        </p:cxnSp>
        <p:cxnSp>
          <p:nvCxnSpPr>
            <p:cNvPr id="84" name="Google Shape;84;p6"/>
            <p:cNvCxnSpPr>
              <a:stCxn id="73" idx="4"/>
              <a:endCxn id="76" idx="0"/>
            </p:cNvCxnSpPr>
            <p:nvPr/>
          </p:nvCxnSpPr>
          <p:spPr>
            <a:xfrm>
              <a:off x="8795424" y="3303376"/>
              <a:ext cx="40200" cy="339000"/>
            </a:xfrm>
            <a:prstGeom prst="straightConnector1">
              <a:avLst/>
            </a:prstGeom>
            <a:noFill/>
            <a:ln cap="flat" cmpd="sng" w="19050">
              <a:solidFill>
                <a:schemeClr val="dk2"/>
              </a:solidFill>
              <a:prstDash val="solid"/>
              <a:round/>
              <a:headEnd len="med" w="med" type="none"/>
              <a:tailEnd len="med" w="med" type="none"/>
            </a:ln>
          </p:spPr>
        </p:cxnSp>
        <p:sp>
          <p:nvSpPr>
            <p:cNvPr id="85" name="Google Shape;85;p6"/>
            <p:cNvSpPr/>
            <p:nvPr/>
          </p:nvSpPr>
          <p:spPr>
            <a:xfrm>
              <a:off x="8915363" y="4899809"/>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6" name="Google Shape;86;p6"/>
            <p:cNvCxnSpPr>
              <a:stCxn id="74" idx="4"/>
              <a:endCxn id="85" idx="0"/>
            </p:cNvCxnSpPr>
            <p:nvPr/>
          </p:nvCxnSpPr>
          <p:spPr>
            <a:xfrm>
              <a:off x="8835565" y="4603992"/>
              <a:ext cx="129600" cy="295800"/>
            </a:xfrm>
            <a:prstGeom prst="straightConnector1">
              <a:avLst/>
            </a:prstGeom>
            <a:noFill/>
            <a:ln cap="flat" cmpd="sng" w="19050">
              <a:solidFill>
                <a:schemeClr val="dk2"/>
              </a:solidFill>
              <a:prstDash val="solid"/>
              <a:round/>
              <a:headEnd len="med" w="med" type="none"/>
              <a:tailEnd len="med" w="med" type="none"/>
            </a:ln>
          </p:spPr>
        </p:cxnSp>
      </p:grpSp>
      <p:grpSp>
        <p:nvGrpSpPr>
          <p:cNvPr id="87" name="Google Shape;87;p6"/>
          <p:cNvGrpSpPr/>
          <p:nvPr/>
        </p:nvGrpSpPr>
        <p:grpSpPr>
          <a:xfrm>
            <a:off x="7974246" y="4185019"/>
            <a:ext cx="823737" cy="736917"/>
            <a:chOff x="7974246" y="4185019"/>
            <a:chExt cx="823737" cy="736917"/>
          </a:xfrm>
        </p:grpSpPr>
        <p:sp>
          <p:nvSpPr>
            <p:cNvPr id="88" name="Google Shape;88;p6"/>
            <p:cNvSpPr/>
            <p:nvPr/>
          </p:nvSpPr>
          <p:spPr>
            <a:xfrm>
              <a:off x="7974246" y="4201806"/>
              <a:ext cx="823737" cy="720130"/>
            </a:xfrm>
            <a:custGeom>
              <a:rect b="b" l="l" r="r" t="t"/>
              <a:pathLst>
                <a:path extrusionOk="0" h="44011" w="50343">
                  <a:moveTo>
                    <a:pt x="45499" y="1"/>
                  </a:moveTo>
                  <a:cubicBezTo>
                    <a:pt x="45185" y="722"/>
                    <a:pt x="44958" y="1475"/>
                    <a:pt x="44817" y="2247"/>
                  </a:cubicBezTo>
                  <a:lnTo>
                    <a:pt x="42369" y="2139"/>
                  </a:lnTo>
                  <a:lnTo>
                    <a:pt x="24677" y="1346"/>
                  </a:lnTo>
                  <a:cubicBezTo>
                    <a:pt x="24645" y="1344"/>
                    <a:pt x="24613" y="1343"/>
                    <a:pt x="24581" y="1343"/>
                  </a:cubicBezTo>
                  <a:cubicBezTo>
                    <a:pt x="23850" y="1343"/>
                    <a:pt x="23172" y="1738"/>
                    <a:pt x="22813" y="2384"/>
                  </a:cubicBezTo>
                  <a:lnTo>
                    <a:pt x="4230" y="35572"/>
                  </a:lnTo>
                  <a:cubicBezTo>
                    <a:pt x="3749" y="35309"/>
                    <a:pt x="3200" y="35179"/>
                    <a:pt x="2673" y="35179"/>
                  </a:cubicBezTo>
                  <a:cubicBezTo>
                    <a:pt x="1736" y="35179"/>
                    <a:pt x="867" y="35591"/>
                    <a:pt x="567" y="36401"/>
                  </a:cubicBezTo>
                  <a:cubicBezTo>
                    <a:pt x="0" y="37930"/>
                    <a:pt x="740" y="39484"/>
                    <a:pt x="1919" y="40469"/>
                  </a:cubicBezTo>
                  <a:cubicBezTo>
                    <a:pt x="3094" y="41453"/>
                    <a:pt x="3938" y="41349"/>
                    <a:pt x="4010" y="41367"/>
                  </a:cubicBezTo>
                  <a:cubicBezTo>
                    <a:pt x="4010" y="41367"/>
                    <a:pt x="4018" y="41356"/>
                    <a:pt x="4018" y="41352"/>
                  </a:cubicBezTo>
                  <a:cubicBezTo>
                    <a:pt x="4083" y="41367"/>
                    <a:pt x="4144" y="41392"/>
                    <a:pt x="4216" y="41399"/>
                  </a:cubicBezTo>
                  <a:lnTo>
                    <a:pt x="28590" y="43999"/>
                  </a:lnTo>
                  <a:cubicBezTo>
                    <a:pt x="28662" y="44007"/>
                    <a:pt x="28734" y="44011"/>
                    <a:pt x="28805" y="44011"/>
                  </a:cubicBezTo>
                  <a:cubicBezTo>
                    <a:pt x="29576" y="44011"/>
                    <a:pt x="30288" y="43573"/>
                    <a:pt x="30635" y="42867"/>
                  </a:cubicBezTo>
                  <a:lnTo>
                    <a:pt x="49015" y="5284"/>
                  </a:lnTo>
                  <a:cubicBezTo>
                    <a:pt x="49040" y="5222"/>
                    <a:pt x="49058" y="5161"/>
                    <a:pt x="49076" y="5096"/>
                  </a:cubicBezTo>
                  <a:cubicBezTo>
                    <a:pt x="49091" y="5071"/>
                    <a:pt x="49105" y="5046"/>
                    <a:pt x="49120" y="5017"/>
                  </a:cubicBezTo>
                  <a:cubicBezTo>
                    <a:pt x="50342" y="2474"/>
                    <a:pt x="47064" y="80"/>
                    <a:pt x="4549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6"/>
            <p:cNvSpPr/>
            <p:nvPr/>
          </p:nvSpPr>
          <p:spPr>
            <a:xfrm>
              <a:off x="8437220" y="4201806"/>
              <a:ext cx="360728" cy="703326"/>
            </a:xfrm>
            <a:custGeom>
              <a:rect b="b" l="l" r="r" t="t"/>
              <a:pathLst>
                <a:path extrusionOk="0" h="42984" w="22046">
                  <a:moveTo>
                    <a:pt x="17202" y="1"/>
                  </a:moveTo>
                  <a:cubicBezTo>
                    <a:pt x="16888" y="722"/>
                    <a:pt x="16661" y="1475"/>
                    <a:pt x="16520" y="2247"/>
                  </a:cubicBezTo>
                  <a:lnTo>
                    <a:pt x="14072" y="2143"/>
                  </a:lnTo>
                  <a:cubicBezTo>
                    <a:pt x="10614" y="10916"/>
                    <a:pt x="1" y="41378"/>
                    <a:pt x="1" y="41378"/>
                  </a:cubicBezTo>
                  <a:cubicBezTo>
                    <a:pt x="1" y="41378"/>
                    <a:pt x="427" y="42983"/>
                    <a:pt x="1710" y="42983"/>
                  </a:cubicBezTo>
                  <a:cubicBezTo>
                    <a:pt x="1900" y="42983"/>
                    <a:pt x="2109" y="42948"/>
                    <a:pt x="2338" y="42867"/>
                  </a:cubicBezTo>
                  <a:lnTo>
                    <a:pt x="20718" y="5284"/>
                  </a:lnTo>
                  <a:cubicBezTo>
                    <a:pt x="20743" y="5222"/>
                    <a:pt x="20761" y="5161"/>
                    <a:pt x="20779" y="5096"/>
                  </a:cubicBezTo>
                  <a:cubicBezTo>
                    <a:pt x="20794" y="5071"/>
                    <a:pt x="20808" y="5046"/>
                    <a:pt x="20823" y="5017"/>
                  </a:cubicBezTo>
                  <a:cubicBezTo>
                    <a:pt x="22045" y="2474"/>
                    <a:pt x="18767" y="80"/>
                    <a:pt x="1720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7974540" y="4185019"/>
              <a:ext cx="780720" cy="698155"/>
            </a:xfrm>
            <a:custGeom>
              <a:rect b="b" l="l" r="r" t="t"/>
              <a:pathLst>
                <a:path extrusionOk="0" h="42668" w="47714">
                  <a:moveTo>
                    <a:pt x="22650" y="1"/>
                  </a:moveTo>
                  <a:cubicBezTo>
                    <a:pt x="21915" y="1"/>
                    <a:pt x="21230" y="396"/>
                    <a:pt x="20869" y="1041"/>
                  </a:cubicBezTo>
                  <a:lnTo>
                    <a:pt x="711" y="37041"/>
                  </a:lnTo>
                  <a:cubicBezTo>
                    <a:pt x="0" y="38314"/>
                    <a:pt x="823" y="39901"/>
                    <a:pt x="2272" y="40056"/>
                  </a:cubicBezTo>
                  <a:lnTo>
                    <a:pt x="26646" y="42656"/>
                  </a:lnTo>
                  <a:cubicBezTo>
                    <a:pt x="26718" y="42664"/>
                    <a:pt x="26790" y="42667"/>
                    <a:pt x="26862" y="42667"/>
                  </a:cubicBezTo>
                  <a:cubicBezTo>
                    <a:pt x="27632" y="42667"/>
                    <a:pt x="28344" y="42230"/>
                    <a:pt x="28691" y="41527"/>
                  </a:cubicBezTo>
                  <a:lnTo>
                    <a:pt x="47068" y="3944"/>
                  </a:lnTo>
                  <a:cubicBezTo>
                    <a:pt x="47713" y="2628"/>
                    <a:pt x="46797" y="1084"/>
                    <a:pt x="45333" y="1016"/>
                  </a:cubicBezTo>
                  <a:lnTo>
                    <a:pt x="22737" y="2"/>
                  </a:lnTo>
                  <a:cubicBezTo>
                    <a:pt x="22708" y="1"/>
                    <a:pt x="22679" y="1"/>
                    <a:pt x="226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
            <p:cNvSpPr/>
            <p:nvPr/>
          </p:nvSpPr>
          <p:spPr>
            <a:xfrm>
              <a:off x="8027109" y="4219754"/>
              <a:ext cx="676508" cy="626455"/>
            </a:xfrm>
            <a:custGeom>
              <a:rect b="b" l="l" r="r" t="t"/>
              <a:pathLst>
                <a:path extrusionOk="0" h="38286" w="41345">
                  <a:moveTo>
                    <a:pt x="21235" y="0"/>
                  </a:moveTo>
                  <a:cubicBezTo>
                    <a:pt x="20103" y="0"/>
                    <a:pt x="19054" y="615"/>
                    <a:pt x="18496" y="1608"/>
                  </a:cubicBezTo>
                  <a:lnTo>
                    <a:pt x="17288" y="3765"/>
                  </a:lnTo>
                  <a:lnTo>
                    <a:pt x="13765" y="10050"/>
                  </a:lnTo>
                  <a:lnTo>
                    <a:pt x="9164" y="18258"/>
                  </a:lnTo>
                  <a:lnTo>
                    <a:pt x="909" y="32985"/>
                  </a:lnTo>
                  <a:lnTo>
                    <a:pt x="650" y="33450"/>
                  </a:lnTo>
                  <a:cubicBezTo>
                    <a:pt x="0" y="34612"/>
                    <a:pt x="747" y="36054"/>
                    <a:pt x="2067" y="36195"/>
                  </a:cubicBezTo>
                  <a:lnTo>
                    <a:pt x="4977" y="36505"/>
                  </a:lnTo>
                  <a:lnTo>
                    <a:pt x="14494" y="37522"/>
                  </a:lnTo>
                  <a:lnTo>
                    <a:pt x="21461" y="38268"/>
                  </a:lnTo>
                  <a:cubicBezTo>
                    <a:pt x="21570" y="38280"/>
                    <a:pt x="21679" y="38285"/>
                    <a:pt x="21788" y="38285"/>
                  </a:cubicBezTo>
                  <a:cubicBezTo>
                    <a:pt x="22976" y="38285"/>
                    <a:pt x="24076" y="37610"/>
                    <a:pt x="24605" y="36527"/>
                  </a:cubicBezTo>
                  <a:lnTo>
                    <a:pt x="26585" y="32480"/>
                  </a:lnTo>
                  <a:lnTo>
                    <a:pt x="30869" y="23735"/>
                  </a:lnTo>
                  <a:lnTo>
                    <a:pt x="36127" y="12989"/>
                  </a:lnTo>
                  <a:lnTo>
                    <a:pt x="40739" y="3573"/>
                  </a:lnTo>
                  <a:cubicBezTo>
                    <a:pt x="41345" y="2329"/>
                    <a:pt x="40479" y="869"/>
                    <a:pt x="39095" y="808"/>
                  </a:cubicBezTo>
                  <a:lnTo>
                    <a:pt x="37717" y="746"/>
                  </a:lnTo>
                  <a:lnTo>
                    <a:pt x="31331" y="454"/>
                  </a:lnTo>
                  <a:lnTo>
                    <a:pt x="23311" y="94"/>
                  </a:lnTo>
                  <a:lnTo>
                    <a:pt x="21378" y="3"/>
                  </a:lnTo>
                  <a:cubicBezTo>
                    <a:pt x="21330" y="1"/>
                    <a:pt x="21282" y="0"/>
                    <a:pt x="21235" y="0"/>
                  </a:cubicBez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6"/>
            <p:cNvSpPr/>
            <p:nvPr/>
          </p:nvSpPr>
          <p:spPr>
            <a:xfrm>
              <a:off x="8467963" y="4197781"/>
              <a:ext cx="102986" cy="22695"/>
            </a:xfrm>
            <a:custGeom>
              <a:rect b="b" l="l" r="r" t="t"/>
              <a:pathLst>
                <a:path extrusionOk="0" h="1387" w="6294">
                  <a:moveTo>
                    <a:pt x="604" y="1"/>
                  </a:moveTo>
                  <a:cubicBezTo>
                    <a:pt x="289" y="1"/>
                    <a:pt x="26" y="250"/>
                    <a:pt x="11" y="564"/>
                  </a:cubicBezTo>
                  <a:cubicBezTo>
                    <a:pt x="1" y="888"/>
                    <a:pt x="253" y="1162"/>
                    <a:pt x="574" y="1177"/>
                  </a:cubicBezTo>
                  <a:lnTo>
                    <a:pt x="5669" y="1386"/>
                  </a:lnTo>
                  <a:cubicBezTo>
                    <a:pt x="5676" y="1386"/>
                    <a:pt x="5683" y="1386"/>
                    <a:pt x="5690" y="1386"/>
                  </a:cubicBezTo>
                  <a:cubicBezTo>
                    <a:pt x="6002" y="1386"/>
                    <a:pt x="6265" y="1141"/>
                    <a:pt x="6279" y="827"/>
                  </a:cubicBezTo>
                  <a:cubicBezTo>
                    <a:pt x="6293" y="503"/>
                    <a:pt x="6041" y="228"/>
                    <a:pt x="5716" y="214"/>
                  </a:cubicBezTo>
                  <a:lnTo>
                    <a:pt x="624" y="1"/>
                  </a:lnTo>
                  <a:cubicBezTo>
                    <a:pt x="618" y="1"/>
                    <a:pt x="611" y="1"/>
                    <a:pt x="6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
            <p:cNvSpPr/>
            <p:nvPr/>
          </p:nvSpPr>
          <p:spPr>
            <a:xfrm>
              <a:off x="8136729" y="4826937"/>
              <a:ext cx="103166" cy="28029"/>
            </a:xfrm>
            <a:custGeom>
              <a:rect b="b" l="l" r="r" t="t"/>
              <a:pathLst>
                <a:path extrusionOk="0" h="1713" w="6305">
                  <a:moveTo>
                    <a:pt x="622" y="0"/>
                  </a:moveTo>
                  <a:cubicBezTo>
                    <a:pt x="323" y="0"/>
                    <a:pt x="67" y="225"/>
                    <a:pt x="33" y="526"/>
                  </a:cubicBezTo>
                  <a:cubicBezTo>
                    <a:pt x="1" y="851"/>
                    <a:pt x="235" y="1139"/>
                    <a:pt x="556" y="1172"/>
                  </a:cubicBezTo>
                  <a:lnTo>
                    <a:pt x="5626" y="1709"/>
                  </a:lnTo>
                  <a:cubicBezTo>
                    <a:pt x="5646" y="1711"/>
                    <a:pt x="5666" y="1712"/>
                    <a:pt x="5686" y="1712"/>
                  </a:cubicBezTo>
                  <a:cubicBezTo>
                    <a:pt x="5982" y="1712"/>
                    <a:pt x="6238" y="1487"/>
                    <a:pt x="6272" y="1186"/>
                  </a:cubicBezTo>
                  <a:cubicBezTo>
                    <a:pt x="6304" y="865"/>
                    <a:pt x="6070" y="577"/>
                    <a:pt x="5749" y="541"/>
                  </a:cubicBezTo>
                  <a:lnTo>
                    <a:pt x="682" y="3"/>
                  </a:lnTo>
                  <a:cubicBezTo>
                    <a:pt x="662" y="1"/>
                    <a:pt x="642" y="0"/>
                    <a:pt x="6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8108523" y="4608023"/>
              <a:ext cx="423691" cy="225655"/>
            </a:xfrm>
            <a:custGeom>
              <a:rect b="b" l="l" r="r" t="t"/>
              <a:pathLst>
                <a:path extrusionOk="0" h="13791" w="25894">
                  <a:moveTo>
                    <a:pt x="25893" y="1"/>
                  </a:moveTo>
                  <a:lnTo>
                    <a:pt x="1" y="12774"/>
                  </a:lnTo>
                  <a:lnTo>
                    <a:pt x="9518" y="13791"/>
                  </a:lnTo>
                  <a:lnTo>
                    <a:pt x="21609" y="8746"/>
                  </a:lnTo>
                  <a:lnTo>
                    <a:pt x="2589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6"/>
            <p:cNvSpPr/>
            <p:nvPr/>
          </p:nvSpPr>
          <p:spPr>
            <a:xfrm>
              <a:off x="8252322" y="4221275"/>
              <a:ext cx="287375" cy="162938"/>
            </a:xfrm>
            <a:custGeom>
              <a:rect b="b" l="l" r="r" t="t"/>
              <a:pathLst>
                <a:path extrusionOk="0" h="9958" w="17563">
                  <a:moveTo>
                    <a:pt x="9546" y="1"/>
                  </a:moveTo>
                  <a:lnTo>
                    <a:pt x="3523" y="3672"/>
                  </a:lnTo>
                  <a:lnTo>
                    <a:pt x="0" y="9957"/>
                  </a:lnTo>
                  <a:lnTo>
                    <a:pt x="0" y="9957"/>
                  </a:lnTo>
                  <a:lnTo>
                    <a:pt x="17562" y="361"/>
                  </a:lnTo>
                  <a:lnTo>
                    <a:pt x="954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8041981" y="4231959"/>
              <a:ext cx="661634" cy="527527"/>
            </a:xfrm>
            <a:custGeom>
              <a:rect b="b" l="l" r="r" t="t"/>
              <a:pathLst>
                <a:path extrusionOk="0" h="32240" w="40436">
                  <a:moveTo>
                    <a:pt x="36808" y="0"/>
                  </a:moveTo>
                  <a:lnTo>
                    <a:pt x="8251" y="17512"/>
                  </a:lnTo>
                  <a:lnTo>
                    <a:pt x="0" y="32239"/>
                  </a:lnTo>
                  <a:lnTo>
                    <a:pt x="35218" y="12243"/>
                  </a:lnTo>
                  <a:lnTo>
                    <a:pt x="39830" y="2827"/>
                  </a:lnTo>
                  <a:cubicBezTo>
                    <a:pt x="40436" y="1583"/>
                    <a:pt x="39570" y="123"/>
                    <a:pt x="38186" y="62"/>
                  </a:cubicBezTo>
                  <a:lnTo>
                    <a:pt x="3680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 name="Google Shape;97;p6"/>
          <p:cNvGrpSpPr/>
          <p:nvPr/>
        </p:nvGrpSpPr>
        <p:grpSpPr>
          <a:xfrm>
            <a:off x="424775" y="4414634"/>
            <a:ext cx="1341574" cy="585375"/>
            <a:chOff x="424775" y="4414634"/>
            <a:chExt cx="1341574" cy="585375"/>
          </a:xfrm>
        </p:grpSpPr>
        <p:sp>
          <p:nvSpPr>
            <p:cNvPr id="98" name="Google Shape;98;p6"/>
            <p:cNvSpPr/>
            <p:nvPr/>
          </p:nvSpPr>
          <p:spPr>
            <a:xfrm>
              <a:off x="624565" y="4729967"/>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524675" y="4414634"/>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981875" y="4871834"/>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1606749" y="4835317"/>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2" name="Google Shape;102;p6"/>
            <p:cNvCxnSpPr>
              <a:stCxn id="99" idx="4"/>
              <a:endCxn id="98" idx="1"/>
            </p:cNvCxnSpPr>
            <p:nvPr/>
          </p:nvCxnSpPr>
          <p:spPr>
            <a:xfrm>
              <a:off x="574625" y="4514834"/>
              <a:ext cx="73200" cy="238500"/>
            </a:xfrm>
            <a:prstGeom prst="straightConnector1">
              <a:avLst/>
            </a:prstGeom>
            <a:noFill/>
            <a:ln cap="flat" cmpd="sng" w="19050">
              <a:solidFill>
                <a:schemeClr val="dk2"/>
              </a:solidFill>
              <a:prstDash val="solid"/>
              <a:round/>
              <a:headEnd len="med" w="med" type="none"/>
              <a:tailEnd len="med" w="med" type="none"/>
            </a:ln>
          </p:spPr>
        </p:cxnSp>
        <p:cxnSp>
          <p:nvCxnSpPr>
            <p:cNvPr id="103" name="Google Shape;103;p6"/>
            <p:cNvCxnSpPr>
              <a:stCxn id="100" idx="6"/>
              <a:endCxn id="101" idx="2"/>
            </p:cNvCxnSpPr>
            <p:nvPr/>
          </p:nvCxnSpPr>
          <p:spPr>
            <a:xfrm flipH="1" rot="10800000">
              <a:off x="1081775" y="4915334"/>
              <a:ext cx="525000" cy="6600"/>
            </a:xfrm>
            <a:prstGeom prst="straightConnector1">
              <a:avLst/>
            </a:prstGeom>
            <a:noFill/>
            <a:ln cap="flat" cmpd="sng" w="19050">
              <a:solidFill>
                <a:schemeClr val="dk2"/>
              </a:solidFill>
              <a:prstDash val="solid"/>
              <a:round/>
              <a:headEnd len="med" w="med" type="none"/>
              <a:tailEnd len="med" w="med" type="none"/>
            </a:ln>
          </p:spPr>
        </p:cxnSp>
        <p:cxnSp>
          <p:nvCxnSpPr>
            <p:cNvPr id="104" name="Google Shape;104;p6"/>
            <p:cNvCxnSpPr>
              <a:stCxn id="100" idx="2"/>
              <a:endCxn id="98" idx="5"/>
            </p:cNvCxnSpPr>
            <p:nvPr/>
          </p:nvCxnSpPr>
          <p:spPr>
            <a:xfrm rot="10800000">
              <a:off x="760775" y="4866734"/>
              <a:ext cx="221100" cy="55200"/>
            </a:xfrm>
            <a:prstGeom prst="straightConnector1">
              <a:avLst/>
            </a:prstGeom>
            <a:noFill/>
            <a:ln cap="flat" cmpd="sng" w="19050">
              <a:solidFill>
                <a:schemeClr val="dk2"/>
              </a:solidFill>
              <a:prstDash val="solid"/>
              <a:round/>
              <a:headEnd len="med" w="med" type="none"/>
              <a:tailEnd len="med" w="med" type="none"/>
            </a:ln>
          </p:spPr>
        </p:cxnSp>
        <p:sp>
          <p:nvSpPr>
            <p:cNvPr id="105" name="Google Shape;105;p6"/>
            <p:cNvSpPr/>
            <p:nvPr/>
          </p:nvSpPr>
          <p:spPr>
            <a:xfrm>
              <a:off x="424775" y="4899809"/>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6" name="Google Shape;106;p6"/>
            <p:cNvCxnSpPr>
              <a:stCxn id="105" idx="7"/>
              <a:endCxn id="98" idx="2"/>
            </p:cNvCxnSpPr>
            <p:nvPr/>
          </p:nvCxnSpPr>
          <p:spPr>
            <a:xfrm flipH="1" rot="10800000">
              <a:off x="510045" y="4810083"/>
              <a:ext cx="114600" cy="104400"/>
            </a:xfrm>
            <a:prstGeom prst="straightConnector1">
              <a:avLst/>
            </a:prstGeom>
            <a:noFill/>
            <a:ln cap="flat" cmpd="sng" w="19050">
              <a:solidFill>
                <a:schemeClr val="dk2"/>
              </a:solidFill>
              <a:prstDash val="solid"/>
              <a:round/>
              <a:headEnd len="med" w="med" type="none"/>
              <a:tailEnd len="med" w="med" type="none"/>
            </a:ln>
          </p:spPr>
        </p:cxnSp>
      </p:grpSp>
      <p:grpSp>
        <p:nvGrpSpPr>
          <p:cNvPr id="107" name="Google Shape;107;p6"/>
          <p:cNvGrpSpPr/>
          <p:nvPr/>
        </p:nvGrpSpPr>
        <p:grpSpPr>
          <a:xfrm>
            <a:off x="532248" y="4443791"/>
            <a:ext cx="678168" cy="474171"/>
            <a:chOff x="468325" y="4472675"/>
            <a:chExt cx="806000" cy="563550"/>
          </a:xfrm>
        </p:grpSpPr>
        <p:sp>
          <p:nvSpPr>
            <p:cNvPr id="108" name="Google Shape;108;p6"/>
            <p:cNvSpPr/>
            <p:nvPr/>
          </p:nvSpPr>
          <p:spPr>
            <a:xfrm>
              <a:off x="951375" y="4472675"/>
              <a:ext cx="322950" cy="199350"/>
            </a:xfrm>
            <a:custGeom>
              <a:rect b="b" l="l" r="r" t="t"/>
              <a:pathLst>
                <a:path extrusionOk="0" h="7974" w="12918">
                  <a:moveTo>
                    <a:pt x="4371" y="0"/>
                  </a:moveTo>
                  <a:cubicBezTo>
                    <a:pt x="3205" y="484"/>
                    <a:pt x="1" y="2913"/>
                    <a:pt x="1" y="2913"/>
                  </a:cubicBezTo>
                  <a:cubicBezTo>
                    <a:pt x="1" y="2913"/>
                    <a:pt x="5898" y="6585"/>
                    <a:pt x="8388" y="7673"/>
                  </a:cubicBezTo>
                  <a:cubicBezTo>
                    <a:pt x="8823" y="7863"/>
                    <a:pt x="9153" y="7973"/>
                    <a:pt x="9328" y="7973"/>
                  </a:cubicBezTo>
                  <a:cubicBezTo>
                    <a:pt x="9371" y="7973"/>
                    <a:pt x="9404" y="7967"/>
                    <a:pt x="9428" y="7953"/>
                  </a:cubicBezTo>
                  <a:cubicBezTo>
                    <a:pt x="10119" y="7551"/>
                    <a:pt x="12731" y="5049"/>
                    <a:pt x="12731" y="5049"/>
                  </a:cubicBezTo>
                  <a:cubicBezTo>
                    <a:pt x="12917" y="3741"/>
                    <a:pt x="12475" y="1991"/>
                    <a:pt x="12438" y="1852"/>
                  </a:cubicBezTo>
                  <a:lnTo>
                    <a:pt x="12438" y="1844"/>
                  </a:lnTo>
                  <a:cubicBezTo>
                    <a:pt x="11272" y="971"/>
                    <a:pt x="4371" y="0"/>
                    <a:pt x="43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p:nvPr/>
          </p:nvSpPr>
          <p:spPr>
            <a:xfrm>
              <a:off x="1150925" y="4518975"/>
              <a:ext cx="123400" cy="153050"/>
            </a:xfrm>
            <a:custGeom>
              <a:rect b="b" l="l" r="r" t="t"/>
              <a:pathLst>
                <a:path extrusionOk="0" h="6122" w="4936">
                  <a:moveTo>
                    <a:pt x="4456" y="0"/>
                  </a:moveTo>
                  <a:lnTo>
                    <a:pt x="0" y="3827"/>
                  </a:lnTo>
                  <a:lnTo>
                    <a:pt x="406" y="5821"/>
                  </a:lnTo>
                  <a:cubicBezTo>
                    <a:pt x="841" y="6011"/>
                    <a:pt x="1171" y="6121"/>
                    <a:pt x="1346" y="6121"/>
                  </a:cubicBezTo>
                  <a:cubicBezTo>
                    <a:pt x="1389" y="6121"/>
                    <a:pt x="1422" y="6115"/>
                    <a:pt x="1446" y="6101"/>
                  </a:cubicBezTo>
                  <a:cubicBezTo>
                    <a:pt x="2137" y="5699"/>
                    <a:pt x="4749" y="3197"/>
                    <a:pt x="4749" y="3197"/>
                  </a:cubicBezTo>
                  <a:cubicBezTo>
                    <a:pt x="4935" y="1889"/>
                    <a:pt x="4493" y="139"/>
                    <a:pt x="44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6"/>
            <p:cNvSpPr/>
            <p:nvPr/>
          </p:nvSpPr>
          <p:spPr>
            <a:xfrm>
              <a:off x="468325" y="4535725"/>
              <a:ext cx="728525" cy="495400"/>
            </a:xfrm>
            <a:custGeom>
              <a:rect b="b" l="l" r="r" t="t"/>
              <a:pathLst>
                <a:path extrusionOk="0" h="19816" w="29141">
                  <a:moveTo>
                    <a:pt x="18648" y="1"/>
                  </a:moveTo>
                  <a:cubicBezTo>
                    <a:pt x="9326" y="5245"/>
                    <a:pt x="386" y="12629"/>
                    <a:pt x="386" y="12629"/>
                  </a:cubicBezTo>
                  <a:cubicBezTo>
                    <a:pt x="0" y="16610"/>
                    <a:pt x="2912" y="18263"/>
                    <a:pt x="2912" y="18263"/>
                  </a:cubicBezTo>
                  <a:cubicBezTo>
                    <a:pt x="6808" y="19735"/>
                    <a:pt x="11313" y="19816"/>
                    <a:pt x="12253" y="19816"/>
                  </a:cubicBezTo>
                  <a:cubicBezTo>
                    <a:pt x="12368" y="19816"/>
                    <a:pt x="12430" y="19815"/>
                    <a:pt x="12430" y="19815"/>
                  </a:cubicBezTo>
                  <a:cubicBezTo>
                    <a:pt x="12454" y="19798"/>
                    <a:pt x="12482" y="19782"/>
                    <a:pt x="12507" y="19770"/>
                  </a:cubicBezTo>
                  <a:cubicBezTo>
                    <a:pt x="12572" y="19733"/>
                    <a:pt x="12637" y="19693"/>
                    <a:pt x="12698" y="19652"/>
                  </a:cubicBezTo>
                  <a:cubicBezTo>
                    <a:pt x="12718" y="19640"/>
                    <a:pt x="12734" y="19628"/>
                    <a:pt x="12750" y="19616"/>
                  </a:cubicBezTo>
                  <a:cubicBezTo>
                    <a:pt x="12799" y="19591"/>
                    <a:pt x="12844" y="19563"/>
                    <a:pt x="12889" y="19530"/>
                  </a:cubicBezTo>
                  <a:cubicBezTo>
                    <a:pt x="17807" y="16427"/>
                    <a:pt x="28746" y="7775"/>
                    <a:pt x="28746" y="7775"/>
                  </a:cubicBezTo>
                  <a:cubicBezTo>
                    <a:pt x="29140" y="5830"/>
                    <a:pt x="28165" y="2527"/>
                    <a:pt x="28165" y="2527"/>
                  </a:cubicBezTo>
                  <a:cubicBezTo>
                    <a:pt x="27808" y="2353"/>
                    <a:pt x="27410" y="2186"/>
                    <a:pt x="26996" y="2028"/>
                  </a:cubicBezTo>
                  <a:cubicBezTo>
                    <a:pt x="23535" y="699"/>
                    <a:pt x="18648" y="1"/>
                    <a:pt x="186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
            <p:cNvSpPr/>
            <p:nvPr/>
          </p:nvSpPr>
          <p:spPr>
            <a:xfrm>
              <a:off x="468325" y="4604000"/>
              <a:ext cx="728525" cy="432225"/>
            </a:xfrm>
            <a:custGeom>
              <a:rect b="b" l="l" r="r" t="t"/>
              <a:pathLst>
                <a:path extrusionOk="0" h="17289" w="29141">
                  <a:moveTo>
                    <a:pt x="28165" y="0"/>
                  </a:moveTo>
                  <a:lnTo>
                    <a:pt x="27763" y="301"/>
                  </a:lnTo>
                  <a:cubicBezTo>
                    <a:pt x="24566" y="2632"/>
                    <a:pt x="17775" y="7673"/>
                    <a:pt x="13884" y="10561"/>
                  </a:cubicBezTo>
                  <a:lnTo>
                    <a:pt x="13380" y="10935"/>
                  </a:lnTo>
                  <a:lnTo>
                    <a:pt x="11113" y="12612"/>
                  </a:lnTo>
                  <a:cubicBezTo>
                    <a:pt x="11089" y="12633"/>
                    <a:pt x="11073" y="12649"/>
                    <a:pt x="11057" y="12661"/>
                  </a:cubicBezTo>
                  <a:cubicBezTo>
                    <a:pt x="11040" y="12669"/>
                    <a:pt x="11024" y="12682"/>
                    <a:pt x="11008" y="12694"/>
                  </a:cubicBezTo>
                  <a:lnTo>
                    <a:pt x="10988" y="12718"/>
                  </a:lnTo>
                  <a:cubicBezTo>
                    <a:pt x="10983" y="12718"/>
                    <a:pt x="10979" y="12722"/>
                    <a:pt x="10975" y="12726"/>
                  </a:cubicBezTo>
                  <a:cubicBezTo>
                    <a:pt x="5244" y="12243"/>
                    <a:pt x="386" y="10102"/>
                    <a:pt x="386" y="10102"/>
                  </a:cubicBezTo>
                  <a:lnTo>
                    <a:pt x="386" y="10102"/>
                  </a:lnTo>
                  <a:cubicBezTo>
                    <a:pt x="0" y="14083"/>
                    <a:pt x="2912" y="15736"/>
                    <a:pt x="2912" y="15736"/>
                  </a:cubicBezTo>
                  <a:cubicBezTo>
                    <a:pt x="6808" y="17208"/>
                    <a:pt x="11313" y="17289"/>
                    <a:pt x="12253" y="17289"/>
                  </a:cubicBezTo>
                  <a:cubicBezTo>
                    <a:pt x="12368" y="17289"/>
                    <a:pt x="12430" y="17288"/>
                    <a:pt x="12430" y="17288"/>
                  </a:cubicBezTo>
                  <a:cubicBezTo>
                    <a:pt x="12454" y="17271"/>
                    <a:pt x="12482" y="17255"/>
                    <a:pt x="12507" y="17243"/>
                  </a:cubicBezTo>
                  <a:cubicBezTo>
                    <a:pt x="12572" y="17206"/>
                    <a:pt x="12637" y="17166"/>
                    <a:pt x="12698" y="17125"/>
                  </a:cubicBezTo>
                  <a:cubicBezTo>
                    <a:pt x="12718" y="17113"/>
                    <a:pt x="12734" y="17101"/>
                    <a:pt x="12750" y="17089"/>
                  </a:cubicBezTo>
                  <a:cubicBezTo>
                    <a:pt x="12799" y="17064"/>
                    <a:pt x="12844" y="17036"/>
                    <a:pt x="12889" y="17003"/>
                  </a:cubicBezTo>
                  <a:cubicBezTo>
                    <a:pt x="17807" y="13900"/>
                    <a:pt x="28746" y="5248"/>
                    <a:pt x="28746" y="5248"/>
                  </a:cubicBezTo>
                  <a:cubicBezTo>
                    <a:pt x="29140" y="3303"/>
                    <a:pt x="28165" y="0"/>
                    <a:pt x="281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p:nvPr/>
          </p:nvSpPr>
          <p:spPr>
            <a:xfrm>
              <a:off x="742700" y="4604000"/>
              <a:ext cx="454150" cy="432200"/>
            </a:xfrm>
            <a:custGeom>
              <a:rect b="b" l="l" r="r" t="t"/>
              <a:pathLst>
                <a:path extrusionOk="0" h="17288" w="18166">
                  <a:moveTo>
                    <a:pt x="17190" y="0"/>
                  </a:moveTo>
                  <a:lnTo>
                    <a:pt x="16788" y="301"/>
                  </a:lnTo>
                  <a:lnTo>
                    <a:pt x="2909" y="10561"/>
                  </a:lnTo>
                  <a:lnTo>
                    <a:pt x="2405" y="10935"/>
                  </a:lnTo>
                  <a:lnTo>
                    <a:pt x="138" y="12612"/>
                  </a:lnTo>
                  <a:cubicBezTo>
                    <a:pt x="114" y="12633"/>
                    <a:pt x="98" y="12649"/>
                    <a:pt x="82" y="12661"/>
                  </a:cubicBezTo>
                  <a:cubicBezTo>
                    <a:pt x="65" y="12669"/>
                    <a:pt x="49" y="12682"/>
                    <a:pt x="33" y="12694"/>
                  </a:cubicBezTo>
                  <a:lnTo>
                    <a:pt x="13" y="12718"/>
                  </a:lnTo>
                  <a:cubicBezTo>
                    <a:pt x="8" y="12718"/>
                    <a:pt x="4" y="12722"/>
                    <a:pt x="0" y="12726"/>
                  </a:cubicBezTo>
                  <a:lnTo>
                    <a:pt x="1455" y="17288"/>
                  </a:lnTo>
                  <a:cubicBezTo>
                    <a:pt x="1479" y="17271"/>
                    <a:pt x="1507" y="17255"/>
                    <a:pt x="1532" y="17243"/>
                  </a:cubicBezTo>
                  <a:cubicBezTo>
                    <a:pt x="1597" y="17206"/>
                    <a:pt x="1662" y="17166"/>
                    <a:pt x="1723" y="17125"/>
                  </a:cubicBezTo>
                  <a:cubicBezTo>
                    <a:pt x="1743" y="17113"/>
                    <a:pt x="1759" y="17101"/>
                    <a:pt x="1775" y="17089"/>
                  </a:cubicBezTo>
                  <a:cubicBezTo>
                    <a:pt x="1824" y="17064"/>
                    <a:pt x="1869" y="17036"/>
                    <a:pt x="1914" y="17003"/>
                  </a:cubicBezTo>
                  <a:cubicBezTo>
                    <a:pt x="6832" y="13900"/>
                    <a:pt x="17771" y="5248"/>
                    <a:pt x="17771" y="5248"/>
                  </a:cubicBezTo>
                  <a:cubicBezTo>
                    <a:pt x="18165" y="3303"/>
                    <a:pt x="17190" y="0"/>
                    <a:pt x="1719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
            <p:cNvSpPr/>
            <p:nvPr/>
          </p:nvSpPr>
          <p:spPr>
            <a:xfrm>
              <a:off x="674500" y="4535725"/>
              <a:ext cx="420275" cy="277400"/>
            </a:xfrm>
            <a:custGeom>
              <a:rect b="b" l="l" r="r" t="t"/>
              <a:pathLst>
                <a:path extrusionOk="0" h="11096" w="16811">
                  <a:moveTo>
                    <a:pt x="13216" y="1"/>
                  </a:moveTo>
                  <a:cubicBezTo>
                    <a:pt x="13216" y="1"/>
                    <a:pt x="2533" y="8161"/>
                    <a:pt x="1075" y="9136"/>
                  </a:cubicBezTo>
                  <a:cubicBezTo>
                    <a:pt x="0" y="9852"/>
                    <a:pt x="826" y="11095"/>
                    <a:pt x="2192" y="11095"/>
                  </a:cubicBezTo>
                  <a:cubicBezTo>
                    <a:pt x="2679" y="11095"/>
                    <a:pt x="3234" y="10937"/>
                    <a:pt x="3797" y="10541"/>
                  </a:cubicBezTo>
                  <a:cubicBezTo>
                    <a:pt x="7270" y="8092"/>
                    <a:pt x="16811" y="976"/>
                    <a:pt x="16811" y="976"/>
                  </a:cubicBezTo>
                  <a:lnTo>
                    <a:pt x="1321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
            <p:cNvSpPr/>
            <p:nvPr/>
          </p:nvSpPr>
          <p:spPr>
            <a:xfrm>
              <a:off x="1030475" y="4501500"/>
              <a:ext cx="68075" cy="25625"/>
            </a:xfrm>
            <a:custGeom>
              <a:rect b="b" l="l" r="r" t="t"/>
              <a:pathLst>
                <a:path extrusionOk="0" h="1025" w="2723">
                  <a:moveTo>
                    <a:pt x="1024" y="1"/>
                  </a:moveTo>
                  <a:lnTo>
                    <a:pt x="1" y="675"/>
                  </a:lnTo>
                  <a:lnTo>
                    <a:pt x="1849" y="1024"/>
                  </a:lnTo>
                  <a:lnTo>
                    <a:pt x="2722" y="305"/>
                  </a:lnTo>
                  <a:lnTo>
                    <a:pt x="10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
            <p:cNvSpPr/>
            <p:nvPr/>
          </p:nvSpPr>
          <p:spPr>
            <a:xfrm>
              <a:off x="1126850" y="4527100"/>
              <a:ext cx="68175" cy="25625"/>
            </a:xfrm>
            <a:custGeom>
              <a:rect b="b" l="l" r="r" t="t"/>
              <a:pathLst>
                <a:path extrusionOk="0" h="1025" w="2727">
                  <a:moveTo>
                    <a:pt x="1024" y="0"/>
                  </a:moveTo>
                  <a:lnTo>
                    <a:pt x="1" y="675"/>
                  </a:lnTo>
                  <a:lnTo>
                    <a:pt x="1853" y="1024"/>
                  </a:lnTo>
                  <a:lnTo>
                    <a:pt x="2726" y="305"/>
                  </a:lnTo>
                  <a:lnTo>
                    <a:pt x="10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6" name="Shape 116"/>
        <p:cNvGrpSpPr/>
        <p:nvPr/>
      </p:nvGrpSpPr>
      <p:grpSpPr>
        <a:xfrm>
          <a:off x="0" y="0"/>
          <a:ext cx="0" cy="0"/>
          <a:chOff x="0" y="0"/>
          <a:chExt cx="0" cy="0"/>
        </a:xfrm>
      </p:grpSpPr>
      <p:sp>
        <p:nvSpPr>
          <p:cNvPr id="117" name="Google Shape;117;p7"/>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18" name="Google Shape;118;p7"/>
          <p:cNvSpPr txBox="1"/>
          <p:nvPr>
            <p:ph idx="1" type="subTitle"/>
          </p:nvPr>
        </p:nvSpPr>
        <p:spPr>
          <a:xfrm>
            <a:off x="720000" y="1819863"/>
            <a:ext cx="4294800" cy="22983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119" name="Google Shape;119;p7"/>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
          <p:cNvSpPr/>
          <p:nvPr>
            <p:ph idx="2" type="pic"/>
          </p:nvPr>
        </p:nvSpPr>
        <p:spPr>
          <a:xfrm>
            <a:off x="6085515" y="1395088"/>
            <a:ext cx="2141700" cy="3147900"/>
          </a:xfrm>
          <a:prstGeom prst="roundRect">
            <a:avLst>
              <a:gd fmla="val 16667" name="adj"/>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1" name="Shape 121"/>
        <p:cNvGrpSpPr/>
        <p:nvPr/>
      </p:nvGrpSpPr>
      <p:grpSpPr>
        <a:xfrm>
          <a:off x="0" y="0"/>
          <a:ext cx="0" cy="0"/>
          <a:chOff x="0" y="0"/>
          <a:chExt cx="0" cy="0"/>
        </a:xfrm>
      </p:grpSpPr>
      <p:sp>
        <p:nvSpPr>
          <p:cNvPr id="122" name="Google Shape;122;p8"/>
          <p:cNvSpPr txBox="1"/>
          <p:nvPr>
            <p:ph type="title"/>
          </p:nvPr>
        </p:nvSpPr>
        <p:spPr>
          <a:xfrm>
            <a:off x="986576" y="3320300"/>
            <a:ext cx="7444200" cy="1207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23" name="Google Shape;123;p8"/>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4" name="Shape 124"/>
        <p:cNvGrpSpPr/>
        <p:nvPr/>
      </p:nvGrpSpPr>
      <p:grpSpPr>
        <a:xfrm>
          <a:off x="0" y="0"/>
          <a:ext cx="0" cy="0"/>
          <a:chOff x="0" y="0"/>
          <a:chExt cx="0" cy="0"/>
        </a:xfrm>
      </p:grpSpPr>
      <p:sp>
        <p:nvSpPr>
          <p:cNvPr id="125" name="Google Shape;125;p9"/>
          <p:cNvSpPr txBox="1"/>
          <p:nvPr>
            <p:ph type="title"/>
          </p:nvPr>
        </p:nvSpPr>
        <p:spPr>
          <a:xfrm>
            <a:off x="2135550" y="1593234"/>
            <a:ext cx="4872900" cy="1240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200"/>
              <a:buNone/>
              <a:defRPr sz="6000"/>
            </a:lvl1pPr>
            <a:lvl2pPr lvl="1" rtl="0" algn="ctr">
              <a:spcBef>
                <a:spcPts val="0"/>
              </a:spcBef>
              <a:spcAft>
                <a:spcPts val="0"/>
              </a:spcAft>
              <a:buSzPts val="3200"/>
              <a:buNone/>
              <a:defRPr/>
            </a:lvl2pPr>
            <a:lvl3pPr lvl="2" rtl="0" algn="ctr">
              <a:spcBef>
                <a:spcPts val="0"/>
              </a:spcBef>
              <a:spcAft>
                <a:spcPts val="0"/>
              </a:spcAft>
              <a:buSzPts val="3200"/>
              <a:buNone/>
              <a:defRPr/>
            </a:lvl3pPr>
            <a:lvl4pPr lvl="3" rtl="0" algn="ctr">
              <a:spcBef>
                <a:spcPts val="0"/>
              </a:spcBef>
              <a:spcAft>
                <a:spcPts val="0"/>
              </a:spcAft>
              <a:buSzPts val="3200"/>
              <a:buNone/>
              <a:defRPr/>
            </a:lvl4pPr>
            <a:lvl5pPr lvl="4" rtl="0" algn="ctr">
              <a:spcBef>
                <a:spcPts val="0"/>
              </a:spcBef>
              <a:spcAft>
                <a:spcPts val="0"/>
              </a:spcAft>
              <a:buSzPts val="3200"/>
              <a:buNone/>
              <a:defRPr/>
            </a:lvl5pPr>
            <a:lvl6pPr lvl="5" rtl="0" algn="ctr">
              <a:spcBef>
                <a:spcPts val="0"/>
              </a:spcBef>
              <a:spcAft>
                <a:spcPts val="0"/>
              </a:spcAft>
              <a:buSzPts val="3200"/>
              <a:buNone/>
              <a:defRPr/>
            </a:lvl6pPr>
            <a:lvl7pPr lvl="6" rtl="0" algn="ctr">
              <a:spcBef>
                <a:spcPts val="0"/>
              </a:spcBef>
              <a:spcAft>
                <a:spcPts val="0"/>
              </a:spcAft>
              <a:buSzPts val="3200"/>
              <a:buNone/>
              <a:defRPr/>
            </a:lvl7pPr>
            <a:lvl8pPr lvl="7" rtl="0" algn="ctr">
              <a:spcBef>
                <a:spcPts val="0"/>
              </a:spcBef>
              <a:spcAft>
                <a:spcPts val="0"/>
              </a:spcAft>
              <a:buSzPts val="3200"/>
              <a:buNone/>
              <a:defRPr/>
            </a:lvl8pPr>
            <a:lvl9pPr lvl="8" rtl="0" algn="ctr">
              <a:spcBef>
                <a:spcPts val="0"/>
              </a:spcBef>
              <a:spcAft>
                <a:spcPts val="0"/>
              </a:spcAft>
              <a:buSzPts val="3200"/>
              <a:buNone/>
              <a:defRPr/>
            </a:lvl9pPr>
          </a:lstStyle>
          <a:p/>
        </p:txBody>
      </p:sp>
      <p:sp>
        <p:nvSpPr>
          <p:cNvPr id="126" name="Google Shape;126;p9"/>
          <p:cNvSpPr txBox="1"/>
          <p:nvPr>
            <p:ph idx="1" type="subTitle"/>
          </p:nvPr>
        </p:nvSpPr>
        <p:spPr>
          <a:xfrm>
            <a:off x="2135550" y="2833566"/>
            <a:ext cx="4872900" cy="716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7" name="Google Shape;127;p9"/>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8" name="Shape 128"/>
        <p:cNvGrpSpPr/>
        <p:nvPr/>
      </p:nvGrpSpPr>
      <p:grpSpPr>
        <a:xfrm>
          <a:off x="0" y="0"/>
          <a:ext cx="0" cy="0"/>
          <a:chOff x="0" y="0"/>
          <a:chExt cx="0" cy="0"/>
        </a:xfrm>
      </p:grpSpPr>
      <p:sp>
        <p:nvSpPr>
          <p:cNvPr id="129" name="Google Shape;129;p10"/>
          <p:cNvSpPr/>
          <p:nvPr>
            <p:ph idx="2" type="pic"/>
          </p:nvPr>
        </p:nvSpPr>
        <p:spPr>
          <a:xfrm>
            <a:off x="-25" y="75"/>
            <a:ext cx="9144000" cy="5143500"/>
          </a:xfrm>
          <a:prstGeom prst="rect">
            <a:avLst/>
          </a:prstGeom>
          <a:noFill/>
          <a:ln>
            <a:noFill/>
          </a:ln>
        </p:spPr>
      </p:sp>
      <p:sp>
        <p:nvSpPr>
          <p:cNvPr id="130" name="Google Shape;130;p10"/>
          <p:cNvSpPr txBox="1"/>
          <p:nvPr>
            <p:ph type="title"/>
          </p:nvPr>
        </p:nvSpPr>
        <p:spPr>
          <a:xfrm>
            <a:off x="720000" y="450050"/>
            <a:ext cx="7704000" cy="6501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lgn="ctr">
              <a:spcBef>
                <a:spcPts val="0"/>
              </a:spcBef>
              <a:spcAft>
                <a:spcPts val="0"/>
              </a:spcAft>
              <a:buSzPts val="3200"/>
              <a:buNone/>
              <a:defRPr/>
            </a:lvl2pPr>
            <a:lvl3pPr lvl="2" rtl="0" algn="ctr">
              <a:spcBef>
                <a:spcPts val="0"/>
              </a:spcBef>
              <a:spcAft>
                <a:spcPts val="0"/>
              </a:spcAft>
              <a:buSzPts val="3200"/>
              <a:buNone/>
              <a:defRPr/>
            </a:lvl3pPr>
            <a:lvl4pPr lvl="3" rtl="0" algn="ctr">
              <a:spcBef>
                <a:spcPts val="0"/>
              </a:spcBef>
              <a:spcAft>
                <a:spcPts val="0"/>
              </a:spcAft>
              <a:buSzPts val="3200"/>
              <a:buNone/>
              <a:defRPr/>
            </a:lvl4pPr>
            <a:lvl5pPr lvl="4" rtl="0" algn="ctr">
              <a:spcBef>
                <a:spcPts val="0"/>
              </a:spcBef>
              <a:spcAft>
                <a:spcPts val="0"/>
              </a:spcAft>
              <a:buSzPts val="3200"/>
              <a:buNone/>
              <a:defRPr/>
            </a:lvl5pPr>
            <a:lvl6pPr lvl="5" rtl="0" algn="ctr">
              <a:spcBef>
                <a:spcPts val="0"/>
              </a:spcBef>
              <a:spcAft>
                <a:spcPts val="0"/>
              </a:spcAft>
              <a:buSzPts val="3200"/>
              <a:buNone/>
              <a:defRPr/>
            </a:lvl6pPr>
            <a:lvl7pPr lvl="6" rtl="0" algn="ctr">
              <a:spcBef>
                <a:spcPts val="0"/>
              </a:spcBef>
              <a:spcAft>
                <a:spcPts val="0"/>
              </a:spcAft>
              <a:buSzPts val="3200"/>
              <a:buNone/>
              <a:defRPr/>
            </a:lvl7pPr>
            <a:lvl8pPr lvl="7" rtl="0" algn="ctr">
              <a:spcBef>
                <a:spcPts val="0"/>
              </a:spcBef>
              <a:spcAft>
                <a:spcPts val="0"/>
              </a:spcAft>
              <a:buSzPts val="3200"/>
              <a:buNone/>
              <a:defRPr/>
            </a:lvl8pPr>
            <a:lvl9pPr lvl="8" rtl="0" algn="ctr">
              <a:spcBef>
                <a:spcPts val="0"/>
              </a:spcBef>
              <a:spcAft>
                <a:spcPts val="0"/>
              </a:spcAft>
              <a:buSzPts val="32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1" name="Shape 131"/>
        <p:cNvGrpSpPr/>
        <p:nvPr/>
      </p:nvGrpSpPr>
      <p:grpSpPr>
        <a:xfrm>
          <a:off x="0" y="0"/>
          <a:ext cx="0" cy="0"/>
          <a:chOff x="0" y="0"/>
          <a:chExt cx="0" cy="0"/>
        </a:xfrm>
      </p:grpSpPr>
      <p:sp>
        <p:nvSpPr>
          <p:cNvPr id="132" name="Google Shape;132;p11"/>
          <p:cNvSpPr txBox="1"/>
          <p:nvPr>
            <p:ph hasCustomPrompt="1" type="title"/>
          </p:nvPr>
        </p:nvSpPr>
        <p:spPr>
          <a:xfrm>
            <a:off x="2040300" y="1707675"/>
            <a:ext cx="5063400" cy="11547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33" name="Google Shape;133;p11"/>
          <p:cNvSpPr txBox="1"/>
          <p:nvPr>
            <p:ph idx="1" type="subTitle"/>
          </p:nvPr>
        </p:nvSpPr>
        <p:spPr>
          <a:xfrm>
            <a:off x="2040300" y="2938725"/>
            <a:ext cx="5063400" cy="497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34" name="Google Shape;134;p11"/>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35" name="Shape 13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36" name="Shape 136"/>
        <p:cNvGrpSpPr/>
        <p:nvPr/>
      </p:nvGrpSpPr>
      <p:grpSpPr>
        <a:xfrm>
          <a:off x="0" y="0"/>
          <a:ext cx="0" cy="0"/>
          <a:chOff x="0" y="0"/>
          <a:chExt cx="0" cy="0"/>
        </a:xfrm>
      </p:grpSpPr>
      <p:sp>
        <p:nvSpPr>
          <p:cNvPr id="137" name="Google Shape;137;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38" name="Google Shape;138;p13"/>
          <p:cNvSpPr txBox="1"/>
          <p:nvPr>
            <p:ph idx="1" type="subTitle"/>
          </p:nvPr>
        </p:nvSpPr>
        <p:spPr>
          <a:xfrm>
            <a:off x="789427" y="2260562"/>
            <a:ext cx="2560800" cy="540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9" name="Google Shape;139;p13"/>
          <p:cNvSpPr txBox="1"/>
          <p:nvPr>
            <p:ph idx="2" type="subTitle"/>
          </p:nvPr>
        </p:nvSpPr>
        <p:spPr>
          <a:xfrm>
            <a:off x="3787830" y="2260562"/>
            <a:ext cx="2560800" cy="540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0" name="Google Shape;140;p13"/>
          <p:cNvSpPr txBox="1"/>
          <p:nvPr>
            <p:ph idx="3" type="subTitle"/>
          </p:nvPr>
        </p:nvSpPr>
        <p:spPr>
          <a:xfrm>
            <a:off x="3787807" y="4061036"/>
            <a:ext cx="2560800" cy="540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1" name="Google Shape;141;p13"/>
          <p:cNvSpPr txBox="1"/>
          <p:nvPr>
            <p:ph idx="4" type="subTitle"/>
          </p:nvPr>
        </p:nvSpPr>
        <p:spPr>
          <a:xfrm>
            <a:off x="789425" y="4060486"/>
            <a:ext cx="2560800" cy="540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2" name="Google Shape;142;p13"/>
          <p:cNvSpPr txBox="1"/>
          <p:nvPr>
            <p:ph hasCustomPrompt="1" idx="5" type="title"/>
          </p:nvPr>
        </p:nvSpPr>
        <p:spPr>
          <a:xfrm>
            <a:off x="789427" y="1286539"/>
            <a:ext cx="816000" cy="4230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22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3" name="Google Shape;143;p13"/>
          <p:cNvSpPr txBox="1"/>
          <p:nvPr>
            <p:ph hasCustomPrompt="1" idx="6" type="title"/>
          </p:nvPr>
        </p:nvSpPr>
        <p:spPr>
          <a:xfrm>
            <a:off x="3787807" y="3086459"/>
            <a:ext cx="816000" cy="4230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22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4" name="Google Shape;144;p13"/>
          <p:cNvSpPr txBox="1"/>
          <p:nvPr>
            <p:ph hasCustomPrompt="1" idx="7" type="title"/>
          </p:nvPr>
        </p:nvSpPr>
        <p:spPr>
          <a:xfrm>
            <a:off x="3787830" y="1286539"/>
            <a:ext cx="816000" cy="4230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22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5" name="Google Shape;145;p13"/>
          <p:cNvSpPr txBox="1"/>
          <p:nvPr>
            <p:ph hasCustomPrompt="1" idx="8" type="title"/>
          </p:nvPr>
        </p:nvSpPr>
        <p:spPr>
          <a:xfrm>
            <a:off x="789425" y="3086463"/>
            <a:ext cx="816000" cy="4230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22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6" name="Google Shape;146;p13"/>
          <p:cNvSpPr txBox="1"/>
          <p:nvPr>
            <p:ph idx="9" type="subTitle"/>
          </p:nvPr>
        </p:nvSpPr>
        <p:spPr>
          <a:xfrm>
            <a:off x="789427" y="1949954"/>
            <a:ext cx="2560800" cy="4581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200">
                <a:solidFill>
                  <a:schemeClr val="dk1"/>
                </a:solidFill>
                <a:latin typeface="Exo ExtraBold"/>
                <a:ea typeface="Exo ExtraBold"/>
                <a:cs typeface="Exo ExtraBold"/>
                <a:sym typeface="Exo Extra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47" name="Google Shape;147;p13"/>
          <p:cNvSpPr txBox="1"/>
          <p:nvPr>
            <p:ph idx="13" type="subTitle"/>
          </p:nvPr>
        </p:nvSpPr>
        <p:spPr>
          <a:xfrm>
            <a:off x="3787830" y="1949954"/>
            <a:ext cx="2560800" cy="4581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200">
                <a:solidFill>
                  <a:schemeClr val="dk1"/>
                </a:solidFill>
                <a:latin typeface="Exo ExtraBold"/>
                <a:ea typeface="Exo ExtraBold"/>
                <a:cs typeface="Exo ExtraBold"/>
                <a:sym typeface="Exo Extra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48" name="Google Shape;148;p13"/>
          <p:cNvSpPr txBox="1"/>
          <p:nvPr>
            <p:ph idx="14" type="subTitle"/>
          </p:nvPr>
        </p:nvSpPr>
        <p:spPr>
          <a:xfrm>
            <a:off x="789425" y="3749877"/>
            <a:ext cx="2560800" cy="4581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200">
                <a:solidFill>
                  <a:schemeClr val="dk1"/>
                </a:solidFill>
                <a:latin typeface="Exo ExtraBold"/>
                <a:ea typeface="Exo ExtraBold"/>
                <a:cs typeface="Exo ExtraBold"/>
                <a:sym typeface="Exo Extra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49" name="Google Shape;149;p13"/>
          <p:cNvSpPr txBox="1"/>
          <p:nvPr>
            <p:ph idx="15" type="subTitle"/>
          </p:nvPr>
        </p:nvSpPr>
        <p:spPr>
          <a:xfrm>
            <a:off x="3787807" y="3749937"/>
            <a:ext cx="2560800" cy="4581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200">
                <a:solidFill>
                  <a:schemeClr val="dk1"/>
                </a:solidFill>
                <a:latin typeface="Exo ExtraBold"/>
                <a:ea typeface="Exo ExtraBold"/>
                <a:cs typeface="Exo ExtraBold"/>
                <a:sym typeface="Exo Extra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50" name="Google Shape;150;p13"/>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51" name="Shape 151"/>
        <p:cNvGrpSpPr/>
        <p:nvPr/>
      </p:nvGrpSpPr>
      <p:grpSpPr>
        <a:xfrm>
          <a:off x="0" y="0"/>
          <a:ext cx="0" cy="0"/>
          <a:chOff x="0" y="0"/>
          <a:chExt cx="0" cy="0"/>
        </a:xfrm>
      </p:grpSpPr>
      <p:sp>
        <p:nvSpPr>
          <p:cNvPr id="152" name="Google Shape;152;p14"/>
          <p:cNvSpPr txBox="1"/>
          <p:nvPr>
            <p:ph type="title"/>
          </p:nvPr>
        </p:nvSpPr>
        <p:spPr>
          <a:xfrm>
            <a:off x="5124475" y="2702375"/>
            <a:ext cx="3306300" cy="661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22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53" name="Google Shape;153;p14"/>
          <p:cNvSpPr txBox="1"/>
          <p:nvPr>
            <p:ph idx="1" type="subTitle"/>
          </p:nvPr>
        </p:nvSpPr>
        <p:spPr>
          <a:xfrm>
            <a:off x="1739475" y="728500"/>
            <a:ext cx="6691200" cy="18633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32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
        <p:nvSpPr>
          <p:cNvPr id="154" name="Google Shape;154;p14"/>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55" name="Shape 155"/>
        <p:cNvGrpSpPr/>
        <p:nvPr/>
      </p:nvGrpSpPr>
      <p:grpSpPr>
        <a:xfrm>
          <a:off x="0" y="0"/>
          <a:ext cx="0" cy="0"/>
          <a:chOff x="0" y="0"/>
          <a:chExt cx="0" cy="0"/>
        </a:xfrm>
      </p:grpSpPr>
      <p:sp>
        <p:nvSpPr>
          <p:cNvPr id="156" name="Google Shape;156;p15"/>
          <p:cNvSpPr txBox="1"/>
          <p:nvPr>
            <p:ph type="title"/>
          </p:nvPr>
        </p:nvSpPr>
        <p:spPr>
          <a:xfrm>
            <a:off x="4701950" y="1203375"/>
            <a:ext cx="3519600" cy="1620600"/>
          </a:xfrm>
          <a:prstGeom prst="rect">
            <a:avLst/>
          </a:prstGeom>
        </p:spPr>
        <p:txBody>
          <a:bodyPr anchorCtr="0" anchor="b"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57" name="Google Shape;157;p15"/>
          <p:cNvSpPr txBox="1"/>
          <p:nvPr>
            <p:ph idx="1" type="subTitle"/>
          </p:nvPr>
        </p:nvSpPr>
        <p:spPr>
          <a:xfrm>
            <a:off x="4701950" y="2823825"/>
            <a:ext cx="3519600" cy="111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8" name="Google Shape;158;p15"/>
          <p:cNvSpPr/>
          <p:nvPr>
            <p:ph idx="2" type="pic"/>
          </p:nvPr>
        </p:nvSpPr>
        <p:spPr>
          <a:xfrm>
            <a:off x="1551777" y="948863"/>
            <a:ext cx="2141700" cy="3147900"/>
          </a:xfrm>
          <a:prstGeom prst="roundRect">
            <a:avLst>
              <a:gd fmla="val 16667" name="adj"/>
            </a:avLst>
          </a:prstGeom>
          <a:noFill/>
          <a:ln>
            <a:noFill/>
          </a:ln>
        </p:spPr>
      </p:sp>
      <p:grpSp>
        <p:nvGrpSpPr>
          <p:cNvPr id="159" name="Google Shape;159;p15"/>
          <p:cNvGrpSpPr/>
          <p:nvPr/>
        </p:nvGrpSpPr>
        <p:grpSpPr>
          <a:xfrm>
            <a:off x="128913" y="205916"/>
            <a:ext cx="3263199" cy="4721313"/>
            <a:chOff x="128913" y="205916"/>
            <a:chExt cx="3263199" cy="4721313"/>
          </a:xfrm>
        </p:grpSpPr>
        <p:grpSp>
          <p:nvGrpSpPr>
            <p:cNvPr id="160" name="Google Shape;160;p15"/>
            <p:cNvGrpSpPr/>
            <p:nvPr/>
          </p:nvGrpSpPr>
          <p:grpSpPr>
            <a:xfrm>
              <a:off x="128913" y="216271"/>
              <a:ext cx="3263199" cy="4710958"/>
              <a:chOff x="181813" y="279096"/>
              <a:chExt cx="3263199" cy="4710958"/>
            </a:xfrm>
          </p:grpSpPr>
          <p:sp>
            <p:nvSpPr>
              <p:cNvPr id="161" name="Google Shape;161;p15"/>
              <p:cNvSpPr/>
              <p:nvPr/>
            </p:nvSpPr>
            <p:spPr>
              <a:xfrm>
                <a:off x="281735" y="3280108"/>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5"/>
              <p:cNvSpPr/>
              <p:nvPr/>
            </p:nvSpPr>
            <p:spPr>
              <a:xfrm>
                <a:off x="745812" y="1511779"/>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5"/>
              <p:cNvSpPr/>
              <p:nvPr/>
            </p:nvSpPr>
            <p:spPr>
              <a:xfrm>
                <a:off x="2718713" y="37929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5"/>
              <p:cNvSpPr/>
              <p:nvPr/>
            </p:nvSpPr>
            <p:spPr>
              <a:xfrm>
                <a:off x="316060" y="1253420"/>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5"/>
              <p:cNvSpPr/>
              <p:nvPr/>
            </p:nvSpPr>
            <p:spPr>
              <a:xfrm>
                <a:off x="1938587" y="531704"/>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5"/>
              <p:cNvSpPr/>
              <p:nvPr/>
            </p:nvSpPr>
            <p:spPr>
              <a:xfrm>
                <a:off x="1525538" y="27909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5"/>
              <p:cNvSpPr/>
              <p:nvPr/>
            </p:nvSpPr>
            <p:spPr>
              <a:xfrm>
                <a:off x="697413" y="377184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5"/>
              <p:cNvSpPr/>
              <p:nvPr/>
            </p:nvSpPr>
            <p:spPr>
              <a:xfrm>
                <a:off x="3285412" y="459404"/>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5"/>
              <p:cNvSpPr/>
              <p:nvPr/>
            </p:nvSpPr>
            <p:spPr>
              <a:xfrm>
                <a:off x="2343338" y="69189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5"/>
              <p:cNvSpPr/>
              <p:nvPr/>
            </p:nvSpPr>
            <p:spPr>
              <a:xfrm>
                <a:off x="1501238" y="472462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5"/>
              <p:cNvSpPr/>
              <p:nvPr/>
            </p:nvSpPr>
            <p:spPr>
              <a:xfrm>
                <a:off x="459587" y="2571679"/>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5"/>
              <p:cNvSpPr/>
              <p:nvPr/>
            </p:nvSpPr>
            <p:spPr>
              <a:xfrm>
                <a:off x="1177838" y="434419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5"/>
              <p:cNvSpPr/>
              <p:nvPr/>
            </p:nvSpPr>
            <p:spPr>
              <a:xfrm>
                <a:off x="181813" y="472964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5"/>
              <p:cNvSpPr/>
              <p:nvPr/>
            </p:nvSpPr>
            <p:spPr>
              <a:xfrm>
                <a:off x="2098187" y="4829854"/>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5"/>
              <p:cNvSpPr/>
              <p:nvPr/>
            </p:nvSpPr>
            <p:spPr>
              <a:xfrm>
                <a:off x="2863813" y="439422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6" name="Google Shape;176;p15"/>
              <p:cNvCxnSpPr>
                <a:stCxn id="162" idx="4"/>
                <a:endCxn id="171" idx="0"/>
              </p:cNvCxnSpPr>
              <p:nvPr/>
            </p:nvCxnSpPr>
            <p:spPr>
              <a:xfrm flipH="1">
                <a:off x="539412" y="1671979"/>
                <a:ext cx="286200" cy="899700"/>
              </a:xfrm>
              <a:prstGeom prst="straightConnector1">
                <a:avLst/>
              </a:prstGeom>
              <a:noFill/>
              <a:ln cap="flat" cmpd="sng" w="19050">
                <a:solidFill>
                  <a:schemeClr val="dk2"/>
                </a:solidFill>
                <a:prstDash val="solid"/>
                <a:round/>
                <a:headEnd len="med" w="med" type="none"/>
                <a:tailEnd len="med" w="med" type="none"/>
              </a:ln>
            </p:spPr>
          </p:cxnSp>
          <p:cxnSp>
            <p:nvCxnSpPr>
              <p:cNvPr id="177" name="Google Shape;177;p15"/>
              <p:cNvCxnSpPr>
                <a:stCxn id="164" idx="5"/>
                <a:endCxn id="162" idx="2"/>
              </p:cNvCxnSpPr>
              <p:nvPr/>
            </p:nvCxnSpPr>
            <p:spPr>
              <a:xfrm>
                <a:off x="421815" y="1359688"/>
                <a:ext cx="324000" cy="232200"/>
              </a:xfrm>
              <a:prstGeom prst="straightConnector1">
                <a:avLst/>
              </a:prstGeom>
              <a:noFill/>
              <a:ln cap="flat" cmpd="sng" w="19050">
                <a:solidFill>
                  <a:schemeClr val="dk2"/>
                </a:solidFill>
                <a:prstDash val="solid"/>
                <a:round/>
                <a:headEnd len="med" w="med" type="none"/>
                <a:tailEnd len="med" w="med" type="none"/>
              </a:ln>
            </p:spPr>
          </p:cxnSp>
          <p:cxnSp>
            <p:nvCxnSpPr>
              <p:cNvPr id="178" name="Google Shape;178;p15"/>
              <p:cNvCxnSpPr>
                <a:stCxn id="164" idx="7"/>
                <a:endCxn id="166" idx="2"/>
              </p:cNvCxnSpPr>
              <p:nvPr/>
            </p:nvCxnSpPr>
            <p:spPr>
              <a:xfrm flipH="1" rot="10800000">
                <a:off x="421815" y="329053"/>
                <a:ext cx="1103700" cy="942600"/>
              </a:xfrm>
              <a:prstGeom prst="straightConnector1">
                <a:avLst/>
              </a:prstGeom>
              <a:noFill/>
              <a:ln cap="flat" cmpd="sng" w="19050">
                <a:solidFill>
                  <a:schemeClr val="dk2"/>
                </a:solidFill>
                <a:prstDash val="solid"/>
                <a:round/>
                <a:headEnd len="med" w="med" type="none"/>
                <a:tailEnd len="med" w="med" type="none"/>
              </a:ln>
            </p:spPr>
          </p:cxnSp>
          <p:cxnSp>
            <p:nvCxnSpPr>
              <p:cNvPr id="179" name="Google Shape;179;p15"/>
              <p:cNvCxnSpPr>
                <a:stCxn id="166" idx="6"/>
                <a:endCxn id="165" idx="1"/>
              </p:cNvCxnSpPr>
              <p:nvPr/>
            </p:nvCxnSpPr>
            <p:spPr>
              <a:xfrm>
                <a:off x="1625438" y="329196"/>
                <a:ext cx="336600" cy="225900"/>
              </a:xfrm>
              <a:prstGeom prst="straightConnector1">
                <a:avLst/>
              </a:prstGeom>
              <a:noFill/>
              <a:ln cap="flat" cmpd="sng" w="19050">
                <a:solidFill>
                  <a:schemeClr val="dk2"/>
                </a:solidFill>
                <a:prstDash val="solid"/>
                <a:round/>
                <a:headEnd len="med" w="med" type="none"/>
                <a:tailEnd len="med" w="med" type="none"/>
              </a:ln>
            </p:spPr>
          </p:cxnSp>
          <p:cxnSp>
            <p:nvCxnSpPr>
              <p:cNvPr id="180" name="Google Shape;180;p15"/>
              <p:cNvCxnSpPr>
                <a:stCxn id="167" idx="0"/>
                <a:endCxn id="171" idx="4"/>
              </p:cNvCxnSpPr>
              <p:nvPr/>
            </p:nvCxnSpPr>
            <p:spPr>
              <a:xfrm rot="10800000">
                <a:off x="539463" y="2731746"/>
                <a:ext cx="207900" cy="1040100"/>
              </a:xfrm>
              <a:prstGeom prst="straightConnector1">
                <a:avLst/>
              </a:prstGeom>
              <a:noFill/>
              <a:ln cap="flat" cmpd="sng" w="19050">
                <a:solidFill>
                  <a:schemeClr val="dk2"/>
                </a:solidFill>
                <a:prstDash val="solid"/>
                <a:round/>
                <a:headEnd len="med" w="med" type="none"/>
                <a:tailEnd len="med" w="med" type="none"/>
              </a:ln>
            </p:spPr>
          </p:cxnSp>
          <p:cxnSp>
            <p:nvCxnSpPr>
              <p:cNvPr id="181" name="Google Shape;181;p15"/>
              <p:cNvCxnSpPr>
                <a:stCxn id="161" idx="5"/>
                <a:endCxn id="167" idx="1"/>
              </p:cNvCxnSpPr>
              <p:nvPr/>
            </p:nvCxnSpPr>
            <p:spPr>
              <a:xfrm>
                <a:off x="387490" y="3386375"/>
                <a:ext cx="324600" cy="400200"/>
              </a:xfrm>
              <a:prstGeom prst="straightConnector1">
                <a:avLst/>
              </a:prstGeom>
              <a:noFill/>
              <a:ln cap="flat" cmpd="sng" w="19050">
                <a:solidFill>
                  <a:schemeClr val="dk2"/>
                </a:solidFill>
                <a:prstDash val="solid"/>
                <a:round/>
                <a:headEnd len="med" w="med" type="none"/>
                <a:tailEnd len="med" w="med" type="none"/>
              </a:ln>
            </p:spPr>
          </p:cxnSp>
          <p:cxnSp>
            <p:nvCxnSpPr>
              <p:cNvPr id="182" name="Google Shape;182;p15"/>
              <p:cNvCxnSpPr>
                <a:stCxn id="167" idx="4"/>
                <a:endCxn id="173" idx="0"/>
              </p:cNvCxnSpPr>
              <p:nvPr/>
            </p:nvCxnSpPr>
            <p:spPr>
              <a:xfrm flipH="1">
                <a:off x="231663" y="3872046"/>
                <a:ext cx="515700" cy="857700"/>
              </a:xfrm>
              <a:prstGeom prst="straightConnector1">
                <a:avLst/>
              </a:prstGeom>
              <a:noFill/>
              <a:ln cap="flat" cmpd="sng" w="19050">
                <a:solidFill>
                  <a:schemeClr val="dk2"/>
                </a:solidFill>
                <a:prstDash val="solid"/>
                <a:round/>
                <a:headEnd len="med" w="med" type="none"/>
                <a:tailEnd len="med" w="med" type="none"/>
              </a:ln>
            </p:spPr>
          </p:cxnSp>
          <p:cxnSp>
            <p:nvCxnSpPr>
              <p:cNvPr id="183" name="Google Shape;183;p15"/>
              <p:cNvCxnSpPr>
                <a:stCxn id="173" idx="7"/>
                <a:endCxn id="172" idx="2"/>
              </p:cNvCxnSpPr>
              <p:nvPr/>
            </p:nvCxnSpPr>
            <p:spPr>
              <a:xfrm flipH="1" rot="10800000">
                <a:off x="267083" y="4394220"/>
                <a:ext cx="910800" cy="350100"/>
              </a:xfrm>
              <a:prstGeom prst="straightConnector1">
                <a:avLst/>
              </a:prstGeom>
              <a:noFill/>
              <a:ln cap="flat" cmpd="sng" w="19050">
                <a:solidFill>
                  <a:schemeClr val="dk2"/>
                </a:solidFill>
                <a:prstDash val="solid"/>
                <a:round/>
                <a:headEnd len="med" w="med" type="none"/>
                <a:tailEnd len="med" w="med" type="none"/>
              </a:ln>
            </p:spPr>
          </p:cxnSp>
          <p:cxnSp>
            <p:nvCxnSpPr>
              <p:cNvPr id="184" name="Google Shape;184;p15"/>
              <p:cNvCxnSpPr>
                <a:stCxn id="172" idx="5"/>
                <a:endCxn id="170" idx="2"/>
              </p:cNvCxnSpPr>
              <p:nvPr/>
            </p:nvCxnSpPr>
            <p:spPr>
              <a:xfrm>
                <a:off x="1263108" y="4429722"/>
                <a:ext cx="238200" cy="345000"/>
              </a:xfrm>
              <a:prstGeom prst="straightConnector1">
                <a:avLst/>
              </a:prstGeom>
              <a:noFill/>
              <a:ln cap="flat" cmpd="sng" w="19050">
                <a:solidFill>
                  <a:schemeClr val="dk2"/>
                </a:solidFill>
                <a:prstDash val="solid"/>
                <a:round/>
                <a:headEnd len="med" w="med" type="none"/>
                <a:tailEnd len="med" w="med" type="none"/>
              </a:ln>
            </p:spPr>
          </p:cxnSp>
          <p:cxnSp>
            <p:nvCxnSpPr>
              <p:cNvPr id="185" name="Google Shape;185;p15"/>
              <p:cNvCxnSpPr>
                <a:stCxn id="170" idx="5"/>
                <a:endCxn id="174" idx="2"/>
              </p:cNvCxnSpPr>
              <p:nvPr/>
            </p:nvCxnSpPr>
            <p:spPr>
              <a:xfrm>
                <a:off x="1586508" y="4810147"/>
                <a:ext cx="511800" cy="99900"/>
              </a:xfrm>
              <a:prstGeom prst="straightConnector1">
                <a:avLst/>
              </a:prstGeom>
              <a:noFill/>
              <a:ln cap="flat" cmpd="sng" w="19050">
                <a:solidFill>
                  <a:schemeClr val="dk2"/>
                </a:solidFill>
                <a:prstDash val="solid"/>
                <a:round/>
                <a:headEnd len="med" w="med" type="none"/>
                <a:tailEnd len="med" w="med" type="none"/>
              </a:ln>
            </p:spPr>
          </p:cxnSp>
          <p:cxnSp>
            <p:nvCxnSpPr>
              <p:cNvPr id="186" name="Google Shape;186;p15"/>
              <p:cNvCxnSpPr>
                <a:stCxn id="165" idx="6"/>
                <a:endCxn id="163" idx="2"/>
              </p:cNvCxnSpPr>
              <p:nvPr/>
            </p:nvCxnSpPr>
            <p:spPr>
              <a:xfrm flipH="1" rot="10800000">
                <a:off x="2098187" y="429404"/>
                <a:ext cx="620400" cy="182400"/>
              </a:xfrm>
              <a:prstGeom prst="straightConnector1">
                <a:avLst/>
              </a:prstGeom>
              <a:noFill/>
              <a:ln cap="flat" cmpd="sng" w="19050">
                <a:solidFill>
                  <a:schemeClr val="dk2"/>
                </a:solidFill>
                <a:prstDash val="solid"/>
                <a:round/>
                <a:headEnd len="med" w="med" type="none"/>
                <a:tailEnd len="med" w="med" type="none"/>
              </a:ln>
            </p:spPr>
          </p:cxnSp>
          <p:cxnSp>
            <p:nvCxnSpPr>
              <p:cNvPr id="187" name="Google Shape;187;p15"/>
              <p:cNvCxnSpPr>
                <a:stCxn id="169" idx="7"/>
                <a:endCxn id="163" idx="3"/>
              </p:cNvCxnSpPr>
              <p:nvPr/>
            </p:nvCxnSpPr>
            <p:spPr>
              <a:xfrm flipH="1" rot="10800000">
                <a:off x="2428608" y="464770"/>
                <a:ext cx="304800" cy="241800"/>
              </a:xfrm>
              <a:prstGeom prst="straightConnector1">
                <a:avLst/>
              </a:prstGeom>
              <a:noFill/>
              <a:ln cap="flat" cmpd="sng" w="19050">
                <a:solidFill>
                  <a:schemeClr val="dk2"/>
                </a:solidFill>
                <a:prstDash val="solid"/>
                <a:round/>
                <a:headEnd len="med" w="med" type="none"/>
                <a:tailEnd len="med" w="med" type="none"/>
              </a:ln>
            </p:spPr>
          </p:cxnSp>
          <p:cxnSp>
            <p:nvCxnSpPr>
              <p:cNvPr id="188" name="Google Shape;188;p15"/>
              <p:cNvCxnSpPr>
                <a:stCxn id="163" idx="6"/>
                <a:endCxn id="168" idx="2"/>
              </p:cNvCxnSpPr>
              <p:nvPr/>
            </p:nvCxnSpPr>
            <p:spPr>
              <a:xfrm>
                <a:off x="2818613" y="429396"/>
                <a:ext cx="466800" cy="110100"/>
              </a:xfrm>
              <a:prstGeom prst="straightConnector1">
                <a:avLst/>
              </a:prstGeom>
              <a:noFill/>
              <a:ln cap="flat" cmpd="sng" w="19050">
                <a:solidFill>
                  <a:schemeClr val="dk2"/>
                </a:solidFill>
                <a:prstDash val="solid"/>
                <a:round/>
                <a:headEnd len="med" w="med" type="none"/>
                <a:tailEnd len="med" w="med" type="none"/>
              </a:ln>
            </p:spPr>
          </p:cxnSp>
          <p:cxnSp>
            <p:nvCxnSpPr>
              <p:cNvPr id="189" name="Google Shape;189;p15"/>
              <p:cNvCxnSpPr>
                <a:stCxn id="170" idx="7"/>
                <a:endCxn id="175" idx="2"/>
              </p:cNvCxnSpPr>
              <p:nvPr/>
            </p:nvCxnSpPr>
            <p:spPr>
              <a:xfrm flipH="1" rot="10800000">
                <a:off x="1586508" y="4444395"/>
                <a:ext cx="1277400" cy="294900"/>
              </a:xfrm>
              <a:prstGeom prst="straightConnector1">
                <a:avLst/>
              </a:prstGeom>
              <a:noFill/>
              <a:ln cap="flat" cmpd="sng" w="19050">
                <a:solidFill>
                  <a:schemeClr val="dk2"/>
                </a:solidFill>
                <a:prstDash val="solid"/>
                <a:round/>
                <a:headEnd len="med" w="med" type="none"/>
                <a:tailEnd len="med" w="med" type="none"/>
              </a:ln>
            </p:spPr>
          </p:cxnSp>
          <p:sp>
            <p:nvSpPr>
              <p:cNvPr id="190" name="Google Shape;190;p15"/>
              <p:cNvSpPr/>
              <p:nvPr/>
            </p:nvSpPr>
            <p:spPr>
              <a:xfrm>
                <a:off x="813510" y="2823970"/>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1" name="Google Shape;191;p15"/>
              <p:cNvCxnSpPr>
                <a:stCxn id="171" idx="5"/>
                <a:endCxn id="190" idx="1"/>
              </p:cNvCxnSpPr>
              <p:nvPr/>
            </p:nvCxnSpPr>
            <p:spPr>
              <a:xfrm>
                <a:off x="595814" y="2708418"/>
                <a:ext cx="235800" cy="133800"/>
              </a:xfrm>
              <a:prstGeom prst="straightConnector1">
                <a:avLst/>
              </a:prstGeom>
              <a:noFill/>
              <a:ln cap="flat" cmpd="sng" w="19050">
                <a:solidFill>
                  <a:schemeClr val="dk2"/>
                </a:solidFill>
                <a:prstDash val="solid"/>
                <a:round/>
                <a:headEnd len="med" w="med" type="none"/>
                <a:tailEnd len="med" w="med" type="none"/>
              </a:ln>
            </p:spPr>
          </p:cxnSp>
        </p:grpSp>
        <p:grpSp>
          <p:nvGrpSpPr>
            <p:cNvPr id="192" name="Google Shape;192;p15"/>
            <p:cNvGrpSpPr/>
            <p:nvPr/>
          </p:nvGrpSpPr>
          <p:grpSpPr>
            <a:xfrm rot="1863367">
              <a:off x="204459" y="4166098"/>
              <a:ext cx="1017520" cy="509024"/>
              <a:chOff x="6086682" y="1657156"/>
              <a:chExt cx="1017475" cy="509002"/>
            </a:xfrm>
          </p:grpSpPr>
          <p:sp>
            <p:nvSpPr>
              <p:cNvPr id="193" name="Google Shape;193;p15"/>
              <p:cNvSpPr/>
              <p:nvPr/>
            </p:nvSpPr>
            <p:spPr>
              <a:xfrm>
                <a:off x="7038826" y="1923197"/>
                <a:ext cx="64048" cy="53988"/>
              </a:xfrm>
              <a:custGeom>
                <a:rect b="b" l="l" r="r" t="t"/>
                <a:pathLst>
                  <a:path extrusionOk="0" h="2678" w="3177">
                    <a:moveTo>
                      <a:pt x="3103" y="1"/>
                    </a:moveTo>
                    <a:lnTo>
                      <a:pt x="0" y="1337"/>
                    </a:lnTo>
                    <a:lnTo>
                      <a:pt x="3103" y="2678"/>
                    </a:lnTo>
                    <a:cubicBezTo>
                      <a:pt x="3177" y="1199"/>
                      <a:pt x="3103" y="1"/>
                      <a:pt x="3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4" name="Google Shape;194;p15"/>
              <p:cNvGrpSpPr/>
              <p:nvPr/>
            </p:nvGrpSpPr>
            <p:grpSpPr>
              <a:xfrm>
                <a:off x="6086682" y="1657156"/>
                <a:ext cx="1017475" cy="509002"/>
                <a:chOff x="6086682" y="1657156"/>
                <a:chExt cx="1017475" cy="509002"/>
              </a:xfrm>
            </p:grpSpPr>
            <p:sp>
              <p:nvSpPr>
                <p:cNvPr id="195" name="Google Shape;195;p15"/>
                <p:cNvSpPr/>
                <p:nvPr/>
              </p:nvSpPr>
              <p:spPr>
                <a:xfrm>
                  <a:off x="6088234" y="1818139"/>
                  <a:ext cx="53323" cy="59311"/>
                </a:xfrm>
                <a:custGeom>
                  <a:rect b="b" l="l" r="r" t="t"/>
                  <a:pathLst>
                    <a:path extrusionOk="0" h="2942" w="2645">
                      <a:moveTo>
                        <a:pt x="49" y="1"/>
                      </a:moveTo>
                      <a:cubicBezTo>
                        <a:pt x="1" y="979"/>
                        <a:pt x="1" y="1958"/>
                        <a:pt x="49" y="2941"/>
                      </a:cubicBezTo>
                      <a:lnTo>
                        <a:pt x="2645" y="1861"/>
                      </a:lnTo>
                      <a:lnTo>
                        <a:pt x="4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5"/>
                <p:cNvSpPr/>
                <p:nvPr/>
              </p:nvSpPr>
              <p:spPr>
                <a:xfrm>
                  <a:off x="6086682" y="1708989"/>
                  <a:ext cx="1017475" cy="457168"/>
                </a:xfrm>
                <a:custGeom>
                  <a:rect b="b" l="l" r="r" t="t"/>
                  <a:pathLst>
                    <a:path extrusionOk="0" h="22677" w="50470">
                      <a:moveTo>
                        <a:pt x="18072" y="0"/>
                      </a:moveTo>
                      <a:cubicBezTo>
                        <a:pt x="17710" y="0"/>
                        <a:pt x="17347" y="57"/>
                        <a:pt x="16999" y="171"/>
                      </a:cubicBezTo>
                      <a:cubicBezTo>
                        <a:pt x="9408" y="2669"/>
                        <a:pt x="2978" y="6056"/>
                        <a:pt x="488" y="7445"/>
                      </a:cubicBezTo>
                      <a:cubicBezTo>
                        <a:pt x="0" y="7718"/>
                        <a:pt x="8" y="8416"/>
                        <a:pt x="500" y="8680"/>
                      </a:cubicBezTo>
                      <a:cubicBezTo>
                        <a:pt x="12576" y="15127"/>
                        <a:pt x="26598" y="20748"/>
                        <a:pt x="30924" y="22438"/>
                      </a:cubicBezTo>
                      <a:cubicBezTo>
                        <a:pt x="31332" y="22597"/>
                        <a:pt x="31761" y="22676"/>
                        <a:pt x="32191" y="22676"/>
                      </a:cubicBezTo>
                      <a:cubicBezTo>
                        <a:pt x="32672" y="22676"/>
                        <a:pt x="33152" y="22577"/>
                        <a:pt x="33600" y="22377"/>
                      </a:cubicBezTo>
                      <a:cubicBezTo>
                        <a:pt x="40136" y="19501"/>
                        <a:pt x="47301" y="15427"/>
                        <a:pt x="49990" y="13867"/>
                      </a:cubicBezTo>
                      <a:cubicBezTo>
                        <a:pt x="50470" y="13587"/>
                        <a:pt x="50453" y="12884"/>
                        <a:pt x="49958" y="12633"/>
                      </a:cubicBezTo>
                      <a:cubicBezTo>
                        <a:pt x="40579" y="7848"/>
                        <a:pt x="23689" y="1779"/>
                        <a:pt x="19225" y="199"/>
                      </a:cubicBezTo>
                      <a:cubicBezTo>
                        <a:pt x="18853" y="66"/>
                        <a:pt x="18462" y="0"/>
                        <a:pt x="18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5"/>
                <p:cNvSpPr/>
                <p:nvPr/>
              </p:nvSpPr>
              <p:spPr>
                <a:xfrm>
                  <a:off x="6086682" y="1657156"/>
                  <a:ext cx="1017475" cy="457168"/>
                </a:xfrm>
                <a:custGeom>
                  <a:rect b="b" l="l" r="r" t="t"/>
                  <a:pathLst>
                    <a:path extrusionOk="0" h="22677" w="50470">
                      <a:moveTo>
                        <a:pt x="18072" y="0"/>
                      </a:moveTo>
                      <a:cubicBezTo>
                        <a:pt x="17710" y="0"/>
                        <a:pt x="17347" y="57"/>
                        <a:pt x="16999" y="170"/>
                      </a:cubicBezTo>
                      <a:cubicBezTo>
                        <a:pt x="9408" y="2668"/>
                        <a:pt x="2978" y="6056"/>
                        <a:pt x="488" y="7445"/>
                      </a:cubicBezTo>
                      <a:cubicBezTo>
                        <a:pt x="0" y="7717"/>
                        <a:pt x="8" y="8416"/>
                        <a:pt x="500" y="8680"/>
                      </a:cubicBezTo>
                      <a:cubicBezTo>
                        <a:pt x="12576" y="15126"/>
                        <a:pt x="26598" y="20752"/>
                        <a:pt x="30924" y="22438"/>
                      </a:cubicBezTo>
                      <a:cubicBezTo>
                        <a:pt x="31332" y="22597"/>
                        <a:pt x="31761" y="22676"/>
                        <a:pt x="32191" y="22676"/>
                      </a:cubicBezTo>
                      <a:cubicBezTo>
                        <a:pt x="32672" y="22676"/>
                        <a:pt x="33152" y="22576"/>
                        <a:pt x="33600" y="22377"/>
                      </a:cubicBezTo>
                      <a:cubicBezTo>
                        <a:pt x="40136" y="19501"/>
                        <a:pt x="47301" y="15427"/>
                        <a:pt x="49990" y="13867"/>
                      </a:cubicBezTo>
                      <a:cubicBezTo>
                        <a:pt x="50470" y="13587"/>
                        <a:pt x="50453" y="12884"/>
                        <a:pt x="49958" y="12632"/>
                      </a:cubicBezTo>
                      <a:cubicBezTo>
                        <a:pt x="40579" y="7847"/>
                        <a:pt x="23689" y="1779"/>
                        <a:pt x="19225" y="199"/>
                      </a:cubicBezTo>
                      <a:cubicBezTo>
                        <a:pt x="18853" y="66"/>
                        <a:pt x="18462" y="0"/>
                        <a:pt x="18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5"/>
                <p:cNvSpPr/>
                <p:nvPr/>
              </p:nvSpPr>
              <p:spPr>
                <a:xfrm>
                  <a:off x="6139583" y="1675502"/>
                  <a:ext cx="862707" cy="374049"/>
                </a:xfrm>
                <a:custGeom>
                  <a:rect b="b" l="l" r="r" t="t"/>
                  <a:pathLst>
                    <a:path extrusionOk="0" h="18554" w="42793">
                      <a:moveTo>
                        <a:pt x="15310" y="1"/>
                      </a:moveTo>
                      <a:cubicBezTo>
                        <a:pt x="15007" y="1"/>
                        <a:pt x="14703" y="47"/>
                        <a:pt x="14408" y="138"/>
                      </a:cubicBezTo>
                      <a:cubicBezTo>
                        <a:pt x="7974" y="2181"/>
                        <a:pt x="2523" y="4955"/>
                        <a:pt x="407" y="6088"/>
                      </a:cubicBezTo>
                      <a:cubicBezTo>
                        <a:pt x="0" y="6308"/>
                        <a:pt x="8" y="6893"/>
                        <a:pt x="419" y="7104"/>
                      </a:cubicBezTo>
                      <a:cubicBezTo>
                        <a:pt x="630" y="7214"/>
                        <a:pt x="837" y="7319"/>
                        <a:pt x="1052" y="7425"/>
                      </a:cubicBezTo>
                      <a:cubicBezTo>
                        <a:pt x="2332" y="8079"/>
                        <a:pt x="3636" y="8725"/>
                        <a:pt x="4944" y="9346"/>
                      </a:cubicBezTo>
                      <a:cubicBezTo>
                        <a:pt x="6272" y="9984"/>
                        <a:pt x="7604" y="10601"/>
                        <a:pt x="8920" y="11198"/>
                      </a:cubicBezTo>
                      <a:cubicBezTo>
                        <a:pt x="11422" y="12332"/>
                        <a:pt x="13868" y="13392"/>
                        <a:pt x="16118" y="14326"/>
                      </a:cubicBezTo>
                      <a:cubicBezTo>
                        <a:pt x="17044" y="14720"/>
                        <a:pt x="17938" y="15090"/>
                        <a:pt x="18787" y="15435"/>
                      </a:cubicBezTo>
                      <a:cubicBezTo>
                        <a:pt x="22117" y="16796"/>
                        <a:pt x="24790" y="17823"/>
                        <a:pt x="26212" y="18364"/>
                      </a:cubicBezTo>
                      <a:cubicBezTo>
                        <a:pt x="26555" y="18491"/>
                        <a:pt x="26915" y="18554"/>
                        <a:pt x="27275" y="18554"/>
                      </a:cubicBezTo>
                      <a:cubicBezTo>
                        <a:pt x="27686" y="18554"/>
                        <a:pt x="28097" y="18471"/>
                        <a:pt x="28482" y="18307"/>
                      </a:cubicBezTo>
                      <a:cubicBezTo>
                        <a:pt x="30538" y="17437"/>
                        <a:pt x="32678" y="16426"/>
                        <a:pt x="34661" y="15435"/>
                      </a:cubicBezTo>
                      <a:cubicBezTo>
                        <a:pt x="35412" y="15061"/>
                        <a:pt x="36143" y="14692"/>
                        <a:pt x="36842" y="14330"/>
                      </a:cubicBezTo>
                      <a:cubicBezTo>
                        <a:pt x="39259" y="13079"/>
                        <a:pt x="41269" y="11970"/>
                        <a:pt x="42382" y="11349"/>
                      </a:cubicBezTo>
                      <a:cubicBezTo>
                        <a:pt x="42793" y="11125"/>
                        <a:pt x="42776" y="10528"/>
                        <a:pt x="42354" y="10329"/>
                      </a:cubicBezTo>
                      <a:cubicBezTo>
                        <a:pt x="42175" y="10240"/>
                        <a:pt x="41996" y="10154"/>
                        <a:pt x="41814" y="10065"/>
                      </a:cubicBezTo>
                      <a:cubicBezTo>
                        <a:pt x="40550" y="9460"/>
                        <a:pt x="39141" y="8826"/>
                        <a:pt x="37654" y="8193"/>
                      </a:cubicBezTo>
                      <a:cubicBezTo>
                        <a:pt x="35741" y="7368"/>
                        <a:pt x="33698" y="6543"/>
                        <a:pt x="31647" y="5743"/>
                      </a:cubicBezTo>
                      <a:lnTo>
                        <a:pt x="31639" y="5743"/>
                      </a:lnTo>
                      <a:cubicBezTo>
                        <a:pt x="30022" y="5114"/>
                        <a:pt x="28393" y="4500"/>
                        <a:pt x="26837" y="3915"/>
                      </a:cubicBezTo>
                      <a:lnTo>
                        <a:pt x="26829" y="3915"/>
                      </a:lnTo>
                      <a:cubicBezTo>
                        <a:pt x="22162" y="2189"/>
                        <a:pt x="18076" y="771"/>
                        <a:pt x="16293" y="166"/>
                      </a:cubicBezTo>
                      <a:cubicBezTo>
                        <a:pt x="15974" y="56"/>
                        <a:pt x="15642" y="1"/>
                        <a:pt x="153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5"/>
                <p:cNvSpPr/>
                <p:nvPr/>
              </p:nvSpPr>
              <p:spPr>
                <a:xfrm>
                  <a:off x="6141781" y="1754592"/>
                  <a:ext cx="635806" cy="70600"/>
                </a:xfrm>
                <a:custGeom>
                  <a:rect b="b" l="l" r="r" t="t"/>
                  <a:pathLst>
                    <a:path extrusionOk="0" h="3502" w="31538">
                      <a:moveTo>
                        <a:pt x="26724" y="0"/>
                      </a:moveTo>
                      <a:cubicBezTo>
                        <a:pt x="19828" y="564"/>
                        <a:pt x="4290" y="1801"/>
                        <a:pt x="1556" y="1801"/>
                      </a:cubicBezTo>
                      <a:cubicBezTo>
                        <a:pt x="1334" y="1801"/>
                        <a:pt x="1196" y="1793"/>
                        <a:pt x="1155" y="1776"/>
                      </a:cubicBezTo>
                      <a:lnTo>
                        <a:pt x="1" y="2641"/>
                      </a:lnTo>
                      <a:lnTo>
                        <a:pt x="943" y="3502"/>
                      </a:lnTo>
                      <a:lnTo>
                        <a:pt x="31534" y="1828"/>
                      </a:lnTo>
                      <a:lnTo>
                        <a:pt x="31538" y="1828"/>
                      </a:lnTo>
                      <a:lnTo>
                        <a:pt x="26728" y="0"/>
                      </a:ln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5"/>
                <p:cNvSpPr/>
                <p:nvPr/>
              </p:nvSpPr>
              <p:spPr>
                <a:xfrm>
                  <a:off x="6239237" y="1840820"/>
                  <a:ext cx="743319" cy="60540"/>
                </a:xfrm>
                <a:custGeom>
                  <a:rect b="b" l="l" r="r" t="t"/>
                  <a:pathLst>
                    <a:path extrusionOk="0" h="3003" w="36871">
                      <a:moveTo>
                        <a:pt x="32711" y="1"/>
                      </a:moveTo>
                      <a:lnTo>
                        <a:pt x="1" y="1150"/>
                      </a:lnTo>
                      <a:cubicBezTo>
                        <a:pt x="1329" y="1792"/>
                        <a:pt x="2661" y="2409"/>
                        <a:pt x="3981" y="3002"/>
                      </a:cubicBezTo>
                      <a:lnTo>
                        <a:pt x="36871" y="1873"/>
                      </a:lnTo>
                      <a:lnTo>
                        <a:pt x="32711" y="1"/>
                      </a:ln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5"/>
                <p:cNvSpPr/>
                <p:nvPr/>
              </p:nvSpPr>
              <p:spPr>
                <a:xfrm>
                  <a:off x="6464512" y="1964405"/>
                  <a:ext cx="417816" cy="22357"/>
                </a:xfrm>
                <a:custGeom>
                  <a:rect b="b" l="l" r="r" t="t"/>
                  <a:pathLst>
                    <a:path extrusionOk="0" h="1109" w="20725">
                      <a:moveTo>
                        <a:pt x="1" y="0"/>
                      </a:moveTo>
                      <a:lnTo>
                        <a:pt x="2670" y="1109"/>
                      </a:lnTo>
                      <a:lnTo>
                        <a:pt x="18544" y="1109"/>
                      </a:lnTo>
                      <a:lnTo>
                        <a:pt x="19100" y="825"/>
                      </a:lnTo>
                      <a:lnTo>
                        <a:pt x="20725" y="0"/>
                      </a:ln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5"/>
                <p:cNvSpPr/>
                <p:nvPr/>
              </p:nvSpPr>
              <p:spPr>
                <a:xfrm>
                  <a:off x="6883307" y="1982913"/>
                  <a:ext cx="40723" cy="27861"/>
                </a:xfrm>
                <a:custGeom>
                  <a:rect b="b" l="l" r="r" t="t"/>
                  <a:pathLst>
                    <a:path extrusionOk="0" h="1382" w="2020">
                      <a:moveTo>
                        <a:pt x="1012" y="0"/>
                      </a:moveTo>
                      <a:cubicBezTo>
                        <a:pt x="451" y="0"/>
                        <a:pt x="1" y="309"/>
                        <a:pt x="1" y="691"/>
                      </a:cubicBezTo>
                      <a:cubicBezTo>
                        <a:pt x="1" y="1072"/>
                        <a:pt x="451" y="1381"/>
                        <a:pt x="1012" y="1381"/>
                      </a:cubicBezTo>
                      <a:cubicBezTo>
                        <a:pt x="1569" y="1381"/>
                        <a:pt x="2019" y="1072"/>
                        <a:pt x="2019" y="691"/>
                      </a:cubicBezTo>
                      <a:cubicBezTo>
                        <a:pt x="2019" y="309"/>
                        <a:pt x="1569" y="0"/>
                        <a:pt x="10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03" name="Google Shape;203;p15"/>
            <p:cNvGrpSpPr/>
            <p:nvPr/>
          </p:nvGrpSpPr>
          <p:grpSpPr>
            <a:xfrm>
              <a:off x="328331" y="205916"/>
              <a:ext cx="1041062" cy="810795"/>
              <a:chOff x="7432381" y="878104"/>
              <a:chExt cx="1041062" cy="810795"/>
            </a:xfrm>
          </p:grpSpPr>
          <p:sp>
            <p:nvSpPr>
              <p:cNvPr id="204" name="Google Shape;204;p15"/>
              <p:cNvSpPr/>
              <p:nvPr/>
            </p:nvSpPr>
            <p:spPr>
              <a:xfrm>
                <a:off x="7432381" y="878104"/>
                <a:ext cx="1041062" cy="810795"/>
              </a:xfrm>
              <a:custGeom>
                <a:rect b="b" l="l" r="r" t="t"/>
                <a:pathLst>
                  <a:path extrusionOk="0" h="40218" w="51640">
                    <a:moveTo>
                      <a:pt x="27239" y="0"/>
                    </a:moveTo>
                    <a:cubicBezTo>
                      <a:pt x="14735" y="0"/>
                      <a:pt x="5611" y="8132"/>
                      <a:pt x="3116" y="15696"/>
                    </a:cubicBezTo>
                    <a:cubicBezTo>
                      <a:pt x="322" y="24157"/>
                      <a:pt x="1" y="34937"/>
                      <a:pt x="5907" y="35969"/>
                    </a:cubicBezTo>
                    <a:cubicBezTo>
                      <a:pt x="6282" y="36037"/>
                      <a:pt x="6661" y="36071"/>
                      <a:pt x="7040" y="36071"/>
                    </a:cubicBezTo>
                    <a:cubicBezTo>
                      <a:pt x="7116" y="36071"/>
                      <a:pt x="7192" y="36069"/>
                      <a:pt x="7267" y="36067"/>
                    </a:cubicBezTo>
                    <a:cubicBezTo>
                      <a:pt x="9701" y="35953"/>
                      <a:pt x="11313" y="34271"/>
                      <a:pt x="12483" y="32252"/>
                    </a:cubicBezTo>
                    <a:cubicBezTo>
                      <a:pt x="13685" y="30181"/>
                      <a:pt x="14421" y="27764"/>
                      <a:pt x="15087" y="26314"/>
                    </a:cubicBezTo>
                    <a:cubicBezTo>
                      <a:pt x="15148" y="26180"/>
                      <a:pt x="15213" y="26054"/>
                      <a:pt x="15286" y="25928"/>
                    </a:cubicBezTo>
                    <a:cubicBezTo>
                      <a:pt x="15294" y="25912"/>
                      <a:pt x="15302" y="25900"/>
                      <a:pt x="15310" y="25883"/>
                    </a:cubicBezTo>
                    <a:cubicBezTo>
                      <a:pt x="15367" y="25774"/>
                      <a:pt x="15436" y="25668"/>
                      <a:pt x="15509" y="25571"/>
                    </a:cubicBezTo>
                    <a:cubicBezTo>
                      <a:pt x="15655" y="25343"/>
                      <a:pt x="15822" y="25132"/>
                      <a:pt x="16009" y="24937"/>
                    </a:cubicBezTo>
                    <a:lnTo>
                      <a:pt x="16025" y="24921"/>
                    </a:lnTo>
                    <a:cubicBezTo>
                      <a:pt x="16066" y="24876"/>
                      <a:pt x="16106" y="24831"/>
                      <a:pt x="16151" y="24791"/>
                    </a:cubicBezTo>
                    <a:cubicBezTo>
                      <a:pt x="16220" y="24726"/>
                      <a:pt x="16277" y="24665"/>
                      <a:pt x="16350" y="24604"/>
                    </a:cubicBezTo>
                    <a:cubicBezTo>
                      <a:pt x="16362" y="24596"/>
                      <a:pt x="16378" y="24584"/>
                      <a:pt x="16395" y="24567"/>
                    </a:cubicBezTo>
                    <a:cubicBezTo>
                      <a:pt x="16610" y="24389"/>
                      <a:pt x="16837" y="24226"/>
                      <a:pt x="17077" y="24088"/>
                    </a:cubicBezTo>
                    <a:cubicBezTo>
                      <a:pt x="17203" y="24011"/>
                      <a:pt x="17329" y="23942"/>
                      <a:pt x="17463" y="23885"/>
                    </a:cubicBezTo>
                    <a:cubicBezTo>
                      <a:pt x="17573" y="23832"/>
                      <a:pt x="17678" y="23783"/>
                      <a:pt x="17804" y="23731"/>
                    </a:cubicBezTo>
                    <a:cubicBezTo>
                      <a:pt x="17930" y="23682"/>
                      <a:pt x="18064" y="23633"/>
                      <a:pt x="18202" y="23588"/>
                    </a:cubicBezTo>
                    <a:cubicBezTo>
                      <a:pt x="18292" y="23556"/>
                      <a:pt x="18385" y="23527"/>
                      <a:pt x="18478" y="23499"/>
                    </a:cubicBezTo>
                    <a:lnTo>
                      <a:pt x="18608" y="23466"/>
                    </a:lnTo>
                    <a:cubicBezTo>
                      <a:pt x="18698" y="23438"/>
                      <a:pt x="18791" y="23418"/>
                      <a:pt x="18885" y="23397"/>
                    </a:cubicBezTo>
                    <a:lnTo>
                      <a:pt x="18901" y="23397"/>
                    </a:lnTo>
                    <a:cubicBezTo>
                      <a:pt x="19023" y="23369"/>
                      <a:pt x="19140" y="23345"/>
                      <a:pt x="19258" y="23324"/>
                    </a:cubicBezTo>
                    <a:cubicBezTo>
                      <a:pt x="19923" y="23202"/>
                      <a:pt x="20654" y="23146"/>
                      <a:pt x="21449" y="23146"/>
                    </a:cubicBezTo>
                    <a:cubicBezTo>
                      <a:pt x="21660" y="23146"/>
                      <a:pt x="21874" y="23150"/>
                      <a:pt x="22093" y="23158"/>
                    </a:cubicBezTo>
                    <a:cubicBezTo>
                      <a:pt x="22130" y="23158"/>
                      <a:pt x="22167" y="23158"/>
                      <a:pt x="22203" y="23166"/>
                    </a:cubicBezTo>
                    <a:cubicBezTo>
                      <a:pt x="22886" y="23190"/>
                      <a:pt x="23609" y="23255"/>
                      <a:pt x="24380" y="23357"/>
                    </a:cubicBezTo>
                    <a:cubicBezTo>
                      <a:pt x="24734" y="23401"/>
                      <a:pt x="25095" y="23454"/>
                      <a:pt x="25469" y="23515"/>
                    </a:cubicBezTo>
                    <a:cubicBezTo>
                      <a:pt x="25802" y="23572"/>
                      <a:pt x="26119" y="23625"/>
                      <a:pt x="26428" y="23686"/>
                    </a:cubicBezTo>
                    <a:cubicBezTo>
                      <a:pt x="26452" y="23698"/>
                      <a:pt x="26480" y="23702"/>
                      <a:pt x="26505" y="23702"/>
                    </a:cubicBezTo>
                    <a:cubicBezTo>
                      <a:pt x="26805" y="23763"/>
                      <a:pt x="27090" y="23832"/>
                      <a:pt x="27366" y="23901"/>
                    </a:cubicBezTo>
                    <a:cubicBezTo>
                      <a:pt x="27805" y="24011"/>
                      <a:pt x="28219" y="24125"/>
                      <a:pt x="28613" y="24259"/>
                    </a:cubicBezTo>
                    <a:cubicBezTo>
                      <a:pt x="28739" y="24295"/>
                      <a:pt x="28861" y="24340"/>
                      <a:pt x="28978" y="24384"/>
                    </a:cubicBezTo>
                    <a:cubicBezTo>
                      <a:pt x="29405" y="24531"/>
                      <a:pt x="29819" y="24705"/>
                      <a:pt x="30225" y="24904"/>
                    </a:cubicBezTo>
                    <a:cubicBezTo>
                      <a:pt x="30323" y="24945"/>
                      <a:pt x="30420" y="24998"/>
                      <a:pt x="30514" y="25043"/>
                    </a:cubicBezTo>
                    <a:cubicBezTo>
                      <a:pt x="30843" y="25213"/>
                      <a:pt x="31160" y="25404"/>
                      <a:pt x="31464" y="25619"/>
                    </a:cubicBezTo>
                    <a:cubicBezTo>
                      <a:pt x="31537" y="25668"/>
                      <a:pt x="31611" y="25717"/>
                      <a:pt x="31676" y="25770"/>
                    </a:cubicBezTo>
                    <a:cubicBezTo>
                      <a:pt x="31765" y="25835"/>
                      <a:pt x="31842" y="25900"/>
                      <a:pt x="31923" y="25965"/>
                    </a:cubicBezTo>
                    <a:cubicBezTo>
                      <a:pt x="31996" y="26025"/>
                      <a:pt x="32065" y="26086"/>
                      <a:pt x="32130" y="26147"/>
                    </a:cubicBezTo>
                    <a:cubicBezTo>
                      <a:pt x="32281" y="26281"/>
                      <a:pt x="32423" y="26419"/>
                      <a:pt x="32553" y="26574"/>
                    </a:cubicBezTo>
                    <a:cubicBezTo>
                      <a:pt x="32598" y="26619"/>
                      <a:pt x="32638" y="26663"/>
                      <a:pt x="32679" y="26716"/>
                    </a:cubicBezTo>
                    <a:cubicBezTo>
                      <a:pt x="32711" y="26749"/>
                      <a:pt x="32740" y="26785"/>
                      <a:pt x="32764" y="26826"/>
                    </a:cubicBezTo>
                    <a:cubicBezTo>
                      <a:pt x="32817" y="26883"/>
                      <a:pt x="32862" y="26948"/>
                      <a:pt x="32902" y="27013"/>
                    </a:cubicBezTo>
                    <a:cubicBezTo>
                      <a:pt x="33032" y="27195"/>
                      <a:pt x="33150" y="27386"/>
                      <a:pt x="33243" y="27585"/>
                    </a:cubicBezTo>
                    <a:cubicBezTo>
                      <a:pt x="33276" y="27650"/>
                      <a:pt x="33308" y="27711"/>
                      <a:pt x="33333" y="27780"/>
                    </a:cubicBezTo>
                    <a:cubicBezTo>
                      <a:pt x="33353" y="27825"/>
                      <a:pt x="33373" y="27874"/>
                      <a:pt x="33394" y="27926"/>
                    </a:cubicBezTo>
                    <a:cubicBezTo>
                      <a:pt x="33414" y="27983"/>
                      <a:pt x="33430" y="28032"/>
                      <a:pt x="33455" y="28089"/>
                    </a:cubicBezTo>
                    <a:cubicBezTo>
                      <a:pt x="33503" y="28243"/>
                      <a:pt x="33544" y="28406"/>
                      <a:pt x="33576" y="28568"/>
                    </a:cubicBezTo>
                    <a:cubicBezTo>
                      <a:pt x="33593" y="28637"/>
                      <a:pt x="33605" y="28710"/>
                      <a:pt x="33613" y="28784"/>
                    </a:cubicBezTo>
                    <a:cubicBezTo>
                      <a:pt x="33930" y="31103"/>
                      <a:pt x="33373" y="39162"/>
                      <a:pt x="37923" y="40124"/>
                    </a:cubicBezTo>
                    <a:cubicBezTo>
                      <a:pt x="38231" y="40185"/>
                      <a:pt x="38544" y="40218"/>
                      <a:pt x="38861" y="40218"/>
                    </a:cubicBezTo>
                    <a:lnTo>
                      <a:pt x="38865" y="40218"/>
                    </a:lnTo>
                    <a:cubicBezTo>
                      <a:pt x="40656" y="40218"/>
                      <a:pt x="42801" y="39267"/>
                      <a:pt x="44795" y="37517"/>
                    </a:cubicBezTo>
                    <a:cubicBezTo>
                      <a:pt x="44800" y="37509"/>
                      <a:pt x="44808" y="37509"/>
                      <a:pt x="44812" y="37504"/>
                    </a:cubicBezTo>
                    <a:cubicBezTo>
                      <a:pt x="47943" y="34755"/>
                      <a:pt x="50685" y="30051"/>
                      <a:pt x="51100" y="23995"/>
                    </a:cubicBezTo>
                    <a:cubicBezTo>
                      <a:pt x="51640" y="16009"/>
                      <a:pt x="48878" y="7970"/>
                      <a:pt x="41152" y="3494"/>
                    </a:cubicBezTo>
                    <a:cubicBezTo>
                      <a:pt x="39328" y="2442"/>
                      <a:pt x="37224" y="1581"/>
                      <a:pt x="34823" y="972"/>
                    </a:cubicBezTo>
                    <a:cubicBezTo>
                      <a:pt x="34815" y="972"/>
                      <a:pt x="34807" y="968"/>
                      <a:pt x="34799" y="963"/>
                    </a:cubicBezTo>
                    <a:cubicBezTo>
                      <a:pt x="34783" y="963"/>
                      <a:pt x="34763" y="959"/>
                      <a:pt x="34746" y="955"/>
                    </a:cubicBezTo>
                    <a:cubicBezTo>
                      <a:pt x="33824" y="724"/>
                      <a:pt x="32862" y="517"/>
                      <a:pt x="31858" y="366"/>
                    </a:cubicBezTo>
                    <a:cubicBezTo>
                      <a:pt x="31070" y="236"/>
                      <a:pt x="30294" y="151"/>
                      <a:pt x="29527" y="90"/>
                    </a:cubicBezTo>
                    <a:cubicBezTo>
                      <a:pt x="28752" y="30"/>
                      <a:pt x="27989" y="0"/>
                      <a:pt x="2723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5"/>
              <p:cNvSpPr/>
              <p:nvPr/>
            </p:nvSpPr>
            <p:spPr>
              <a:xfrm>
                <a:off x="8122074" y="1104025"/>
                <a:ext cx="257544" cy="252564"/>
              </a:xfrm>
              <a:custGeom>
                <a:rect b="b" l="l" r="r" t="t"/>
                <a:pathLst>
                  <a:path extrusionOk="0" h="12528" w="12775">
                    <a:moveTo>
                      <a:pt x="7430" y="1"/>
                    </a:moveTo>
                    <a:cubicBezTo>
                      <a:pt x="5345" y="1"/>
                      <a:pt x="3125" y="1340"/>
                      <a:pt x="1808" y="3621"/>
                    </a:cubicBezTo>
                    <a:cubicBezTo>
                      <a:pt x="0" y="6757"/>
                      <a:pt x="581" y="10481"/>
                      <a:pt x="3108" y="11940"/>
                    </a:cubicBezTo>
                    <a:cubicBezTo>
                      <a:pt x="3798" y="12339"/>
                      <a:pt x="4561" y="12527"/>
                      <a:pt x="5344" y="12527"/>
                    </a:cubicBezTo>
                    <a:cubicBezTo>
                      <a:pt x="7428" y="12527"/>
                      <a:pt x="9646" y="11186"/>
                      <a:pt x="10963" y="8905"/>
                    </a:cubicBezTo>
                    <a:cubicBezTo>
                      <a:pt x="12775" y="5770"/>
                      <a:pt x="12194" y="2049"/>
                      <a:pt x="9663" y="587"/>
                    </a:cubicBezTo>
                    <a:cubicBezTo>
                      <a:pt x="8974" y="189"/>
                      <a:pt x="8212" y="1"/>
                      <a:pt x="743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5"/>
              <p:cNvSpPr/>
              <p:nvPr/>
            </p:nvSpPr>
            <p:spPr>
              <a:xfrm>
                <a:off x="7588061" y="1015197"/>
                <a:ext cx="257564" cy="252585"/>
              </a:xfrm>
              <a:custGeom>
                <a:rect b="b" l="l" r="r" t="t"/>
                <a:pathLst>
                  <a:path extrusionOk="0" h="12529" w="12776">
                    <a:moveTo>
                      <a:pt x="7435" y="0"/>
                    </a:moveTo>
                    <a:cubicBezTo>
                      <a:pt x="5349" y="0"/>
                      <a:pt x="3130" y="1342"/>
                      <a:pt x="1812" y="3624"/>
                    </a:cubicBezTo>
                    <a:cubicBezTo>
                      <a:pt x="0" y="6759"/>
                      <a:pt x="581" y="10484"/>
                      <a:pt x="3112" y="11942"/>
                    </a:cubicBezTo>
                    <a:cubicBezTo>
                      <a:pt x="3801" y="12340"/>
                      <a:pt x="4564" y="12528"/>
                      <a:pt x="5345" y="12528"/>
                    </a:cubicBezTo>
                    <a:cubicBezTo>
                      <a:pt x="7430" y="12528"/>
                      <a:pt x="9649" y="11189"/>
                      <a:pt x="10964" y="8908"/>
                    </a:cubicBezTo>
                    <a:cubicBezTo>
                      <a:pt x="12775" y="5772"/>
                      <a:pt x="12194" y="2048"/>
                      <a:pt x="9668" y="585"/>
                    </a:cubicBezTo>
                    <a:cubicBezTo>
                      <a:pt x="8978" y="188"/>
                      <a:pt x="8216" y="0"/>
                      <a:pt x="74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5"/>
              <p:cNvSpPr/>
              <p:nvPr/>
            </p:nvSpPr>
            <p:spPr>
              <a:xfrm>
                <a:off x="7815311" y="879918"/>
                <a:ext cx="446705" cy="517709"/>
              </a:xfrm>
              <a:custGeom>
                <a:rect b="b" l="l" r="r" t="t"/>
                <a:pathLst>
                  <a:path extrusionOk="0" h="25680" w="22158">
                    <a:moveTo>
                      <a:pt x="10533" y="0"/>
                    </a:moveTo>
                    <a:cubicBezTo>
                      <a:pt x="10301" y="146"/>
                      <a:pt x="10029" y="333"/>
                      <a:pt x="9720" y="569"/>
                    </a:cubicBezTo>
                    <a:lnTo>
                      <a:pt x="9716" y="569"/>
                    </a:lnTo>
                    <a:cubicBezTo>
                      <a:pt x="8047" y="1852"/>
                      <a:pt x="5325" y="4602"/>
                      <a:pt x="2722" y="10098"/>
                    </a:cubicBezTo>
                    <a:cubicBezTo>
                      <a:pt x="1483" y="12718"/>
                      <a:pt x="776" y="14993"/>
                      <a:pt x="398" y="16890"/>
                    </a:cubicBezTo>
                    <a:cubicBezTo>
                      <a:pt x="276" y="17507"/>
                      <a:pt x="187" y="18092"/>
                      <a:pt x="126" y="18632"/>
                    </a:cubicBezTo>
                    <a:lnTo>
                      <a:pt x="126" y="18636"/>
                    </a:lnTo>
                    <a:cubicBezTo>
                      <a:pt x="53" y="19266"/>
                      <a:pt x="12" y="19895"/>
                      <a:pt x="8" y="20529"/>
                    </a:cubicBezTo>
                    <a:lnTo>
                      <a:pt x="8" y="20558"/>
                    </a:lnTo>
                    <a:cubicBezTo>
                      <a:pt x="0" y="21813"/>
                      <a:pt x="142" y="22710"/>
                      <a:pt x="264" y="23230"/>
                    </a:cubicBezTo>
                    <a:lnTo>
                      <a:pt x="264" y="23234"/>
                    </a:lnTo>
                    <a:cubicBezTo>
                      <a:pt x="929" y="23112"/>
                      <a:pt x="1660" y="23056"/>
                      <a:pt x="2455" y="23056"/>
                    </a:cubicBezTo>
                    <a:cubicBezTo>
                      <a:pt x="2666" y="23056"/>
                      <a:pt x="2880" y="23060"/>
                      <a:pt x="3099" y="23068"/>
                    </a:cubicBezTo>
                    <a:cubicBezTo>
                      <a:pt x="3136" y="23068"/>
                      <a:pt x="3173" y="23072"/>
                      <a:pt x="3209" y="23076"/>
                    </a:cubicBezTo>
                    <a:cubicBezTo>
                      <a:pt x="3892" y="23100"/>
                      <a:pt x="4615" y="23165"/>
                      <a:pt x="5386" y="23267"/>
                    </a:cubicBezTo>
                    <a:cubicBezTo>
                      <a:pt x="5736" y="23311"/>
                      <a:pt x="6101" y="23364"/>
                      <a:pt x="6475" y="23425"/>
                    </a:cubicBezTo>
                    <a:cubicBezTo>
                      <a:pt x="6808" y="23482"/>
                      <a:pt x="7125" y="23535"/>
                      <a:pt x="7434" y="23596"/>
                    </a:cubicBezTo>
                    <a:cubicBezTo>
                      <a:pt x="7458" y="23608"/>
                      <a:pt x="7486" y="23612"/>
                      <a:pt x="7511" y="23612"/>
                    </a:cubicBezTo>
                    <a:cubicBezTo>
                      <a:pt x="7811" y="23673"/>
                      <a:pt x="8096" y="23742"/>
                      <a:pt x="8372" y="23811"/>
                    </a:cubicBezTo>
                    <a:cubicBezTo>
                      <a:pt x="8811" y="23921"/>
                      <a:pt x="9225" y="24035"/>
                      <a:pt x="9615" y="24169"/>
                    </a:cubicBezTo>
                    <a:cubicBezTo>
                      <a:pt x="9745" y="24205"/>
                      <a:pt x="9863" y="24250"/>
                      <a:pt x="9984" y="24294"/>
                    </a:cubicBezTo>
                    <a:cubicBezTo>
                      <a:pt x="10411" y="24445"/>
                      <a:pt x="10825" y="24615"/>
                      <a:pt x="11231" y="24814"/>
                    </a:cubicBezTo>
                    <a:cubicBezTo>
                      <a:pt x="11329" y="24855"/>
                      <a:pt x="11422" y="24908"/>
                      <a:pt x="11516" y="24953"/>
                    </a:cubicBezTo>
                    <a:cubicBezTo>
                      <a:pt x="11849" y="25123"/>
                      <a:pt x="12166" y="25314"/>
                      <a:pt x="12470" y="25529"/>
                    </a:cubicBezTo>
                    <a:cubicBezTo>
                      <a:pt x="12543" y="25578"/>
                      <a:pt x="12612" y="25627"/>
                      <a:pt x="12682" y="25680"/>
                    </a:cubicBezTo>
                    <a:cubicBezTo>
                      <a:pt x="12682" y="24863"/>
                      <a:pt x="12706" y="23645"/>
                      <a:pt x="12840" y="22170"/>
                    </a:cubicBezTo>
                    <a:cubicBezTo>
                      <a:pt x="12844" y="22146"/>
                      <a:pt x="12848" y="22121"/>
                      <a:pt x="12848" y="22097"/>
                    </a:cubicBezTo>
                    <a:cubicBezTo>
                      <a:pt x="13116" y="19197"/>
                      <a:pt x="13790" y="15330"/>
                      <a:pt x="15415" y="11638"/>
                    </a:cubicBezTo>
                    <a:cubicBezTo>
                      <a:pt x="17873" y="6073"/>
                      <a:pt x="20899" y="4046"/>
                      <a:pt x="22158" y="3404"/>
                    </a:cubicBezTo>
                    <a:cubicBezTo>
                      <a:pt x="20334" y="2352"/>
                      <a:pt x="18230" y="1491"/>
                      <a:pt x="15829" y="882"/>
                    </a:cubicBezTo>
                    <a:cubicBezTo>
                      <a:pt x="15821" y="882"/>
                      <a:pt x="15813" y="882"/>
                      <a:pt x="15809" y="878"/>
                    </a:cubicBezTo>
                    <a:cubicBezTo>
                      <a:pt x="15789" y="878"/>
                      <a:pt x="15769" y="873"/>
                      <a:pt x="15752" y="865"/>
                    </a:cubicBezTo>
                    <a:cubicBezTo>
                      <a:pt x="14830" y="634"/>
                      <a:pt x="13868" y="431"/>
                      <a:pt x="12864" y="276"/>
                    </a:cubicBezTo>
                    <a:cubicBezTo>
                      <a:pt x="12076" y="150"/>
                      <a:pt x="11300" y="61"/>
                      <a:pt x="1053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5"/>
              <p:cNvSpPr/>
              <p:nvPr/>
            </p:nvSpPr>
            <p:spPr>
              <a:xfrm>
                <a:off x="7578807" y="1283476"/>
                <a:ext cx="637036" cy="405377"/>
              </a:xfrm>
              <a:custGeom>
                <a:rect b="b" l="l" r="r" t="t"/>
                <a:pathLst>
                  <a:path extrusionOk="0" h="20108" w="31599">
                    <a:moveTo>
                      <a:pt x="16485" y="0"/>
                    </a:moveTo>
                    <a:cubicBezTo>
                      <a:pt x="14668" y="0"/>
                      <a:pt x="13148" y="174"/>
                      <a:pt x="11869" y="480"/>
                    </a:cubicBezTo>
                    <a:lnTo>
                      <a:pt x="11857" y="480"/>
                    </a:lnTo>
                    <a:cubicBezTo>
                      <a:pt x="11821" y="492"/>
                      <a:pt x="11780" y="504"/>
                      <a:pt x="11739" y="508"/>
                    </a:cubicBezTo>
                    <a:cubicBezTo>
                      <a:pt x="5317" y="2129"/>
                      <a:pt x="5159" y="7255"/>
                      <a:pt x="4233" y="11154"/>
                    </a:cubicBezTo>
                    <a:cubicBezTo>
                      <a:pt x="4083" y="11808"/>
                      <a:pt x="3863" y="12442"/>
                      <a:pt x="3579" y="13043"/>
                    </a:cubicBezTo>
                    <a:cubicBezTo>
                      <a:pt x="2214" y="15886"/>
                      <a:pt x="0" y="15955"/>
                      <a:pt x="0" y="15955"/>
                    </a:cubicBezTo>
                    <a:cubicBezTo>
                      <a:pt x="4" y="15955"/>
                      <a:pt x="4" y="15955"/>
                      <a:pt x="4" y="15960"/>
                    </a:cubicBezTo>
                    <a:cubicBezTo>
                      <a:pt x="2438" y="15846"/>
                      <a:pt x="4050" y="14164"/>
                      <a:pt x="5220" y="12145"/>
                    </a:cubicBezTo>
                    <a:cubicBezTo>
                      <a:pt x="6422" y="10074"/>
                      <a:pt x="7158" y="7657"/>
                      <a:pt x="7824" y="6207"/>
                    </a:cubicBezTo>
                    <a:cubicBezTo>
                      <a:pt x="7885" y="6073"/>
                      <a:pt x="7950" y="5947"/>
                      <a:pt x="8023" y="5821"/>
                    </a:cubicBezTo>
                    <a:cubicBezTo>
                      <a:pt x="8031" y="5805"/>
                      <a:pt x="8039" y="5793"/>
                      <a:pt x="8047" y="5776"/>
                    </a:cubicBezTo>
                    <a:cubicBezTo>
                      <a:pt x="8104" y="5667"/>
                      <a:pt x="8173" y="5561"/>
                      <a:pt x="8246" y="5464"/>
                    </a:cubicBezTo>
                    <a:cubicBezTo>
                      <a:pt x="8392" y="5236"/>
                      <a:pt x="8559" y="5025"/>
                      <a:pt x="8746" y="4830"/>
                    </a:cubicBezTo>
                    <a:lnTo>
                      <a:pt x="8762" y="4814"/>
                    </a:lnTo>
                    <a:cubicBezTo>
                      <a:pt x="8803" y="4769"/>
                      <a:pt x="8843" y="4724"/>
                      <a:pt x="8888" y="4684"/>
                    </a:cubicBezTo>
                    <a:cubicBezTo>
                      <a:pt x="8957" y="4619"/>
                      <a:pt x="9014" y="4558"/>
                      <a:pt x="9087" y="4497"/>
                    </a:cubicBezTo>
                    <a:cubicBezTo>
                      <a:pt x="9099" y="4485"/>
                      <a:pt x="9115" y="4477"/>
                      <a:pt x="9132" y="4460"/>
                    </a:cubicBezTo>
                    <a:cubicBezTo>
                      <a:pt x="9347" y="4282"/>
                      <a:pt x="9574" y="4119"/>
                      <a:pt x="9814" y="3981"/>
                    </a:cubicBezTo>
                    <a:cubicBezTo>
                      <a:pt x="9940" y="3904"/>
                      <a:pt x="10066" y="3835"/>
                      <a:pt x="10200" y="3778"/>
                    </a:cubicBezTo>
                    <a:cubicBezTo>
                      <a:pt x="10310" y="3725"/>
                      <a:pt x="10415" y="3672"/>
                      <a:pt x="10541" y="3624"/>
                    </a:cubicBezTo>
                    <a:cubicBezTo>
                      <a:pt x="10667" y="3575"/>
                      <a:pt x="10801" y="3526"/>
                      <a:pt x="10939" y="3481"/>
                    </a:cubicBezTo>
                    <a:cubicBezTo>
                      <a:pt x="11029" y="3449"/>
                      <a:pt x="11122" y="3420"/>
                      <a:pt x="11215" y="3392"/>
                    </a:cubicBezTo>
                    <a:lnTo>
                      <a:pt x="11345" y="3359"/>
                    </a:lnTo>
                    <a:cubicBezTo>
                      <a:pt x="11435" y="3331"/>
                      <a:pt x="11528" y="3311"/>
                      <a:pt x="11622" y="3286"/>
                    </a:cubicBezTo>
                    <a:lnTo>
                      <a:pt x="11638" y="3286"/>
                    </a:lnTo>
                    <a:cubicBezTo>
                      <a:pt x="11756" y="3262"/>
                      <a:pt x="11877" y="3234"/>
                      <a:pt x="11995" y="3209"/>
                    </a:cubicBezTo>
                    <a:cubicBezTo>
                      <a:pt x="12659" y="3094"/>
                      <a:pt x="13388" y="3039"/>
                      <a:pt x="14180" y="3039"/>
                    </a:cubicBezTo>
                    <a:cubicBezTo>
                      <a:pt x="14393" y="3039"/>
                      <a:pt x="14609" y="3043"/>
                      <a:pt x="14830" y="3051"/>
                    </a:cubicBezTo>
                    <a:cubicBezTo>
                      <a:pt x="14867" y="3051"/>
                      <a:pt x="14904" y="3051"/>
                      <a:pt x="14940" y="3055"/>
                    </a:cubicBezTo>
                    <a:cubicBezTo>
                      <a:pt x="15623" y="3083"/>
                      <a:pt x="16346" y="3148"/>
                      <a:pt x="17117" y="3250"/>
                    </a:cubicBezTo>
                    <a:cubicBezTo>
                      <a:pt x="17471" y="3294"/>
                      <a:pt x="17832" y="3347"/>
                      <a:pt x="18206" y="3408"/>
                    </a:cubicBezTo>
                    <a:cubicBezTo>
                      <a:pt x="18539" y="3465"/>
                      <a:pt x="18856" y="3518"/>
                      <a:pt x="19165" y="3579"/>
                    </a:cubicBezTo>
                    <a:cubicBezTo>
                      <a:pt x="19189" y="3591"/>
                      <a:pt x="19217" y="3595"/>
                      <a:pt x="19242" y="3595"/>
                    </a:cubicBezTo>
                    <a:cubicBezTo>
                      <a:pt x="19542" y="3656"/>
                      <a:pt x="19827" y="3725"/>
                      <a:pt x="20103" y="3794"/>
                    </a:cubicBezTo>
                    <a:cubicBezTo>
                      <a:pt x="20542" y="3904"/>
                      <a:pt x="20956" y="4018"/>
                      <a:pt x="21350" y="4152"/>
                    </a:cubicBezTo>
                    <a:cubicBezTo>
                      <a:pt x="21476" y="4188"/>
                      <a:pt x="21598" y="4233"/>
                      <a:pt x="21715" y="4277"/>
                    </a:cubicBezTo>
                    <a:cubicBezTo>
                      <a:pt x="22142" y="4424"/>
                      <a:pt x="22556" y="4598"/>
                      <a:pt x="22962" y="4793"/>
                    </a:cubicBezTo>
                    <a:cubicBezTo>
                      <a:pt x="23060" y="4838"/>
                      <a:pt x="23157" y="4891"/>
                      <a:pt x="23251" y="4931"/>
                    </a:cubicBezTo>
                    <a:cubicBezTo>
                      <a:pt x="23580" y="5106"/>
                      <a:pt x="23897" y="5297"/>
                      <a:pt x="24201" y="5512"/>
                    </a:cubicBezTo>
                    <a:cubicBezTo>
                      <a:pt x="24274" y="5561"/>
                      <a:pt x="24348" y="5610"/>
                      <a:pt x="24413" y="5663"/>
                    </a:cubicBezTo>
                    <a:cubicBezTo>
                      <a:pt x="24502" y="5728"/>
                      <a:pt x="24579" y="5793"/>
                      <a:pt x="24660" y="5858"/>
                    </a:cubicBezTo>
                    <a:cubicBezTo>
                      <a:pt x="24733" y="5918"/>
                      <a:pt x="24802" y="5979"/>
                      <a:pt x="24867" y="6040"/>
                    </a:cubicBezTo>
                    <a:cubicBezTo>
                      <a:pt x="25018" y="6174"/>
                      <a:pt x="25160" y="6312"/>
                      <a:pt x="25290" y="6467"/>
                    </a:cubicBezTo>
                    <a:cubicBezTo>
                      <a:pt x="25335" y="6512"/>
                      <a:pt x="25375" y="6556"/>
                      <a:pt x="25416" y="6609"/>
                    </a:cubicBezTo>
                    <a:cubicBezTo>
                      <a:pt x="25448" y="6642"/>
                      <a:pt x="25477" y="6678"/>
                      <a:pt x="25501" y="6719"/>
                    </a:cubicBezTo>
                    <a:cubicBezTo>
                      <a:pt x="25554" y="6776"/>
                      <a:pt x="25599" y="6841"/>
                      <a:pt x="25639" y="6906"/>
                    </a:cubicBezTo>
                    <a:cubicBezTo>
                      <a:pt x="25769" y="7088"/>
                      <a:pt x="25887" y="7279"/>
                      <a:pt x="25980" y="7478"/>
                    </a:cubicBezTo>
                    <a:cubicBezTo>
                      <a:pt x="26013" y="7543"/>
                      <a:pt x="26045" y="7604"/>
                      <a:pt x="26070" y="7673"/>
                    </a:cubicBezTo>
                    <a:cubicBezTo>
                      <a:pt x="26090" y="7718"/>
                      <a:pt x="26110" y="7767"/>
                      <a:pt x="26131" y="7819"/>
                    </a:cubicBezTo>
                    <a:cubicBezTo>
                      <a:pt x="26151" y="7876"/>
                      <a:pt x="26167" y="7925"/>
                      <a:pt x="26192" y="7982"/>
                    </a:cubicBezTo>
                    <a:cubicBezTo>
                      <a:pt x="26240" y="8136"/>
                      <a:pt x="26281" y="8299"/>
                      <a:pt x="26313" y="8461"/>
                    </a:cubicBezTo>
                    <a:cubicBezTo>
                      <a:pt x="26330" y="8530"/>
                      <a:pt x="26342" y="8603"/>
                      <a:pt x="26350" y="8677"/>
                    </a:cubicBezTo>
                    <a:cubicBezTo>
                      <a:pt x="26667" y="10996"/>
                      <a:pt x="26110" y="19055"/>
                      <a:pt x="30660" y="20017"/>
                    </a:cubicBezTo>
                    <a:cubicBezTo>
                      <a:pt x="30951" y="20075"/>
                      <a:pt x="31246" y="20107"/>
                      <a:pt x="31545" y="20107"/>
                    </a:cubicBezTo>
                    <a:cubicBezTo>
                      <a:pt x="31563" y="20107"/>
                      <a:pt x="31580" y="20107"/>
                      <a:pt x="31598" y="20107"/>
                    </a:cubicBezTo>
                    <a:cubicBezTo>
                      <a:pt x="31574" y="20107"/>
                      <a:pt x="31553" y="20103"/>
                      <a:pt x="31529" y="20103"/>
                    </a:cubicBezTo>
                    <a:cubicBezTo>
                      <a:pt x="28263" y="19806"/>
                      <a:pt x="27942" y="16102"/>
                      <a:pt x="28584" y="12267"/>
                    </a:cubicBezTo>
                    <a:cubicBezTo>
                      <a:pt x="29019" y="9651"/>
                      <a:pt x="28523" y="4907"/>
                      <a:pt x="24571" y="2149"/>
                    </a:cubicBezTo>
                    <a:cubicBezTo>
                      <a:pt x="24445" y="2056"/>
                      <a:pt x="24311" y="1970"/>
                      <a:pt x="24173" y="1885"/>
                    </a:cubicBezTo>
                    <a:cubicBezTo>
                      <a:pt x="22377" y="756"/>
                      <a:pt x="19920" y="17"/>
                      <a:pt x="16610" y="0"/>
                    </a:cubicBezTo>
                    <a:cubicBezTo>
                      <a:pt x="16568" y="0"/>
                      <a:pt x="16526" y="0"/>
                      <a:pt x="1648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5"/>
              <p:cNvSpPr/>
              <p:nvPr/>
            </p:nvSpPr>
            <p:spPr>
              <a:xfrm>
                <a:off x="7563747" y="1007637"/>
                <a:ext cx="257544" cy="252524"/>
              </a:xfrm>
              <a:custGeom>
                <a:rect b="b" l="l" r="r" t="t"/>
                <a:pathLst>
                  <a:path extrusionOk="0" h="12526" w="12775">
                    <a:moveTo>
                      <a:pt x="7430" y="1"/>
                    </a:moveTo>
                    <a:cubicBezTo>
                      <a:pt x="5345" y="1"/>
                      <a:pt x="3125" y="1340"/>
                      <a:pt x="1808" y="3621"/>
                    </a:cubicBezTo>
                    <a:cubicBezTo>
                      <a:pt x="0" y="6757"/>
                      <a:pt x="581" y="10481"/>
                      <a:pt x="3107" y="11940"/>
                    </a:cubicBezTo>
                    <a:cubicBezTo>
                      <a:pt x="3797" y="12337"/>
                      <a:pt x="4561" y="12526"/>
                      <a:pt x="5343" y="12526"/>
                    </a:cubicBezTo>
                    <a:cubicBezTo>
                      <a:pt x="7428" y="12526"/>
                      <a:pt x="9646" y="11186"/>
                      <a:pt x="10963" y="8905"/>
                    </a:cubicBezTo>
                    <a:cubicBezTo>
                      <a:pt x="12775" y="5770"/>
                      <a:pt x="12190" y="2045"/>
                      <a:pt x="9663" y="587"/>
                    </a:cubicBezTo>
                    <a:cubicBezTo>
                      <a:pt x="8974" y="189"/>
                      <a:pt x="8212" y="1"/>
                      <a:pt x="74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5"/>
              <p:cNvSpPr/>
              <p:nvPr/>
            </p:nvSpPr>
            <p:spPr>
              <a:xfrm>
                <a:off x="7909723" y="1156362"/>
                <a:ext cx="89531" cy="87837"/>
              </a:xfrm>
              <a:custGeom>
                <a:rect b="b" l="l" r="r" t="t"/>
                <a:pathLst>
                  <a:path extrusionOk="0" h="4357" w="4441">
                    <a:moveTo>
                      <a:pt x="2584" y="1"/>
                    </a:moveTo>
                    <a:cubicBezTo>
                      <a:pt x="1859" y="1"/>
                      <a:pt x="1088" y="468"/>
                      <a:pt x="630" y="1260"/>
                    </a:cubicBezTo>
                    <a:cubicBezTo>
                      <a:pt x="1" y="2349"/>
                      <a:pt x="200" y="3645"/>
                      <a:pt x="1081" y="4152"/>
                    </a:cubicBezTo>
                    <a:cubicBezTo>
                      <a:pt x="1320" y="4291"/>
                      <a:pt x="1584" y="4356"/>
                      <a:pt x="1855" y="4356"/>
                    </a:cubicBezTo>
                    <a:cubicBezTo>
                      <a:pt x="2580" y="4356"/>
                      <a:pt x="3352" y="3889"/>
                      <a:pt x="3811" y="3096"/>
                    </a:cubicBezTo>
                    <a:cubicBezTo>
                      <a:pt x="4440" y="2008"/>
                      <a:pt x="4237" y="712"/>
                      <a:pt x="3360" y="204"/>
                    </a:cubicBezTo>
                    <a:cubicBezTo>
                      <a:pt x="3120" y="66"/>
                      <a:pt x="2855" y="1"/>
                      <a:pt x="258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5"/>
              <p:cNvSpPr/>
              <p:nvPr/>
            </p:nvSpPr>
            <p:spPr>
              <a:xfrm>
                <a:off x="7821117" y="1207752"/>
                <a:ext cx="63726" cy="62536"/>
              </a:xfrm>
              <a:custGeom>
                <a:rect b="b" l="l" r="r" t="t"/>
                <a:pathLst>
                  <a:path extrusionOk="0" h="3102" w="3161">
                    <a:moveTo>
                      <a:pt x="1841" y="0"/>
                    </a:moveTo>
                    <a:cubicBezTo>
                      <a:pt x="1325" y="0"/>
                      <a:pt x="775" y="332"/>
                      <a:pt x="447" y="897"/>
                    </a:cubicBezTo>
                    <a:cubicBezTo>
                      <a:pt x="1" y="1673"/>
                      <a:pt x="147" y="2595"/>
                      <a:pt x="768" y="2956"/>
                    </a:cubicBezTo>
                    <a:cubicBezTo>
                      <a:pt x="939" y="3055"/>
                      <a:pt x="1128" y="3101"/>
                      <a:pt x="1321" y="3101"/>
                    </a:cubicBezTo>
                    <a:cubicBezTo>
                      <a:pt x="1838" y="3101"/>
                      <a:pt x="2389" y="2769"/>
                      <a:pt x="2714" y="2205"/>
                    </a:cubicBezTo>
                    <a:cubicBezTo>
                      <a:pt x="3161" y="1433"/>
                      <a:pt x="3015" y="507"/>
                      <a:pt x="2393" y="145"/>
                    </a:cubicBezTo>
                    <a:cubicBezTo>
                      <a:pt x="2223" y="47"/>
                      <a:pt x="2034" y="0"/>
                      <a:pt x="184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5"/>
              <p:cNvSpPr/>
              <p:nvPr/>
            </p:nvSpPr>
            <p:spPr>
              <a:xfrm>
                <a:off x="8003974" y="1219708"/>
                <a:ext cx="63746" cy="62536"/>
              </a:xfrm>
              <a:custGeom>
                <a:rect b="b" l="l" r="r" t="t"/>
                <a:pathLst>
                  <a:path extrusionOk="0" h="3102" w="3162">
                    <a:moveTo>
                      <a:pt x="1840" y="0"/>
                    </a:moveTo>
                    <a:cubicBezTo>
                      <a:pt x="1323" y="0"/>
                      <a:pt x="773" y="332"/>
                      <a:pt x="448" y="897"/>
                    </a:cubicBezTo>
                    <a:cubicBezTo>
                      <a:pt x="1" y="1673"/>
                      <a:pt x="147" y="2595"/>
                      <a:pt x="769" y="2956"/>
                    </a:cubicBezTo>
                    <a:cubicBezTo>
                      <a:pt x="939" y="3055"/>
                      <a:pt x="1128" y="3101"/>
                      <a:pt x="1322" y="3101"/>
                    </a:cubicBezTo>
                    <a:cubicBezTo>
                      <a:pt x="1838" y="3101"/>
                      <a:pt x="2389" y="2769"/>
                      <a:pt x="2714" y="2205"/>
                    </a:cubicBezTo>
                    <a:cubicBezTo>
                      <a:pt x="3161" y="1429"/>
                      <a:pt x="3015" y="507"/>
                      <a:pt x="2393" y="145"/>
                    </a:cubicBezTo>
                    <a:cubicBezTo>
                      <a:pt x="2223" y="47"/>
                      <a:pt x="2034" y="0"/>
                      <a:pt x="184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5"/>
              <p:cNvSpPr/>
              <p:nvPr/>
            </p:nvSpPr>
            <p:spPr>
              <a:xfrm>
                <a:off x="8097660" y="1096404"/>
                <a:ext cx="257564" cy="252605"/>
              </a:xfrm>
              <a:custGeom>
                <a:rect b="b" l="l" r="r" t="t"/>
                <a:pathLst>
                  <a:path extrusionOk="0" h="12530" w="12776">
                    <a:moveTo>
                      <a:pt x="7431" y="1"/>
                    </a:moveTo>
                    <a:cubicBezTo>
                      <a:pt x="5346" y="1"/>
                      <a:pt x="3127" y="1340"/>
                      <a:pt x="1812" y="3621"/>
                    </a:cubicBezTo>
                    <a:cubicBezTo>
                      <a:pt x="1" y="6757"/>
                      <a:pt x="582" y="10482"/>
                      <a:pt x="3112" y="11944"/>
                    </a:cubicBezTo>
                    <a:cubicBezTo>
                      <a:pt x="3800" y="12341"/>
                      <a:pt x="4562" y="12529"/>
                      <a:pt x="5343" y="12529"/>
                    </a:cubicBezTo>
                    <a:cubicBezTo>
                      <a:pt x="7428" y="12529"/>
                      <a:pt x="9649" y="11187"/>
                      <a:pt x="10964" y="8906"/>
                    </a:cubicBezTo>
                    <a:cubicBezTo>
                      <a:pt x="12775" y="5770"/>
                      <a:pt x="12195" y="2045"/>
                      <a:pt x="9664" y="587"/>
                    </a:cubicBezTo>
                    <a:cubicBezTo>
                      <a:pt x="8975" y="189"/>
                      <a:pt x="8212" y="1"/>
                      <a:pt x="74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5"/>
              <p:cNvSpPr/>
              <p:nvPr/>
            </p:nvSpPr>
            <p:spPr>
              <a:xfrm>
                <a:off x="8215176" y="1123097"/>
                <a:ext cx="56186" cy="55097"/>
              </a:xfrm>
              <a:custGeom>
                <a:rect b="b" l="l" r="r" t="t"/>
                <a:pathLst>
                  <a:path extrusionOk="0" h="2733" w="2787">
                    <a:moveTo>
                      <a:pt x="1620" y="0"/>
                    </a:moveTo>
                    <a:cubicBezTo>
                      <a:pt x="1166" y="0"/>
                      <a:pt x="684" y="291"/>
                      <a:pt x="395" y="790"/>
                    </a:cubicBezTo>
                    <a:cubicBezTo>
                      <a:pt x="1" y="1472"/>
                      <a:pt x="126" y="2285"/>
                      <a:pt x="679" y="2606"/>
                    </a:cubicBezTo>
                    <a:cubicBezTo>
                      <a:pt x="829" y="2692"/>
                      <a:pt x="995" y="2733"/>
                      <a:pt x="1165" y="2733"/>
                    </a:cubicBezTo>
                    <a:cubicBezTo>
                      <a:pt x="1620" y="2733"/>
                      <a:pt x="2103" y="2440"/>
                      <a:pt x="2393" y="1944"/>
                    </a:cubicBezTo>
                    <a:cubicBezTo>
                      <a:pt x="2787" y="1261"/>
                      <a:pt x="2661" y="449"/>
                      <a:pt x="2109" y="128"/>
                    </a:cubicBezTo>
                    <a:cubicBezTo>
                      <a:pt x="1958" y="41"/>
                      <a:pt x="1791" y="0"/>
                      <a:pt x="16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5"/>
              <p:cNvSpPr/>
              <p:nvPr/>
            </p:nvSpPr>
            <p:spPr>
              <a:xfrm>
                <a:off x="8136892" y="1183257"/>
                <a:ext cx="56186" cy="55097"/>
              </a:xfrm>
              <a:custGeom>
                <a:rect b="b" l="l" r="r" t="t"/>
                <a:pathLst>
                  <a:path extrusionOk="0" h="2733" w="2787">
                    <a:moveTo>
                      <a:pt x="1619" y="0"/>
                    </a:moveTo>
                    <a:cubicBezTo>
                      <a:pt x="1165" y="0"/>
                      <a:pt x="684" y="292"/>
                      <a:pt x="398" y="788"/>
                    </a:cubicBezTo>
                    <a:cubicBezTo>
                      <a:pt x="0" y="1474"/>
                      <a:pt x="130" y="2282"/>
                      <a:pt x="679" y="2603"/>
                    </a:cubicBezTo>
                    <a:cubicBezTo>
                      <a:pt x="830" y="2691"/>
                      <a:pt x="997" y="2733"/>
                      <a:pt x="1169" y="2733"/>
                    </a:cubicBezTo>
                    <a:cubicBezTo>
                      <a:pt x="1623" y="2733"/>
                      <a:pt x="2107" y="2440"/>
                      <a:pt x="2393" y="1941"/>
                    </a:cubicBezTo>
                    <a:cubicBezTo>
                      <a:pt x="2787" y="1259"/>
                      <a:pt x="2661" y="446"/>
                      <a:pt x="2108" y="129"/>
                    </a:cubicBezTo>
                    <a:cubicBezTo>
                      <a:pt x="1957" y="42"/>
                      <a:pt x="1790" y="0"/>
                      <a:pt x="16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5"/>
              <p:cNvSpPr/>
              <p:nvPr/>
            </p:nvSpPr>
            <p:spPr>
              <a:xfrm>
                <a:off x="8178826" y="1263658"/>
                <a:ext cx="56186" cy="55117"/>
              </a:xfrm>
              <a:custGeom>
                <a:rect b="b" l="l" r="r" t="t"/>
                <a:pathLst>
                  <a:path extrusionOk="0" h="2734" w="2787">
                    <a:moveTo>
                      <a:pt x="1618" y="1"/>
                    </a:moveTo>
                    <a:cubicBezTo>
                      <a:pt x="1163" y="1"/>
                      <a:pt x="680" y="293"/>
                      <a:pt x="394" y="788"/>
                    </a:cubicBezTo>
                    <a:cubicBezTo>
                      <a:pt x="0" y="1471"/>
                      <a:pt x="126" y="2283"/>
                      <a:pt x="678" y="2604"/>
                    </a:cubicBezTo>
                    <a:cubicBezTo>
                      <a:pt x="830" y="2692"/>
                      <a:pt x="997" y="2733"/>
                      <a:pt x="1168" y="2733"/>
                    </a:cubicBezTo>
                    <a:cubicBezTo>
                      <a:pt x="1621" y="2733"/>
                      <a:pt x="2103" y="2440"/>
                      <a:pt x="2393" y="1942"/>
                    </a:cubicBezTo>
                    <a:cubicBezTo>
                      <a:pt x="2787" y="1259"/>
                      <a:pt x="2661" y="447"/>
                      <a:pt x="2108" y="130"/>
                    </a:cubicBezTo>
                    <a:cubicBezTo>
                      <a:pt x="1957" y="42"/>
                      <a:pt x="1789" y="1"/>
                      <a:pt x="161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5"/>
              <p:cNvSpPr/>
              <p:nvPr/>
            </p:nvSpPr>
            <p:spPr>
              <a:xfrm>
                <a:off x="8256525" y="1210756"/>
                <a:ext cx="56206" cy="55117"/>
              </a:xfrm>
              <a:custGeom>
                <a:rect b="b" l="l" r="r" t="t"/>
                <a:pathLst>
                  <a:path extrusionOk="0" h="2734" w="2788">
                    <a:moveTo>
                      <a:pt x="1619" y="1"/>
                    </a:moveTo>
                    <a:cubicBezTo>
                      <a:pt x="1166" y="1"/>
                      <a:pt x="685" y="293"/>
                      <a:pt x="399" y="788"/>
                    </a:cubicBezTo>
                    <a:cubicBezTo>
                      <a:pt x="1" y="1475"/>
                      <a:pt x="131" y="2283"/>
                      <a:pt x="679" y="2604"/>
                    </a:cubicBezTo>
                    <a:cubicBezTo>
                      <a:pt x="830" y="2692"/>
                      <a:pt x="998" y="2733"/>
                      <a:pt x="1169" y="2733"/>
                    </a:cubicBezTo>
                    <a:cubicBezTo>
                      <a:pt x="1624" y="2733"/>
                      <a:pt x="2107" y="2441"/>
                      <a:pt x="2393" y="1946"/>
                    </a:cubicBezTo>
                    <a:cubicBezTo>
                      <a:pt x="2787" y="1259"/>
                      <a:pt x="2661" y="451"/>
                      <a:pt x="2109" y="130"/>
                    </a:cubicBezTo>
                    <a:cubicBezTo>
                      <a:pt x="1958" y="42"/>
                      <a:pt x="1790" y="1"/>
                      <a:pt x="161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5"/>
              <p:cNvSpPr/>
              <p:nvPr/>
            </p:nvSpPr>
            <p:spPr>
              <a:xfrm>
                <a:off x="7619431" y="1065861"/>
                <a:ext cx="155917" cy="146745"/>
              </a:xfrm>
              <a:custGeom>
                <a:rect b="b" l="l" r="r" t="t"/>
                <a:pathLst>
                  <a:path extrusionOk="0" h="7279" w="7734">
                    <a:moveTo>
                      <a:pt x="4178" y="1"/>
                    </a:moveTo>
                    <a:cubicBezTo>
                      <a:pt x="3713" y="1"/>
                      <a:pt x="3298" y="297"/>
                      <a:pt x="3152" y="741"/>
                    </a:cubicBezTo>
                    <a:cubicBezTo>
                      <a:pt x="2884" y="1545"/>
                      <a:pt x="2620" y="2467"/>
                      <a:pt x="2620" y="2467"/>
                    </a:cubicBezTo>
                    <a:lnTo>
                      <a:pt x="1198" y="2467"/>
                    </a:lnTo>
                    <a:cubicBezTo>
                      <a:pt x="687" y="2467"/>
                      <a:pt x="244" y="2829"/>
                      <a:pt x="138" y="3333"/>
                    </a:cubicBezTo>
                    <a:lnTo>
                      <a:pt x="134" y="3365"/>
                    </a:lnTo>
                    <a:cubicBezTo>
                      <a:pt x="0" y="4015"/>
                      <a:pt x="488" y="4632"/>
                      <a:pt x="1154" y="4657"/>
                    </a:cubicBezTo>
                    <a:cubicBezTo>
                      <a:pt x="1771" y="4677"/>
                      <a:pt x="2380" y="4701"/>
                      <a:pt x="2380" y="4701"/>
                    </a:cubicBezTo>
                    <a:cubicBezTo>
                      <a:pt x="2242" y="5071"/>
                      <a:pt x="2137" y="5550"/>
                      <a:pt x="2060" y="5977"/>
                    </a:cubicBezTo>
                    <a:cubicBezTo>
                      <a:pt x="1954" y="6598"/>
                      <a:pt x="2397" y="7183"/>
                      <a:pt x="3026" y="7240"/>
                    </a:cubicBezTo>
                    <a:cubicBezTo>
                      <a:pt x="3201" y="7256"/>
                      <a:pt x="3372" y="7269"/>
                      <a:pt x="3526" y="7277"/>
                    </a:cubicBezTo>
                    <a:cubicBezTo>
                      <a:pt x="3549" y="7278"/>
                      <a:pt x="3572" y="7279"/>
                      <a:pt x="3595" y="7279"/>
                    </a:cubicBezTo>
                    <a:cubicBezTo>
                      <a:pt x="4067" y="7279"/>
                      <a:pt x="4483" y="6966"/>
                      <a:pt x="4619" y="6513"/>
                    </a:cubicBezTo>
                    <a:cubicBezTo>
                      <a:pt x="4805" y="5887"/>
                      <a:pt x="5013" y="5181"/>
                      <a:pt x="5013" y="5181"/>
                    </a:cubicBezTo>
                    <a:lnTo>
                      <a:pt x="6536" y="5181"/>
                    </a:lnTo>
                    <a:cubicBezTo>
                      <a:pt x="6539" y="5181"/>
                      <a:pt x="6542" y="5181"/>
                      <a:pt x="6545" y="5181"/>
                    </a:cubicBezTo>
                    <a:cubicBezTo>
                      <a:pt x="7045" y="5181"/>
                      <a:pt x="7479" y="4837"/>
                      <a:pt x="7588" y="4348"/>
                    </a:cubicBezTo>
                    <a:cubicBezTo>
                      <a:pt x="7608" y="4246"/>
                      <a:pt x="7628" y="4145"/>
                      <a:pt x="7641" y="4043"/>
                    </a:cubicBezTo>
                    <a:cubicBezTo>
                      <a:pt x="7734" y="3446"/>
                      <a:pt x="7295" y="2898"/>
                      <a:pt x="6694" y="2825"/>
                    </a:cubicBezTo>
                    <a:cubicBezTo>
                      <a:pt x="5991" y="2740"/>
                      <a:pt x="5252" y="2707"/>
                      <a:pt x="5252" y="2707"/>
                    </a:cubicBezTo>
                    <a:lnTo>
                      <a:pt x="5614" y="1399"/>
                    </a:lnTo>
                    <a:cubicBezTo>
                      <a:pt x="5788" y="761"/>
                      <a:pt x="5358" y="120"/>
                      <a:pt x="4700" y="42"/>
                    </a:cubicBezTo>
                    <a:cubicBezTo>
                      <a:pt x="4537" y="22"/>
                      <a:pt x="4375" y="10"/>
                      <a:pt x="4225" y="2"/>
                    </a:cubicBezTo>
                    <a:cubicBezTo>
                      <a:pt x="4209" y="1"/>
                      <a:pt x="4194" y="1"/>
                      <a:pt x="417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5"/>
              <p:cNvSpPr/>
              <p:nvPr/>
            </p:nvSpPr>
            <p:spPr>
              <a:xfrm>
                <a:off x="7875652" y="1119468"/>
                <a:ext cx="58081" cy="25019"/>
              </a:xfrm>
              <a:custGeom>
                <a:rect b="b" l="l" r="r" t="t"/>
                <a:pathLst>
                  <a:path extrusionOk="0" h="1241" w="2881">
                    <a:moveTo>
                      <a:pt x="664" y="1"/>
                    </a:moveTo>
                    <a:cubicBezTo>
                      <a:pt x="464" y="1"/>
                      <a:pt x="281" y="108"/>
                      <a:pt x="188" y="288"/>
                    </a:cubicBezTo>
                    <a:lnTo>
                      <a:pt x="180" y="300"/>
                    </a:lnTo>
                    <a:cubicBezTo>
                      <a:pt x="1" y="637"/>
                      <a:pt x="220" y="1047"/>
                      <a:pt x="598" y="1084"/>
                    </a:cubicBezTo>
                    <a:lnTo>
                      <a:pt x="2186" y="1238"/>
                    </a:lnTo>
                    <a:cubicBezTo>
                      <a:pt x="2203" y="1240"/>
                      <a:pt x="2219" y="1240"/>
                      <a:pt x="2235" y="1240"/>
                    </a:cubicBezTo>
                    <a:cubicBezTo>
                      <a:pt x="2444" y="1240"/>
                      <a:pt x="2636" y="1122"/>
                      <a:pt x="2722" y="929"/>
                    </a:cubicBezTo>
                    <a:cubicBezTo>
                      <a:pt x="2881" y="596"/>
                      <a:pt x="2661" y="206"/>
                      <a:pt x="2292" y="170"/>
                    </a:cubicBezTo>
                    <a:lnTo>
                      <a:pt x="716" y="3"/>
                    </a:lnTo>
                    <a:cubicBezTo>
                      <a:pt x="698" y="2"/>
                      <a:pt x="681" y="1"/>
                      <a:pt x="6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5"/>
              <p:cNvSpPr/>
              <p:nvPr/>
            </p:nvSpPr>
            <p:spPr>
              <a:xfrm>
                <a:off x="8015606" y="1138298"/>
                <a:ext cx="58162" cy="24938"/>
              </a:xfrm>
              <a:custGeom>
                <a:rect b="b" l="l" r="r" t="t"/>
                <a:pathLst>
                  <a:path extrusionOk="0" h="1237" w="2885">
                    <a:moveTo>
                      <a:pt x="657" y="0"/>
                    </a:moveTo>
                    <a:cubicBezTo>
                      <a:pt x="460" y="0"/>
                      <a:pt x="280" y="110"/>
                      <a:pt x="188" y="284"/>
                    </a:cubicBezTo>
                    <a:lnTo>
                      <a:pt x="179" y="296"/>
                    </a:lnTo>
                    <a:cubicBezTo>
                      <a:pt x="1" y="633"/>
                      <a:pt x="224" y="1043"/>
                      <a:pt x="602" y="1080"/>
                    </a:cubicBezTo>
                    <a:lnTo>
                      <a:pt x="2190" y="1234"/>
                    </a:lnTo>
                    <a:cubicBezTo>
                      <a:pt x="2206" y="1236"/>
                      <a:pt x="2222" y="1237"/>
                      <a:pt x="2238" y="1237"/>
                    </a:cubicBezTo>
                    <a:cubicBezTo>
                      <a:pt x="2444" y="1237"/>
                      <a:pt x="2636" y="1118"/>
                      <a:pt x="2726" y="930"/>
                    </a:cubicBezTo>
                    <a:cubicBezTo>
                      <a:pt x="2885" y="593"/>
                      <a:pt x="2665" y="203"/>
                      <a:pt x="2296" y="166"/>
                    </a:cubicBezTo>
                    <a:lnTo>
                      <a:pt x="716" y="4"/>
                    </a:lnTo>
                    <a:cubicBezTo>
                      <a:pt x="696" y="1"/>
                      <a:pt x="676" y="0"/>
                      <a:pt x="65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5"/>
              <p:cNvSpPr/>
              <p:nvPr/>
            </p:nvSpPr>
            <p:spPr>
              <a:xfrm>
                <a:off x="7896296" y="1154387"/>
                <a:ext cx="89531" cy="87777"/>
              </a:xfrm>
              <a:custGeom>
                <a:rect b="b" l="l" r="r" t="t"/>
                <a:pathLst>
                  <a:path extrusionOk="0" h="4354" w="4441">
                    <a:moveTo>
                      <a:pt x="2583" y="0"/>
                    </a:moveTo>
                    <a:cubicBezTo>
                      <a:pt x="1859" y="0"/>
                      <a:pt x="1088" y="466"/>
                      <a:pt x="630" y="1257"/>
                    </a:cubicBezTo>
                    <a:cubicBezTo>
                      <a:pt x="0" y="2349"/>
                      <a:pt x="204" y="3641"/>
                      <a:pt x="1081" y="4149"/>
                    </a:cubicBezTo>
                    <a:cubicBezTo>
                      <a:pt x="1322" y="4288"/>
                      <a:pt x="1588" y="4353"/>
                      <a:pt x="1860" y="4353"/>
                    </a:cubicBezTo>
                    <a:cubicBezTo>
                      <a:pt x="2584" y="4353"/>
                      <a:pt x="3353" y="3888"/>
                      <a:pt x="3811" y="3097"/>
                    </a:cubicBezTo>
                    <a:cubicBezTo>
                      <a:pt x="4440" y="2004"/>
                      <a:pt x="4237" y="708"/>
                      <a:pt x="3360" y="205"/>
                    </a:cubicBezTo>
                    <a:cubicBezTo>
                      <a:pt x="3120" y="66"/>
                      <a:pt x="2855" y="0"/>
                      <a:pt x="258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5"/>
              <p:cNvSpPr/>
              <p:nvPr/>
            </p:nvSpPr>
            <p:spPr>
              <a:xfrm>
                <a:off x="7811622" y="1206361"/>
                <a:ext cx="63726" cy="62536"/>
              </a:xfrm>
              <a:custGeom>
                <a:rect b="b" l="l" r="r" t="t"/>
                <a:pathLst>
                  <a:path extrusionOk="0" h="3102" w="3161">
                    <a:moveTo>
                      <a:pt x="1838" y="0"/>
                    </a:moveTo>
                    <a:cubicBezTo>
                      <a:pt x="1323" y="0"/>
                      <a:pt x="772" y="332"/>
                      <a:pt x="447" y="897"/>
                    </a:cubicBezTo>
                    <a:cubicBezTo>
                      <a:pt x="0" y="1672"/>
                      <a:pt x="147" y="2595"/>
                      <a:pt x="768" y="2956"/>
                    </a:cubicBezTo>
                    <a:cubicBezTo>
                      <a:pt x="939" y="3055"/>
                      <a:pt x="1127" y="3101"/>
                      <a:pt x="1320" y="3101"/>
                    </a:cubicBezTo>
                    <a:cubicBezTo>
                      <a:pt x="1836" y="3101"/>
                      <a:pt x="2386" y="2769"/>
                      <a:pt x="2714" y="2205"/>
                    </a:cubicBezTo>
                    <a:cubicBezTo>
                      <a:pt x="3161" y="1429"/>
                      <a:pt x="3014" y="507"/>
                      <a:pt x="2389" y="145"/>
                    </a:cubicBezTo>
                    <a:cubicBezTo>
                      <a:pt x="2219" y="47"/>
                      <a:pt x="2031" y="0"/>
                      <a:pt x="18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5"/>
              <p:cNvSpPr/>
              <p:nvPr/>
            </p:nvSpPr>
            <p:spPr>
              <a:xfrm>
                <a:off x="7994478" y="1218256"/>
                <a:ext cx="63726" cy="62516"/>
              </a:xfrm>
              <a:custGeom>
                <a:rect b="b" l="l" r="r" t="t"/>
                <a:pathLst>
                  <a:path extrusionOk="0" h="3101" w="3161">
                    <a:moveTo>
                      <a:pt x="1839" y="1"/>
                    </a:moveTo>
                    <a:cubicBezTo>
                      <a:pt x="1324" y="1"/>
                      <a:pt x="773" y="331"/>
                      <a:pt x="448" y="896"/>
                    </a:cubicBezTo>
                    <a:cubicBezTo>
                      <a:pt x="1" y="1671"/>
                      <a:pt x="143" y="2594"/>
                      <a:pt x="768" y="2955"/>
                    </a:cubicBezTo>
                    <a:cubicBezTo>
                      <a:pt x="939" y="3054"/>
                      <a:pt x="1127" y="3100"/>
                      <a:pt x="1321" y="3100"/>
                    </a:cubicBezTo>
                    <a:cubicBezTo>
                      <a:pt x="1837" y="3100"/>
                      <a:pt x="2386" y="2768"/>
                      <a:pt x="2714" y="2204"/>
                    </a:cubicBezTo>
                    <a:cubicBezTo>
                      <a:pt x="3161" y="1432"/>
                      <a:pt x="3015" y="506"/>
                      <a:pt x="2389" y="144"/>
                    </a:cubicBezTo>
                    <a:cubicBezTo>
                      <a:pt x="2220" y="47"/>
                      <a:pt x="2032" y="1"/>
                      <a:pt x="18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4" name="Google Shape;224;p15"/>
            <p:cNvSpPr/>
            <p:nvPr/>
          </p:nvSpPr>
          <p:spPr>
            <a:xfrm>
              <a:off x="750268" y="3073129"/>
              <a:ext cx="310867" cy="281413"/>
            </a:xfrm>
            <a:custGeom>
              <a:rect b="b" l="l" r="r" t="t"/>
              <a:pathLst>
                <a:path extrusionOk="0" h="13959" w="15420">
                  <a:moveTo>
                    <a:pt x="7231" y="2778"/>
                  </a:moveTo>
                  <a:cubicBezTo>
                    <a:pt x="9563" y="5045"/>
                    <a:pt x="11061" y="8505"/>
                    <a:pt x="11061" y="8505"/>
                  </a:cubicBezTo>
                  <a:cubicBezTo>
                    <a:pt x="9110" y="9256"/>
                    <a:pt x="4543" y="10163"/>
                    <a:pt x="4384" y="10194"/>
                  </a:cubicBezTo>
                  <a:lnTo>
                    <a:pt x="4384" y="10194"/>
                  </a:lnTo>
                  <a:cubicBezTo>
                    <a:pt x="5180" y="7286"/>
                    <a:pt x="7231" y="2778"/>
                    <a:pt x="7231" y="2778"/>
                  </a:cubicBezTo>
                  <a:close/>
                  <a:moveTo>
                    <a:pt x="7522" y="0"/>
                  </a:moveTo>
                  <a:cubicBezTo>
                    <a:pt x="5645" y="0"/>
                    <a:pt x="3806" y="759"/>
                    <a:pt x="2462" y="2173"/>
                  </a:cubicBezTo>
                  <a:cubicBezTo>
                    <a:pt x="521" y="4220"/>
                    <a:pt x="1" y="7238"/>
                    <a:pt x="1146" y="9817"/>
                  </a:cubicBezTo>
                  <a:cubicBezTo>
                    <a:pt x="2271" y="12341"/>
                    <a:pt x="4772" y="13959"/>
                    <a:pt x="7520" y="13959"/>
                  </a:cubicBezTo>
                  <a:cubicBezTo>
                    <a:pt x="7581" y="13959"/>
                    <a:pt x="7641" y="13958"/>
                    <a:pt x="7702" y="13956"/>
                  </a:cubicBezTo>
                  <a:cubicBezTo>
                    <a:pt x="10525" y="13883"/>
                    <a:pt x="13027" y="12116"/>
                    <a:pt x="14039" y="9484"/>
                  </a:cubicBezTo>
                  <a:cubicBezTo>
                    <a:pt x="15420" y="5885"/>
                    <a:pt x="13624" y="1848"/>
                    <a:pt x="10026" y="467"/>
                  </a:cubicBezTo>
                  <a:cubicBezTo>
                    <a:pt x="9211" y="153"/>
                    <a:pt x="8363" y="0"/>
                    <a:pt x="75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5" name="Google Shape;225;p15"/>
            <p:cNvGrpSpPr/>
            <p:nvPr/>
          </p:nvGrpSpPr>
          <p:grpSpPr>
            <a:xfrm>
              <a:off x="281725" y="1610638"/>
              <a:ext cx="261600" cy="352550"/>
              <a:chOff x="5658788" y="2331488"/>
              <a:chExt cx="261600" cy="352550"/>
            </a:xfrm>
          </p:grpSpPr>
          <p:sp>
            <p:nvSpPr>
              <p:cNvPr id="226" name="Google Shape;226;p15"/>
              <p:cNvSpPr/>
              <p:nvPr/>
            </p:nvSpPr>
            <p:spPr>
              <a:xfrm>
                <a:off x="5714063" y="2331488"/>
                <a:ext cx="206325" cy="352550"/>
              </a:xfrm>
              <a:custGeom>
                <a:rect b="b" l="l" r="r" t="t"/>
                <a:pathLst>
                  <a:path extrusionOk="0" h="14102" w="8253">
                    <a:moveTo>
                      <a:pt x="1412" y="1433"/>
                    </a:moveTo>
                    <a:lnTo>
                      <a:pt x="4256" y="2985"/>
                    </a:lnTo>
                    <a:lnTo>
                      <a:pt x="3224" y="5978"/>
                    </a:lnTo>
                    <a:lnTo>
                      <a:pt x="1412" y="1433"/>
                    </a:lnTo>
                    <a:close/>
                    <a:moveTo>
                      <a:pt x="3894" y="7652"/>
                    </a:moveTo>
                    <a:lnTo>
                      <a:pt x="7168" y="8460"/>
                    </a:lnTo>
                    <a:lnTo>
                      <a:pt x="5787" y="12392"/>
                    </a:lnTo>
                    <a:lnTo>
                      <a:pt x="3894" y="7652"/>
                    </a:lnTo>
                    <a:close/>
                    <a:moveTo>
                      <a:pt x="537" y="0"/>
                    </a:moveTo>
                    <a:cubicBezTo>
                      <a:pt x="246" y="0"/>
                      <a:pt x="0" y="301"/>
                      <a:pt x="125" y="612"/>
                    </a:cubicBezTo>
                    <a:lnTo>
                      <a:pt x="5397" y="13822"/>
                    </a:lnTo>
                    <a:cubicBezTo>
                      <a:pt x="5462" y="13992"/>
                      <a:pt x="5629" y="14102"/>
                      <a:pt x="5807" y="14102"/>
                    </a:cubicBezTo>
                    <a:lnTo>
                      <a:pt x="5820" y="14102"/>
                    </a:lnTo>
                    <a:cubicBezTo>
                      <a:pt x="6002" y="14098"/>
                      <a:pt x="6169" y="13980"/>
                      <a:pt x="6230" y="13805"/>
                    </a:cubicBezTo>
                    <a:lnTo>
                      <a:pt x="8167" y="8293"/>
                    </a:lnTo>
                    <a:cubicBezTo>
                      <a:pt x="8253" y="8042"/>
                      <a:pt x="8110" y="7774"/>
                      <a:pt x="7855" y="7713"/>
                    </a:cubicBezTo>
                    <a:lnTo>
                      <a:pt x="3906" y="6738"/>
                    </a:lnTo>
                    <a:lnTo>
                      <a:pt x="5218" y="2915"/>
                    </a:lnTo>
                    <a:cubicBezTo>
                      <a:pt x="5287" y="2712"/>
                      <a:pt x="5202" y="2485"/>
                      <a:pt x="5011" y="2379"/>
                    </a:cubicBezTo>
                    <a:lnTo>
                      <a:pt x="750" y="56"/>
                    </a:lnTo>
                    <a:cubicBezTo>
                      <a:pt x="680" y="17"/>
                      <a:pt x="607" y="0"/>
                      <a:pt x="5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5"/>
              <p:cNvSpPr/>
              <p:nvPr/>
            </p:nvSpPr>
            <p:spPr>
              <a:xfrm>
                <a:off x="5658788" y="2445163"/>
                <a:ext cx="151025" cy="201525"/>
              </a:xfrm>
              <a:custGeom>
                <a:rect b="b" l="l" r="r" t="t"/>
                <a:pathLst>
                  <a:path extrusionOk="0" h="8061" w="6041">
                    <a:moveTo>
                      <a:pt x="506" y="0"/>
                    </a:moveTo>
                    <a:cubicBezTo>
                      <a:pt x="331" y="0"/>
                      <a:pt x="164" y="105"/>
                      <a:pt x="94" y="278"/>
                    </a:cubicBezTo>
                    <a:cubicBezTo>
                      <a:pt x="0" y="505"/>
                      <a:pt x="110" y="765"/>
                      <a:pt x="337" y="858"/>
                    </a:cubicBezTo>
                    <a:lnTo>
                      <a:pt x="4939" y="2743"/>
                    </a:lnTo>
                    <a:lnTo>
                      <a:pt x="2827" y="7435"/>
                    </a:lnTo>
                    <a:cubicBezTo>
                      <a:pt x="2693" y="7727"/>
                      <a:pt x="2908" y="8060"/>
                      <a:pt x="3233" y="8060"/>
                    </a:cubicBezTo>
                    <a:cubicBezTo>
                      <a:pt x="3408" y="8060"/>
                      <a:pt x="3562" y="7959"/>
                      <a:pt x="3636" y="7800"/>
                    </a:cubicBezTo>
                    <a:lnTo>
                      <a:pt x="5939" y="2690"/>
                    </a:lnTo>
                    <a:cubicBezTo>
                      <a:pt x="6040" y="2459"/>
                      <a:pt x="5935" y="2191"/>
                      <a:pt x="5699" y="2093"/>
                    </a:cubicBezTo>
                    <a:lnTo>
                      <a:pt x="674" y="34"/>
                    </a:lnTo>
                    <a:cubicBezTo>
                      <a:pt x="619" y="11"/>
                      <a:pt x="562" y="0"/>
                      <a:pt x="5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228" name="Shape 228"/>
        <p:cNvGrpSpPr/>
        <p:nvPr/>
      </p:nvGrpSpPr>
      <p:grpSpPr>
        <a:xfrm>
          <a:off x="0" y="0"/>
          <a:ext cx="0" cy="0"/>
          <a:chOff x="0" y="0"/>
          <a:chExt cx="0" cy="0"/>
        </a:xfrm>
      </p:grpSpPr>
      <p:sp>
        <p:nvSpPr>
          <p:cNvPr id="229" name="Google Shape;229;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30" name="Google Shape;230;p16"/>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1" name="Google Shape;231;p16"/>
          <p:cNvGrpSpPr/>
          <p:nvPr/>
        </p:nvGrpSpPr>
        <p:grpSpPr>
          <a:xfrm flipH="1">
            <a:off x="424775" y="3203176"/>
            <a:ext cx="1633678" cy="1796833"/>
            <a:chOff x="7381585" y="3203176"/>
            <a:chExt cx="1633678" cy="1796833"/>
          </a:xfrm>
        </p:grpSpPr>
        <p:sp>
          <p:nvSpPr>
            <p:cNvPr id="232" name="Google Shape;232;p16"/>
            <p:cNvSpPr/>
            <p:nvPr/>
          </p:nvSpPr>
          <p:spPr>
            <a:xfrm>
              <a:off x="7381585" y="4856383"/>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6"/>
            <p:cNvSpPr/>
            <p:nvPr/>
          </p:nvSpPr>
          <p:spPr>
            <a:xfrm>
              <a:off x="8745474" y="320317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6"/>
            <p:cNvSpPr/>
            <p:nvPr/>
          </p:nvSpPr>
          <p:spPr>
            <a:xfrm>
              <a:off x="8755765" y="4443792"/>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6"/>
            <p:cNvSpPr/>
            <p:nvPr/>
          </p:nvSpPr>
          <p:spPr>
            <a:xfrm>
              <a:off x="8329812" y="4706517"/>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6"/>
            <p:cNvSpPr/>
            <p:nvPr/>
          </p:nvSpPr>
          <p:spPr>
            <a:xfrm>
              <a:off x="8755774" y="3642367"/>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6"/>
            <p:cNvSpPr/>
            <p:nvPr/>
          </p:nvSpPr>
          <p:spPr>
            <a:xfrm>
              <a:off x="7836738" y="4871834"/>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6"/>
            <p:cNvSpPr/>
            <p:nvPr/>
          </p:nvSpPr>
          <p:spPr>
            <a:xfrm>
              <a:off x="8462250" y="4314434"/>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9" name="Google Shape;239;p16"/>
            <p:cNvCxnSpPr>
              <a:stCxn id="232" idx="6"/>
              <a:endCxn id="237" idx="2"/>
            </p:cNvCxnSpPr>
            <p:nvPr/>
          </p:nvCxnSpPr>
          <p:spPr>
            <a:xfrm>
              <a:off x="7505485" y="4918633"/>
              <a:ext cx="331200" cy="3300"/>
            </a:xfrm>
            <a:prstGeom prst="straightConnector1">
              <a:avLst/>
            </a:prstGeom>
            <a:noFill/>
            <a:ln cap="flat" cmpd="sng" w="19050">
              <a:solidFill>
                <a:schemeClr val="dk2"/>
              </a:solidFill>
              <a:prstDash val="solid"/>
              <a:round/>
              <a:headEnd len="med" w="med" type="none"/>
              <a:tailEnd len="med" w="med" type="none"/>
            </a:ln>
          </p:spPr>
        </p:cxnSp>
        <p:cxnSp>
          <p:nvCxnSpPr>
            <p:cNvPr id="240" name="Google Shape;240;p16"/>
            <p:cNvCxnSpPr>
              <a:stCxn id="237" idx="6"/>
              <a:endCxn id="235" idx="2"/>
            </p:cNvCxnSpPr>
            <p:nvPr/>
          </p:nvCxnSpPr>
          <p:spPr>
            <a:xfrm flipH="1" rot="10800000">
              <a:off x="7936638" y="4786634"/>
              <a:ext cx="393300" cy="135300"/>
            </a:xfrm>
            <a:prstGeom prst="straightConnector1">
              <a:avLst/>
            </a:prstGeom>
            <a:noFill/>
            <a:ln cap="flat" cmpd="sng" w="19050">
              <a:solidFill>
                <a:schemeClr val="dk2"/>
              </a:solidFill>
              <a:prstDash val="solid"/>
              <a:round/>
              <a:headEnd len="med" w="med" type="none"/>
              <a:tailEnd len="med" w="med" type="none"/>
            </a:ln>
          </p:spPr>
        </p:cxnSp>
        <p:cxnSp>
          <p:nvCxnSpPr>
            <p:cNvPr id="241" name="Google Shape;241;p16"/>
            <p:cNvCxnSpPr>
              <a:stCxn id="235" idx="7"/>
              <a:endCxn id="234" idx="3"/>
            </p:cNvCxnSpPr>
            <p:nvPr/>
          </p:nvCxnSpPr>
          <p:spPr>
            <a:xfrm flipH="1" rot="10800000">
              <a:off x="8466039" y="4580577"/>
              <a:ext cx="313200" cy="149400"/>
            </a:xfrm>
            <a:prstGeom prst="straightConnector1">
              <a:avLst/>
            </a:prstGeom>
            <a:noFill/>
            <a:ln cap="flat" cmpd="sng" w="19050">
              <a:solidFill>
                <a:schemeClr val="dk2"/>
              </a:solidFill>
              <a:prstDash val="solid"/>
              <a:round/>
              <a:headEnd len="med" w="med" type="none"/>
              <a:tailEnd len="med" w="med" type="none"/>
            </a:ln>
          </p:spPr>
        </p:cxnSp>
        <p:cxnSp>
          <p:nvCxnSpPr>
            <p:cNvPr id="242" name="Google Shape;242;p16"/>
            <p:cNvCxnSpPr>
              <a:stCxn id="234" idx="1"/>
              <a:endCxn id="238" idx="6"/>
            </p:cNvCxnSpPr>
            <p:nvPr/>
          </p:nvCxnSpPr>
          <p:spPr>
            <a:xfrm rot="10800000">
              <a:off x="8562238" y="4364652"/>
              <a:ext cx="216900" cy="102600"/>
            </a:xfrm>
            <a:prstGeom prst="straightConnector1">
              <a:avLst/>
            </a:prstGeom>
            <a:noFill/>
            <a:ln cap="flat" cmpd="sng" w="19050">
              <a:solidFill>
                <a:schemeClr val="dk2"/>
              </a:solidFill>
              <a:prstDash val="solid"/>
              <a:round/>
              <a:headEnd len="med" w="med" type="none"/>
              <a:tailEnd len="med" w="med" type="none"/>
            </a:ln>
          </p:spPr>
        </p:cxnSp>
        <p:cxnSp>
          <p:nvCxnSpPr>
            <p:cNvPr id="243" name="Google Shape;243;p16"/>
            <p:cNvCxnSpPr>
              <a:stCxn id="234" idx="0"/>
              <a:endCxn id="236" idx="4"/>
            </p:cNvCxnSpPr>
            <p:nvPr/>
          </p:nvCxnSpPr>
          <p:spPr>
            <a:xfrm rot="10800000">
              <a:off x="8835565" y="3802692"/>
              <a:ext cx="0" cy="641100"/>
            </a:xfrm>
            <a:prstGeom prst="straightConnector1">
              <a:avLst/>
            </a:prstGeom>
            <a:noFill/>
            <a:ln cap="flat" cmpd="sng" w="19050">
              <a:solidFill>
                <a:schemeClr val="dk2"/>
              </a:solidFill>
              <a:prstDash val="solid"/>
              <a:round/>
              <a:headEnd len="med" w="med" type="none"/>
              <a:tailEnd len="med" w="med" type="none"/>
            </a:ln>
          </p:spPr>
        </p:cxnSp>
        <p:cxnSp>
          <p:nvCxnSpPr>
            <p:cNvPr id="244" name="Google Shape;244;p16"/>
            <p:cNvCxnSpPr>
              <a:stCxn id="233" idx="4"/>
              <a:endCxn id="236" idx="0"/>
            </p:cNvCxnSpPr>
            <p:nvPr/>
          </p:nvCxnSpPr>
          <p:spPr>
            <a:xfrm>
              <a:off x="8795424" y="3303376"/>
              <a:ext cx="40200" cy="339000"/>
            </a:xfrm>
            <a:prstGeom prst="straightConnector1">
              <a:avLst/>
            </a:prstGeom>
            <a:noFill/>
            <a:ln cap="flat" cmpd="sng" w="19050">
              <a:solidFill>
                <a:schemeClr val="dk2"/>
              </a:solidFill>
              <a:prstDash val="solid"/>
              <a:round/>
              <a:headEnd len="med" w="med" type="none"/>
              <a:tailEnd len="med" w="med" type="none"/>
            </a:ln>
          </p:spPr>
        </p:cxnSp>
        <p:sp>
          <p:nvSpPr>
            <p:cNvPr id="245" name="Google Shape;245;p16"/>
            <p:cNvSpPr/>
            <p:nvPr/>
          </p:nvSpPr>
          <p:spPr>
            <a:xfrm>
              <a:off x="8915363" y="4899809"/>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6" name="Google Shape;246;p16"/>
            <p:cNvCxnSpPr>
              <a:stCxn id="234" idx="4"/>
              <a:endCxn id="245" idx="0"/>
            </p:cNvCxnSpPr>
            <p:nvPr/>
          </p:nvCxnSpPr>
          <p:spPr>
            <a:xfrm>
              <a:off x="8835565" y="4603992"/>
              <a:ext cx="129600" cy="295800"/>
            </a:xfrm>
            <a:prstGeom prst="straightConnector1">
              <a:avLst/>
            </a:prstGeom>
            <a:noFill/>
            <a:ln cap="flat" cmpd="sng" w="19050">
              <a:solidFill>
                <a:schemeClr val="dk2"/>
              </a:solidFill>
              <a:prstDash val="solid"/>
              <a:round/>
              <a:headEnd len="med" w="med" type="none"/>
              <a:tailEnd len="med" w="med" type="none"/>
            </a:ln>
          </p:spPr>
        </p:cxnSp>
      </p:grpSp>
      <p:grpSp>
        <p:nvGrpSpPr>
          <p:cNvPr id="247" name="Google Shape;247;p16"/>
          <p:cNvGrpSpPr/>
          <p:nvPr/>
        </p:nvGrpSpPr>
        <p:grpSpPr>
          <a:xfrm flipH="1">
            <a:off x="7673689" y="4414634"/>
            <a:ext cx="1341574" cy="585375"/>
            <a:chOff x="424775" y="4414634"/>
            <a:chExt cx="1341574" cy="585375"/>
          </a:xfrm>
        </p:grpSpPr>
        <p:sp>
          <p:nvSpPr>
            <p:cNvPr id="248" name="Google Shape;248;p16"/>
            <p:cNvSpPr/>
            <p:nvPr/>
          </p:nvSpPr>
          <p:spPr>
            <a:xfrm>
              <a:off x="624565" y="4729967"/>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6"/>
            <p:cNvSpPr/>
            <p:nvPr/>
          </p:nvSpPr>
          <p:spPr>
            <a:xfrm>
              <a:off x="524675" y="4414634"/>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6"/>
            <p:cNvSpPr/>
            <p:nvPr/>
          </p:nvSpPr>
          <p:spPr>
            <a:xfrm>
              <a:off x="981875" y="4871834"/>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6"/>
            <p:cNvSpPr/>
            <p:nvPr/>
          </p:nvSpPr>
          <p:spPr>
            <a:xfrm>
              <a:off x="1606749" y="4835317"/>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2" name="Google Shape;252;p16"/>
            <p:cNvCxnSpPr>
              <a:stCxn id="249" idx="4"/>
              <a:endCxn id="248" idx="1"/>
            </p:cNvCxnSpPr>
            <p:nvPr/>
          </p:nvCxnSpPr>
          <p:spPr>
            <a:xfrm>
              <a:off x="574625" y="4514834"/>
              <a:ext cx="73200" cy="238500"/>
            </a:xfrm>
            <a:prstGeom prst="straightConnector1">
              <a:avLst/>
            </a:prstGeom>
            <a:noFill/>
            <a:ln cap="flat" cmpd="sng" w="19050">
              <a:solidFill>
                <a:schemeClr val="dk2"/>
              </a:solidFill>
              <a:prstDash val="solid"/>
              <a:round/>
              <a:headEnd len="med" w="med" type="none"/>
              <a:tailEnd len="med" w="med" type="none"/>
            </a:ln>
          </p:spPr>
        </p:cxnSp>
        <p:cxnSp>
          <p:nvCxnSpPr>
            <p:cNvPr id="253" name="Google Shape;253;p16"/>
            <p:cNvCxnSpPr>
              <a:stCxn id="250" idx="6"/>
              <a:endCxn id="251" idx="2"/>
            </p:cNvCxnSpPr>
            <p:nvPr/>
          </p:nvCxnSpPr>
          <p:spPr>
            <a:xfrm flipH="1" rot="10800000">
              <a:off x="1081775" y="4915334"/>
              <a:ext cx="525000" cy="6600"/>
            </a:xfrm>
            <a:prstGeom prst="straightConnector1">
              <a:avLst/>
            </a:prstGeom>
            <a:noFill/>
            <a:ln cap="flat" cmpd="sng" w="19050">
              <a:solidFill>
                <a:schemeClr val="dk2"/>
              </a:solidFill>
              <a:prstDash val="solid"/>
              <a:round/>
              <a:headEnd len="med" w="med" type="none"/>
              <a:tailEnd len="med" w="med" type="none"/>
            </a:ln>
          </p:spPr>
        </p:cxnSp>
        <p:cxnSp>
          <p:nvCxnSpPr>
            <p:cNvPr id="254" name="Google Shape;254;p16"/>
            <p:cNvCxnSpPr>
              <a:stCxn id="250" idx="2"/>
              <a:endCxn id="248" idx="5"/>
            </p:cNvCxnSpPr>
            <p:nvPr/>
          </p:nvCxnSpPr>
          <p:spPr>
            <a:xfrm rot="10800000">
              <a:off x="760775" y="4866734"/>
              <a:ext cx="221100" cy="55200"/>
            </a:xfrm>
            <a:prstGeom prst="straightConnector1">
              <a:avLst/>
            </a:prstGeom>
            <a:noFill/>
            <a:ln cap="flat" cmpd="sng" w="19050">
              <a:solidFill>
                <a:schemeClr val="dk2"/>
              </a:solidFill>
              <a:prstDash val="solid"/>
              <a:round/>
              <a:headEnd len="med" w="med" type="none"/>
              <a:tailEnd len="med" w="med" type="none"/>
            </a:ln>
          </p:spPr>
        </p:cxnSp>
        <p:sp>
          <p:nvSpPr>
            <p:cNvPr id="255" name="Google Shape;255;p16"/>
            <p:cNvSpPr/>
            <p:nvPr/>
          </p:nvSpPr>
          <p:spPr>
            <a:xfrm>
              <a:off x="424775" y="4899809"/>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6" name="Google Shape;256;p16"/>
            <p:cNvCxnSpPr>
              <a:stCxn id="255" idx="7"/>
              <a:endCxn id="248" idx="2"/>
            </p:cNvCxnSpPr>
            <p:nvPr/>
          </p:nvCxnSpPr>
          <p:spPr>
            <a:xfrm flipH="1" rot="10800000">
              <a:off x="510045" y="4810083"/>
              <a:ext cx="114600" cy="104400"/>
            </a:xfrm>
            <a:prstGeom prst="straightConnector1">
              <a:avLst/>
            </a:prstGeom>
            <a:noFill/>
            <a:ln cap="flat" cmpd="sng" w="19050">
              <a:solidFill>
                <a:schemeClr val="dk2"/>
              </a:solidFill>
              <a:prstDash val="solid"/>
              <a:round/>
              <a:headEnd len="med" w="med" type="none"/>
              <a:tailEnd len="med" w="med" type="none"/>
            </a:ln>
          </p:spPr>
        </p:cxnSp>
      </p:grpSp>
      <p:grpSp>
        <p:nvGrpSpPr>
          <p:cNvPr id="257" name="Google Shape;257;p16"/>
          <p:cNvGrpSpPr/>
          <p:nvPr/>
        </p:nvGrpSpPr>
        <p:grpSpPr>
          <a:xfrm>
            <a:off x="8075175" y="4170197"/>
            <a:ext cx="884799" cy="689095"/>
            <a:chOff x="7432381" y="878104"/>
            <a:chExt cx="1041062" cy="810795"/>
          </a:xfrm>
        </p:grpSpPr>
        <p:sp>
          <p:nvSpPr>
            <p:cNvPr id="258" name="Google Shape;258;p16"/>
            <p:cNvSpPr/>
            <p:nvPr/>
          </p:nvSpPr>
          <p:spPr>
            <a:xfrm>
              <a:off x="7432381" y="878104"/>
              <a:ext cx="1041062" cy="810795"/>
            </a:xfrm>
            <a:custGeom>
              <a:rect b="b" l="l" r="r" t="t"/>
              <a:pathLst>
                <a:path extrusionOk="0" h="40218" w="51640">
                  <a:moveTo>
                    <a:pt x="27239" y="0"/>
                  </a:moveTo>
                  <a:cubicBezTo>
                    <a:pt x="14735" y="0"/>
                    <a:pt x="5611" y="8132"/>
                    <a:pt x="3116" y="15696"/>
                  </a:cubicBezTo>
                  <a:cubicBezTo>
                    <a:pt x="322" y="24157"/>
                    <a:pt x="1" y="34937"/>
                    <a:pt x="5907" y="35969"/>
                  </a:cubicBezTo>
                  <a:cubicBezTo>
                    <a:pt x="6282" y="36037"/>
                    <a:pt x="6661" y="36071"/>
                    <a:pt x="7040" y="36071"/>
                  </a:cubicBezTo>
                  <a:cubicBezTo>
                    <a:pt x="7116" y="36071"/>
                    <a:pt x="7192" y="36069"/>
                    <a:pt x="7267" y="36067"/>
                  </a:cubicBezTo>
                  <a:cubicBezTo>
                    <a:pt x="9701" y="35953"/>
                    <a:pt x="11313" y="34271"/>
                    <a:pt x="12483" y="32252"/>
                  </a:cubicBezTo>
                  <a:cubicBezTo>
                    <a:pt x="13685" y="30181"/>
                    <a:pt x="14421" y="27764"/>
                    <a:pt x="15087" y="26314"/>
                  </a:cubicBezTo>
                  <a:cubicBezTo>
                    <a:pt x="15148" y="26180"/>
                    <a:pt x="15213" y="26054"/>
                    <a:pt x="15286" y="25928"/>
                  </a:cubicBezTo>
                  <a:cubicBezTo>
                    <a:pt x="15294" y="25912"/>
                    <a:pt x="15302" y="25900"/>
                    <a:pt x="15310" y="25883"/>
                  </a:cubicBezTo>
                  <a:cubicBezTo>
                    <a:pt x="15367" y="25774"/>
                    <a:pt x="15436" y="25668"/>
                    <a:pt x="15509" y="25571"/>
                  </a:cubicBezTo>
                  <a:cubicBezTo>
                    <a:pt x="15655" y="25343"/>
                    <a:pt x="15822" y="25132"/>
                    <a:pt x="16009" y="24937"/>
                  </a:cubicBezTo>
                  <a:lnTo>
                    <a:pt x="16025" y="24921"/>
                  </a:lnTo>
                  <a:cubicBezTo>
                    <a:pt x="16066" y="24876"/>
                    <a:pt x="16106" y="24831"/>
                    <a:pt x="16151" y="24791"/>
                  </a:cubicBezTo>
                  <a:cubicBezTo>
                    <a:pt x="16220" y="24726"/>
                    <a:pt x="16277" y="24665"/>
                    <a:pt x="16350" y="24604"/>
                  </a:cubicBezTo>
                  <a:cubicBezTo>
                    <a:pt x="16362" y="24596"/>
                    <a:pt x="16378" y="24584"/>
                    <a:pt x="16395" y="24567"/>
                  </a:cubicBezTo>
                  <a:cubicBezTo>
                    <a:pt x="16610" y="24389"/>
                    <a:pt x="16837" y="24226"/>
                    <a:pt x="17077" y="24088"/>
                  </a:cubicBezTo>
                  <a:cubicBezTo>
                    <a:pt x="17203" y="24011"/>
                    <a:pt x="17329" y="23942"/>
                    <a:pt x="17463" y="23885"/>
                  </a:cubicBezTo>
                  <a:cubicBezTo>
                    <a:pt x="17573" y="23832"/>
                    <a:pt x="17678" y="23783"/>
                    <a:pt x="17804" y="23731"/>
                  </a:cubicBezTo>
                  <a:cubicBezTo>
                    <a:pt x="17930" y="23682"/>
                    <a:pt x="18064" y="23633"/>
                    <a:pt x="18202" y="23588"/>
                  </a:cubicBezTo>
                  <a:cubicBezTo>
                    <a:pt x="18292" y="23556"/>
                    <a:pt x="18385" y="23527"/>
                    <a:pt x="18478" y="23499"/>
                  </a:cubicBezTo>
                  <a:lnTo>
                    <a:pt x="18608" y="23466"/>
                  </a:lnTo>
                  <a:cubicBezTo>
                    <a:pt x="18698" y="23438"/>
                    <a:pt x="18791" y="23418"/>
                    <a:pt x="18885" y="23397"/>
                  </a:cubicBezTo>
                  <a:lnTo>
                    <a:pt x="18901" y="23397"/>
                  </a:lnTo>
                  <a:cubicBezTo>
                    <a:pt x="19023" y="23369"/>
                    <a:pt x="19140" y="23345"/>
                    <a:pt x="19258" y="23324"/>
                  </a:cubicBezTo>
                  <a:cubicBezTo>
                    <a:pt x="19923" y="23202"/>
                    <a:pt x="20654" y="23146"/>
                    <a:pt x="21449" y="23146"/>
                  </a:cubicBezTo>
                  <a:cubicBezTo>
                    <a:pt x="21660" y="23146"/>
                    <a:pt x="21874" y="23150"/>
                    <a:pt x="22093" y="23158"/>
                  </a:cubicBezTo>
                  <a:cubicBezTo>
                    <a:pt x="22130" y="23158"/>
                    <a:pt x="22167" y="23158"/>
                    <a:pt x="22203" y="23166"/>
                  </a:cubicBezTo>
                  <a:cubicBezTo>
                    <a:pt x="22886" y="23190"/>
                    <a:pt x="23609" y="23255"/>
                    <a:pt x="24380" y="23357"/>
                  </a:cubicBezTo>
                  <a:cubicBezTo>
                    <a:pt x="24734" y="23401"/>
                    <a:pt x="25095" y="23454"/>
                    <a:pt x="25469" y="23515"/>
                  </a:cubicBezTo>
                  <a:cubicBezTo>
                    <a:pt x="25802" y="23572"/>
                    <a:pt x="26119" y="23625"/>
                    <a:pt x="26428" y="23686"/>
                  </a:cubicBezTo>
                  <a:cubicBezTo>
                    <a:pt x="26452" y="23698"/>
                    <a:pt x="26480" y="23702"/>
                    <a:pt x="26505" y="23702"/>
                  </a:cubicBezTo>
                  <a:cubicBezTo>
                    <a:pt x="26805" y="23763"/>
                    <a:pt x="27090" y="23832"/>
                    <a:pt x="27366" y="23901"/>
                  </a:cubicBezTo>
                  <a:cubicBezTo>
                    <a:pt x="27805" y="24011"/>
                    <a:pt x="28219" y="24125"/>
                    <a:pt x="28613" y="24259"/>
                  </a:cubicBezTo>
                  <a:cubicBezTo>
                    <a:pt x="28739" y="24295"/>
                    <a:pt x="28861" y="24340"/>
                    <a:pt x="28978" y="24384"/>
                  </a:cubicBezTo>
                  <a:cubicBezTo>
                    <a:pt x="29405" y="24531"/>
                    <a:pt x="29819" y="24705"/>
                    <a:pt x="30225" y="24904"/>
                  </a:cubicBezTo>
                  <a:cubicBezTo>
                    <a:pt x="30323" y="24945"/>
                    <a:pt x="30420" y="24998"/>
                    <a:pt x="30514" y="25043"/>
                  </a:cubicBezTo>
                  <a:cubicBezTo>
                    <a:pt x="30843" y="25213"/>
                    <a:pt x="31160" y="25404"/>
                    <a:pt x="31464" y="25619"/>
                  </a:cubicBezTo>
                  <a:cubicBezTo>
                    <a:pt x="31537" y="25668"/>
                    <a:pt x="31611" y="25717"/>
                    <a:pt x="31676" y="25770"/>
                  </a:cubicBezTo>
                  <a:cubicBezTo>
                    <a:pt x="31765" y="25835"/>
                    <a:pt x="31842" y="25900"/>
                    <a:pt x="31923" y="25965"/>
                  </a:cubicBezTo>
                  <a:cubicBezTo>
                    <a:pt x="31996" y="26025"/>
                    <a:pt x="32065" y="26086"/>
                    <a:pt x="32130" y="26147"/>
                  </a:cubicBezTo>
                  <a:cubicBezTo>
                    <a:pt x="32281" y="26281"/>
                    <a:pt x="32423" y="26419"/>
                    <a:pt x="32553" y="26574"/>
                  </a:cubicBezTo>
                  <a:cubicBezTo>
                    <a:pt x="32598" y="26619"/>
                    <a:pt x="32638" y="26663"/>
                    <a:pt x="32679" y="26716"/>
                  </a:cubicBezTo>
                  <a:cubicBezTo>
                    <a:pt x="32711" y="26749"/>
                    <a:pt x="32740" y="26785"/>
                    <a:pt x="32764" y="26826"/>
                  </a:cubicBezTo>
                  <a:cubicBezTo>
                    <a:pt x="32817" y="26883"/>
                    <a:pt x="32862" y="26948"/>
                    <a:pt x="32902" y="27013"/>
                  </a:cubicBezTo>
                  <a:cubicBezTo>
                    <a:pt x="33032" y="27195"/>
                    <a:pt x="33150" y="27386"/>
                    <a:pt x="33243" y="27585"/>
                  </a:cubicBezTo>
                  <a:cubicBezTo>
                    <a:pt x="33276" y="27650"/>
                    <a:pt x="33308" y="27711"/>
                    <a:pt x="33333" y="27780"/>
                  </a:cubicBezTo>
                  <a:cubicBezTo>
                    <a:pt x="33353" y="27825"/>
                    <a:pt x="33373" y="27874"/>
                    <a:pt x="33394" y="27926"/>
                  </a:cubicBezTo>
                  <a:cubicBezTo>
                    <a:pt x="33414" y="27983"/>
                    <a:pt x="33430" y="28032"/>
                    <a:pt x="33455" y="28089"/>
                  </a:cubicBezTo>
                  <a:cubicBezTo>
                    <a:pt x="33503" y="28243"/>
                    <a:pt x="33544" y="28406"/>
                    <a:pt x="33576" y="28568"/>
                  </a:cubicBezTo>
                  <a:cubicBezTo>
                    <a:pt x="33593" y="28637"/>
                    <a:pt x="33605" y="28710"/>
                    <a:pt x="33613" y="28784"/>
                  </a:cubicBezTo>
                  <a:cubicBezTo>
                    <a:pt x="33930" y="31103"/>
                    <a:pt x="33373" y="39162"/>
                    <a:pt x="37923" y="40124"/>
                  </a:cubicBezTo>
                  <a:cubicBezTo>
                    <a:pt x="38231" y="40185"/>
                    <a:pt x="38544" y="40218"/>
                    <a:pt x="38861" y="40218"/>
                  </a:cubicBezTo>
                  <a:lnTo>
                    <a:pt x="38865" y="40218"/>
                  </a:lnTo>
                  <a:cubicBezTo>
                    <a:pt x="40656" y="40218"/>
                    <a:pt x="42801" y="39267"/>
                    <a:pt x="44795" y="37517"/>
                  </a:cubicBezTo>
                  <a:cubicBezTo>
                    <a:pt x="44800" y="37509"/>
                    <a:pt x="44808" y="37509"/>
                    <a:pt x="44812" y="37504"/>
                  </a:cubicBezTo>
                  <a:cubicBezTo>
                    <a:pt x="47943" y="34755"/>
                    <a:pt x="50685" y="30051"/>
                    <a:pt x="51100" y="23995"/>
                  </a:cubicBezTo>
                  <a:cubicBezTo>
                    <a:pt x="51640" y="16009"/>
                    <a:pt x="48878" y="7970"/>
                    <a:pt x="41152" y="3494"/>
                  </a:cubicBezTo>
                  <a:cubicBezTo>
                    <a:pt x="39328" y="2442"/>
                    <a:pt x="37224" y="1581"/>
                    <a:pt x="34823" y="972"/>
                  </a:cubicBezTo>
                  <a:cubicBezTo>
                    <a:pt x="34815" y="972"/>
                    <a:pt x="34807" y="968"/>
                    <a:pt x="34799" y="963"/>
                  </a:cubicBezTo>
                  <a:cubicBezTo>
                    <a:pt x="34783" y="963"/>
                    <a:pt x="34763" y="959"/>
                    <a:pt x="34746" y="955"/>
                  </a:cubicBezTo>
                  <a:cubicBezTo>
                    <a:pt x="33824" y="724"/>
                    <a:pt x="32862" y="517"/>
                    <a:pt x="31858" y="366"/>
                  </a:cubicBezTo>
                  <a:cubicBezTo>
                    <a:pt x="31070" y="236"/>
                    <a:pt x="30294" y="151"/>
                    <a:pt x="29527" y="90"/>
                  </a:cubicBezTo>
                  <a:cubicBezTo>
                    <a:pt x="28752" y="30"/>
                    <a:pt x="27989" y="0"/>
                    <a:pt x="2723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6"/>
            <p:cNvSpPr/>
            <p:nvPr/>
          </p:nvSpPr>
          <p:spPr>
            <a:xfrm>
              <a:off x="8122074" y="1104025"/>
              <a:ext cx="257544" cy="252564"/>
            </a:xfrm>
            <a:custGeom>
              <a:rect b="b" l="l" r="r" t="t"/>
              <a:pathLst>
                <a:path extrusionOk="0" h="12528" w="12775">
                  <a:moveTo>
                    <a:pt x="7430" y="1"/>
                  </a:moveTo>
                  <a:cubicBezTo>
                    <a:pt x="5345" y="1"/>
                    <a:pt x="3125" y="1340"/>
                    <a:pt x="1808" y="3621"/>
                  </a:cubicBezTo>
                  <a:cubicBezTo>
                    <a:pt x="0" y="6757"/>
                    <a:pt x="581" y="10481"/>
                    <a:pt x="3108" y="11940"/>
                  </a:cubicBezTo>
                  <a:cubicBezTo>
                    <a:pt x="3798" y="12339"/>
                    <a:pt x="4561" y="12527"/>
                    <a:pt x="5344" y="12527"/>
                  </a:cubicBezTo>
                  <a:cubicBezTo>
                    <a:pt x="7428" y="12527"/>
                    <a:pt x="9646" y="11186"/>
                    <a:pt x="10963" y="8905"/>
                  </a:cubicBezTo>
                  <a:cubicBezTo>
                    <a:pt x="12775" y="5770"/>
                    <a:pt x="12194" y="2049"/>
                    <a:pt x="9663" y="587"/>
                  </a:cubicBezTo>
                  <a:cubicBezTo>
                    <a:pt x="8974" y="189"/>
                    <a:pt x="8212" y="1"/>
                    <a:pt x="743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6"/>
            <p:cNvSpPr/>
            <p:nvPr/>
          </p:nvSpPr>
          <p:spPr>
            <a:xfrm>
              <a:off x="7588061" y="1015197"/>
              <a:ext cx="257564" cy="252585"/>
            </a:xfrm>
            <a:custGeom>
              <a:rect b="b" l="l" r="r" t="t"/>
              <a:pathLst>
                <a:path extrusionOk="0" h="12529" w="12776">
                  <a:moveTo>
                    <a:pt x="7435" y="0"/>
                  </a:moveTo>
                  <a:cubicBezTo>
                    <a:pt x="5349" y="0"/>
                    <a:pt x="3130" y="1342"/>
                    <a:pt x="1812" y="3624"/>
                  </a:cubicBezTo>
                  <a:cubicBezTo>
                    <a:pt x="0" y="6759"/>
                    <a:pt x="581" y="10484"/>
                    <a:pt x="3112" y="11942"/>
                  </a:cubicBezTo>
                  <a:cubicBezTo>
                    <a:pt x="3801" y="12340"/>
                    <a:pt x="4564" y="12528"/>
                    <a:pt x="5345" y="12528"/>
                  </a:cubicBezTo>
                  <a:cubicBezTo>
                    <a:pt x="7430" y="12528"/>
                    <a:pt x="9649" y="11189"/>
                    <a:pt x="10964" y="8908"/>
                  </a:cubicBezTo>
                  <a:cubicBezTo>
                    <a:pt x="12775" y="5772"/>
                    <a:pt x="12194" y="2048"/>
                    <a:pt x="9668" y="585"/>
                  </a:cubicBezTo>
                  <a:cubicBezTo>
                    <a:pt x="8978" y="188"/>
                    <a:pt x="8216" y="0"/>
                    <a:pt x="74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6"/>
            <p:cNvSpPr/>
            <p:nvPr/>
          </p:nvSpPr>
          <p:spPr>
            <a:xfrm>
              <a:off x="7815311" y="879918"/>
              <a:ext cx="446705" cy="517709"/>
            </a:xfrm>
            <a:custGeom>
              <a:rect b="b" l="l" r="r" t="t"/>
              <a:pathLst>
                <a:path extrusionOk="0" h="25680" w="22158">
                  <a:moveTo>
                    <a:pt x="10533" y="0"/>
                  </a:moveTo>
                  <a:cubicBezTo>
                    <a:pt x="10301" y="146"/>
                    <a:pt x="10029" y="333"/>
                    <a:pt x="9720" y="569"/>
                  </a:cubicBezTo>
                  <a:lnTo>
                    <a:pt x="9716" y="569"/>
                  </a:lnTo>
                  <a:cubicBezTo>
                    <a:pt x="8047" y="1852"/>
                    <a:pt x="5325" y="4602"/>
                    <a:pt x="2722" y="10098"/>
                  </a:cubicBezTo>
                  <a:cubicBezTo>
                    <a:pt x="1483" y="12718"/>
                    <a:pt x="776" y="14993"/>
                    <a:pt x="398" y="16890"/>
                  </a:cubicBezTo>
                  <a:cubicBezTo>
                    <a:pt x="276" y="17507"/>
                    <a:pt x="187" y="18092"/>
                    <a:pt x="126" y="18632"/>
                  </a:cubicBezTo>
                  <a:lnTo>
                    <a:pt x="126" y="18636"/>
                  </a:lnTo>
                  <a:cubicBezTo>
                    <a:pt x="53" y="19266"/>
                    <a:pt x="12" y="19895"/>
                    <a:pt x="8" y="20529"/>
                  </a:cubicBezTo>
                  <a:lnTo>
                    <a:pt x="8" y="20558"/>
                  </a:lnTo>
                  <a:cubicBezTo>
                    <a:pt x="0" y="21813"/>
                    <a:pt x="142" y="22710"/>
                    <a:pt x="264" y="23230"/>
                  </a:cubicBezTo>
                  <a:lnTo>
                    <a:pt x="264" y="23234"/>
                  </a:lnTo>
                  <a:cubicBezTo>
                    <a:pt x="929" y="23112"/>
                    <a:pt x="1660" y="23056"/>
                    <a:pt x="2455" y="23056"/>
                  </a:cubicBezTo>
                  <a:cubicBezTo>
                    <a:pt x="2666" y="23056"/>
                    <a:pt x="2880" y="23060"/>
                    <a:pt x="3099" y="23068"/>
                  </a:cubicBezTo>
                  <a:cubicBezTo>
                    <a:pt x="3136" y="23068"/>
                    <a:pt x="3173" y="23072"/>
                    <a:pt x="3209" y="23076"/>
                  </a:cubicBezTo>
                  <a:cubicBezTo>
                    <a:pt x="3892" y="23100"/>
                    <a:pt x="4615" y="23165"/>
                    <a:pt x="5386" y="23267"/>
                  </a:cubicBezTo>
                  <a:cubicBezTo>
                    <a:pt x="5736" y="23311"/>
                    <a:pt x="6101" y="23364"/>
                    <a:pt x="6475" y="23425"/>
                  </a:cubicBezTo>
                  <a:cubicBezTo>
                    <a:pt x="6808" y="23482"/>
                    <a:pt x="7125" y="23535"/>
                    <a:pt x="7434" y="23596"/>
                  </a:cubicBezTo>
                  <a:cubicBezTo>
                    <a:pt x="7458" y="23608"/>
                    <a:pt x="7486" y="23612"/>
                    <a:pt x="7511" y="23612"/>
                  </a:cubicBezTo>
                  <a:cubicBezTo>
                    <a:pt x="7811" y="23673"/>
                    <a:pt x="8096" y="23742"/>
                    <a:pt x="8372" y="23811"/>
                  </a:cubicBezTo>
                  <a:cubicBezTo>
                    <a:pt x="8811" y="23921"/>
                    <a:pt x="9225" y="24035"/>
                    <a:pt x="9615" y="24169"/>
                  </a:cubicBezTo>
                  <a:cubicBezTo>
                    <a:pt x="9745" y="24205"/>
                    <a:pt x="9863" y="24250"/>
                    <a:pt x="9984" y="24294"/>
                  </a:cubicBezTo>
                  <a:cubicBezTo>
                    <a:pt x="10411" y="24445"/>
                    <a:pt x="10825" y="24615"/>
                    <a:pt x="11231" y="24814"/>
                  </a:cubicBezTo>
                  <a:cubicBezTo>
                    <a:pt x="11329" y="24855"/>
                    <a:pt x="11422" y="24908"/>
                    <a:pt x="11516" y="24953"/>
                  </a:cubicBezTo>
                  <a:cubicBezTo>
                    <a:pt x="11849" y="25123"/>
                    <a:pt x="12166" y="25314"/>
                    <a:pt x="12470" y="25529"/>
                  </a:cubicBezTo>
                  <a:cubicBezTo>
                    <a:pt x="12543" y="25578"/>
                    <a:pt x="12612" y="25627"/>
                    <a:pt x="12682" y="25680"/>
                  </a:cubicBezTo>
                  <a:cubicBezTo>
                    <a:pt x="12682" y="24863"/>
                    <a:pt x="12706" y="23645"/>
                    <a:pt x="12840" y="22170"/>
                  </a:cubicBezTo>
                  <a:cubicBezTo>
                    <a:pt x="12844" y="22146"/>
                    <a:pt x="12848" y="22121"/>
                    <a:pt x="12848" y="22097"/>
                  </a:cubicBezTo>
                  <a:cubicBezTo>
                    <a:pt x="13116" y="19197"/>
                    <a:pt x="13790" y="15330"/>
                    <a:pt x="15415" y="11638"/>
                  </a:cubicBezTo>
                  <a:cubicBezTo>
                    <a:pt x="17873" y="6073"/>
                    <a:pt x="20899" y="4046"/>
                    <a:pt x="22158" y="3404"/>
                  </a:cubicBezTo>
                  <a:cubicBezTo>
                    <a:pt x="20334" y="2352"/>
                    <a:pt x="18230" y="1491"/>
                    <a:pt x="15829" y="882"/>
                  </a:cubicBezTo>
                  <a:cubicBezTo>
                    <a:pt x="15821" y="882"/>
                    <a:pt x="15813" y="882"/>
                    <a:pt x="15809" y="878"/>
                  </a:cubicBezTo>
                  <a:cubicBezTo>
                    <a:pt x="15789" y="878"/>
                    <a:pt x="15769" y="873"/>
                    <a:pt x="15752" y="865"/>
                  </a:cubicBezTo>
                  <a:cubicBezTo>
                    <a:pt x="14830" y="634"/>
                    <a:pt x="13868" y="431"/>
                    <a:pt x="12864" y="276"/>
                  </a:cubicBezTo>
                  <a:cubicBezTo>
                    <a:pt x="12076" y="150"/>
                    <a:pt x="11300" y="61"/>
                    <a:pt x="1053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6"/>
            <p:cNvSpPr/>
            <p:nvPr/>
          </p:nvSpPr>
          <p:spPr>
            <a:xfrm>
              <a:off x="7578807" y="1283476"/>
              <a:ext cx="637036" cy="405377"/>
            </a:xfrm>
            <a:custGeom>
              <a:rect b="b" l="l" r="r" t="t"/>
              <a:pathLst>
                <a:path extrusionOk="0" h="20108" w="31599">
                  <a:moveTo>
                    <a:pt x="16485" y="0"/>
                  </a:moveTo>
                  <a:cubicBezTo>
                    <a:pt x="14668" y="0"/>
                    <a:pt x="13148" y="174"/>
                    <a:pt x="11869" y="480"/>
                  </a:cubicBezTo>
                  <a:lnTo>
                    <a:pt x="11857" y="480"/>
                  </a:lnTo>
                  <a:cubicBezTo>
                    <a:pt x="11821" y="492"/>
                    <a:pt x="11780" y="504"/>
                    <a:pt x="11739" y="508"/>
                  </a:cubicBezTo>
                  <a:cubicBezTo>
                    <a:pt x="5317" y="2129"/>
                    <a:pt x="5159" y="7255"/>
                    <a:pt x="4233" y="11154"/>
                  </a:cubicBezTo>
                  <a:cubicBezTo>
                    <a:pt x="4083" y="11808"/>
                    <a:pt x="3863" y="12442"/>
                    <a:pt x="3579" y="13043"/>
                  </a:cubicBezTo>
                  <a:cubicBezTo>
                    <a:pt x="2214" y="15886"/>
                    <a:pt x="0" y="15955"/>
                    <a:pt x="0" y="15955"/>
                  </a:cubicBezTo>
                  <a:cubicBezTo>
                    <a:pt x="4" y="15955"/>
                    <a:pt x="4" y="15955"/>
                    <a:pt x="4" y="15960"/>
                  </a:cubicBezTo>
                  <a:cubicBezTo>
                    <a:pt x="2438" y="15846"/>
                    <a:pt x="4050" y="14164"/>
                    <a:pt x="5220" y="12145"/>
                  </a:cubicBezTo>
                  <a:cubicBezTo>
                    <a:pt x="6422" y="10074"/>
                    <a:pt x="7158" y="7657"/>
                    <a:pt x="7824" y="6207"/>
                  </a:cubicBezTo>
                  <a:cubicBezTo>
                    <a:pt x="7885" y="6073"/>
                    <a:pt x="7950" y="5947"/>
                    <a:pt x="8023" y="5821"/>
                  </a:cubicBezTo>
                  <a:cubicBezTo>
                    <a:pt x="8031" y="5805"/>
                    <a:pt x="8039" y="5793"/>
                    <a:pt x="8047" y="5776"/>
                  </a:cubicBezTo>
                  <a:cubicBezTo>
                    <a:pt x="8104" y="5667"/>
                    <a:pt x="8173" y="5561"/>
                    <a:pt x="8246" y="5464"/>
                  </a:cubicBezTo>
                  <a:cubicBezTo>
                    <a:pt x="8392" y="5236"/>
                    <a:pt x="8559" y="5025"/>
                    <a:pt x="8746" y="4830"/>
                  </a:cubicBezTo>
                  <a:lnTo>
                    <a:pt x="8762" y="4814"/>
                  </a:lnTo>
                  <a:cubicBezTo>
                    <a:pt x="8803" y="4769"/>
                    <a:pt x="8843" y="4724"/>
                    <a:pt x="8888" y="4684"/>
                  </a:cubicBezTo>
                  <a:cubicBezTo>
                    <a:pt x="8957" y="4619"/>
                    <a:pt x="9014" y="4558"/>
                    <a:pt x="9087" y="4497"/>
                  </a:cubicBezTo>
                  <a:cubicBezTo>
                    <a:pt x="9099" y="4485"/>
                    <a:pt x="9115" y="4477"/>
                    <a:pt x="9132" y="4460"/>
                  </a:cubicBezTo>
                  <a:cubicBezTo>
                    <a:pt x="9347" y="4282"/>
                    <a:pt x="9574" y="4119"/>
                    <a:pt x="9814" y="3981"/>
                  </a:cubicBezTo>
                  <a:cubicBezTo>
                    <a:pt x="9940" y="3904"/>
                    <a:pt x="10066" y="3835"/>
                    <a:pt x="10200" y="3778"/>
                  </a:cubicBezTo>
                  <a:cubicBezTo>
                    <a:pt x="10310" y="3725"/>
                    <a:pt x="10415" y="3672"/>
                    <a:pt x="10541" y="3624"/>
                  </a:cubicBezTo>
                  <a:cubicBezTo>
                    <a:pt x="10667" y="3575"/>
                    <a:pt x="10801" y="3526"/>
                    <a:pt x="10939" y="3481"/>
                  </a:cubicBezTo>
                  <a:cubicBezTo>
                    <a:pt x="11029" y="3449"/>
                    <a:pt x="11122" y="3420"/>
                    <a:pt x="11215" y="3392"/>
                  </a:cubicBezTo>
                  <a:lnTo>
                    <a:pt x="11345" y="3359"/>
                  </a:lnTo>
                  <a:cubicBezTo>
                    <a:pt x="11435" y="3331"/>
                    <a:pt x="11528" y="3311"/>
                    <a:pt x="11622" y="3286"/>
                  </a:cubicBezTo>
                  <a:lnTo>
                    <a:pt x="11638" y="3286"/>
                  </a:lnTo>
                  <a:cubicBezTo>
                    <a:pt x="11756" y="3262"/>
                    <a:pt x="11877" y="3234"/>
                    <a:pt x="11995" y="3209"/>
                  </a:cubicBezTo>
                  <a:cubicBezTo>
                    <a:pt x="12659" y="3094"/>
                    <a:pt x="13388" y="3039"/>
                    <a:pt x="14180" y="3039"/>
                  </a:cubicBezTo>
                  <a:cubicBezTo>
                    <a:pt x="14393" y="3039"/>
                    <a:pt x="14609" y="3043"/>
                    <a:pt x="14830" y="3051"/>
                  </a:cubicBezTo>
                  <a:cubicBezTo>
                    <a:pt x="14867" y="3051"/>
                    <a:pt x="14904" y="3051"/>
                    <a:pt x="14940" y="3055"/>
                  </a:cubicBezTo>
                  <a:cubicBezTo>
                    <a:pt x="15623" y="3083"/>
                    <a:pt x="16346" y="3148"/>
                    <a:pt x="17117" y="3250"/>
                  </a:cubicBezTo>
                  <a:cubicBezTo>
                    <a:pt x="17471" y="3294"/>
                    <a:pt x="17832" y="3347"/>
                    <a:pt x="18206" y="3408"/>
                  </a:cubicBezTo>
                  <a:cubicBezTo>
                    <a:pt x="18539" y="3465"/>
                    <a:pt x="18856" y="3518"/>
                    <a:pt x="19165" y="3579"/>
                  </a:cubicBezTo>
                  <a:cubicBezTo>
                    <a:pt x="19189" y="3591"/>
                    <a:pt x="19217" y="3595"/>
                    <a:pt x="19242" y="3595"/>
                  </a:cubicBezTo>
                  <a:cubicBezTo>
                    <a:pt x="19542" y="3656"/>
                    <a:pt x="19827" y="3725"/>
                    <a:pt x="20103" y="3794"/>
                  </a:cubicBezTo>
                  <a:cubicBezTo>
                    <a:pt x="20542" y="3904"/>
                    <a:pt x="20956" y="4018"/>
                    <a:pt x="21350" y="4152"/>
                  </a:cubicBezTo>
                  <a:cubicBezTo>
                    <a:pt x="21476" y="4188"/>
                    <a:pt x="21598" y="4233"/>
                    <a:pt x="21715" y="4277"/>
                  </a:cubicBezTo>
                  <a:cubicBezTo>
                    <a:pt x="22142" y="4424"/>
                    <a:pt x="22556" y="4598"/>
                    <a:pt x="22962" y="4793"/>
                  </a:cubicBezTo>
                  <a:cubicBezTo>
                    <a:pt x="23060" y="4838"/>
                    <a:pt x="23157" y="4891"/>
                    <a:pt x="23251" y="4931"/>
                  </a:cubicBezTo>
                  <a:cubicBezTo>
                    <a:pt x="23580" y="5106"/>
                    <a:pt x="23897" y="5297"/>
                    <a:pt x="24201" y="5512"/>
                  </a:cubicBezTo>
                  <a:cubicBezTo>
                    <a:pt x="24274" y="5561"/>
                    <a:pt x="24348" y="5610"/>
                    <a:pt x="24413" y="5663"/>
                  </a:cubicBezTo>
                  <a:cubicBezTo>
                    <a:pt x="24502" y="5728"/>
                    <a:pt x="24579" y="5793"/>
                    <a:pt x="24660" y="5858"/>
                  </a:cubicBezTo>
                  <a:cubicBezTo>
                    <a:pt x="24733" y="5918"/>
                    <a:pt x="24802" y="5979"/>
                    <a:pt x="24867" y="6040"/>
                  </a:cubicBezTo>
                  <a:cubicBezTo>
                    <a:pt x="25018" y="6174"/>
                    <a:pt x="25160" y="6312"/>
                    <a:pt x="25290" y="6467"/>
                  </a:cubicBezTo>
                  <a:cubicBezTo>
                    <a:pt x="25335" y="6512"/>
                    <a:pt x="25375" y="6556"/>
                    <a:pt x="25416" y="6609"/>
                  </a:cubicBezTo>
                  <a:cubicBezTo>
                    <a:pt x="25448" y="6642"/>
                    <a:pt x="25477" y="6678"/>
                    <a:pt x="25501" y="6719"/>
                  </a:cubicBezTo>
                  <a:cubicBezTo>
                    <a:pt x="25554" y="6776"/>
                    <a:pt x="25599" y="6841"/>
                    <a:pt x="25639" y="6906"/>
                  </a:cubicBezTo>
                  <a:cubicBezTo>
                    <a:pt x="25769" y="7088"/>
                    <a:pt x="25887" y="7279"/>
                    <a:pt x="25980" y="7478"/>
                  </a:cubicBezTo>
                  <a:cubicBezTo>
                    <a:pt x="26013" y="7543"/>
                    <a:pt x="26045" y="7604"/>
                    <a:pt x="26070" y="7673"/>
                  </a:cubicBezTo>
                  <a:cubicBezTo>
                    <a:pt x="26090" y="7718"/>
                    <a:pt x="26110" y="7767"/>
                    <a:pt x="26131" y="7819"/>
                  </a:cubicBezTo>
                  <a:cubicBezTo>
                    <a:pt x="26151" y="7876"/>
                    <a:pt x="26167" y="7925"/>
                    <a:pt x="26192" y="7982"/>
                  </a:cubicBezTo>
                  <a:cubicBezTo>
                    <a:pt x="26240" y="8136"/>
                    <a:pt x="26281" y="8299"/>
                    <a:pt x="26313" y="8461"/>
                  </a:cubicBezTo>
                  <a:cubicBezTo>
                    <a:pt x="26330" y="8530"/>
                    <a:pt x="26342" y="8603"/>
                    <a:pt x="26350" y="8677"/>
                  </a:cubicBezTo>
                  <a:cubicBezTo>
                    <a:pt x="26667" y="10996"/>
                    <a:pt x="26110" y="19055"/>
                    <a:pt x="30660" y="20017"/>
                  </a:cubicBezTo>
                  <a:cubicBezTo>
                    <a:pt x="30951" y="20075"/>
                    <a:pt x="31246" y="20107"/>
                    <a:pt x="31545" y="20107"/>
                  </a:cubicBezTo>
                  <a:cubicBezTo>
                    <a:pt x="31563" y="20107"/>
                    <a:pt x="31580" y="20107"/>
                    <a:pt x="31598" y="20107"/>
                  </a:cubicBezTo>
                  <a:cubicBezTo>
                    <a:pt x="31574" y="20107"/>
                    <a:pt x="31553" y="20103"/>
                    <a:pt x="31529" y="20103"/>
                  </a:cubicBezTo>
                  <a:cubicBezTo>
                    <a:pt x="28263" y="19806"/>
                    <a:pt x="27942" y="16102"/>
                    <a:pt x="28584" y="12267"/>
                  </a:cubicBezTo>
                  <a:cubicBezTo>
                    <a:pt x="29019" y="9651"/>
                    <a:pt x="28523" y="4907"/>
                    <a:pt x="24571" y="2149"/>
                  </a:cubicBezTo>
                  <a:cubicBezTo>
                    <a:pt x="24445" y="2056"/>
                    <a:pt x="24311" y="1970"/>
                    <a:pt x="24173" y="1885"/>
                  </a:cubicBezTo>
                  <a:cubicBezTo>
                    <a:pt x="22377" y="756"/>
                    <a:pt x="19920" y="17"/>
                    <a:pt x="16610" y="0"/>
                  </a:cubicBezTo>
                  <a:cubicBezTo>
                    <a:pt x="16568" y="0"/>
                    <a:pt x="16526" y="0"/>
                    <a:pt x="1648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6"/>
            <p:cNvSpPr/>
            <p:nvPr/>
          </p:nvSpPr>
          <p:spPr>
            <a:xfrm>
              <a:off x="7563747" y="1007637"/>
              <a:ext cx="257544" cy="252524"/>
            </a:xfrm>
            <a:custGeom>
              <a:rect b="b" l="l" r="r" t="t"/>
              <a:pathLst>
                <a:path extrusionOk="0" h="12526" w="12775">
                  <a:moveTo>
                    <a:pt x="7430" y="1"/>
                  </a:moveTo>
                  <a:cubicBezTo>
                    <a:pt x="5345" y="1"/>
                    <a:pt x="3125" y="1340"/>
                    <a:pt x="1808" y="3621"/>
                  </a:cubicBezTo>
                  <a:cubicBezTo>
                    <a:pt x="0" y="6757"/>
                    <a:pt x="581" y="10481"/>
                    <a:pt x="3107" y="11940"/>
                  </a:cubicBezTo>
                  <a:cubicBezTo>
                    <a:pt x="3797" y="12337"/>
                    <a:pt x="4561" y="12526"/>
                    <a:pt x="5343" y="12526"/>
                  </a:cubicBezTo>
                  <a:cubicBezTo>
                    <a:pt x="7428" y="12526"/>
                    <a:pt x="9646" y="11186"/>
                    <a:pt x="10963" y="8905"/>
                  </a:cubicBezTo>
                  <a:cubicBezTo>
                    <a:pt x="12775" y="5770"/>
                    <a:pt x="12190" y="2045"/>
                    <a:pt x="9663" y="587"/>
                  </a:cubicBezTo>
                  <a:cubicBezTo>
                    <a:pt x="8974" y="189"/>
                    <a:pt x="8212" y="1"/>
                    <a:pt x="74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6"/>
            <p:cNvSpPr/>
            <p:nvPr/>
          </p:nvSpPr>
          <p:spPr>
            <a:xfrm>
              <a:off x="7909723" y="1156362"/>
              <a:ext cx="89531" cy="87837"/>
            </a:xfrm>
            <a:custGeom>
              <a:rect b="b" l="l" r="r" t="t"/>
              <a:pathLst>
                <a:path extrusionOk="0" h="4357" w="4441">
                  <a:moveTo>
                    <a:pt x="2584" y="1"/>
                  </a:moveTo>
                  <a:cubicBezTo>
                    <a:pt x="1859" y="1"/>
                    <a:pt x="1088" y="468"/>
                    <a:pt x="630" y="1260"/>
                  </a:cubicBezTo>
                  <a:cubicBezTo>
                    <a:pt x="1" y="2349"/>
                    <a:pt x="200" y="3645"/>
                    <a:pt x="1081" y="4152"/>
                  </a:cubicBezTo>
                  <a:cubicBezTo>
                    <a:pt x="1320" y="4291"/>
                    <a:pt x="1584" y="4356"/>
                    <a:pt x="1855" y="4356"/>
                  </a:cubicBezTo>
                  <a:cubicBezTo>
                    <a:pt x="2580" y="4356"/>
                    <a:pt x="3352" y="3889"/>
                    <a:pt x="3811" y="3096"/>
                  </a:cubicBezTo>
                  <a:cubicBezTo>
                    <a:pt x="4440" y="2008"/>
                    <a:pt x="4237" y="712"/>
                    <a:pt x="3360" y="204"/>
                  </a:cubicBezTo>
                  <a:cubicBezTo>
                    <a:pt x="3120" y="66"/>
                    <a:pt x="2855" y="1"/>
                    <a:pt x="258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6"/>
            <p:cNvSpPr/>
            <p:nvPr/>
          </p:nvSpPr>
          <p:spPr>
            <a:xfrm>
              <a:off x="7821117" y="1207752"/>
              <a:ext cx="63726" cy="62536"/>
            </a:xfrm>
            <a:custGeom>
              <a:rect b="b" l="l" r="r" t="t"/>
              <a:pathLst>
                <a:path extrusionOk="0" h="3102" w="3161">
                  <a:moveTo>
                    <a:pt x="1841" y="0"/>
                  </a:moveTo>
                  <a:cubicBezTo>
                    <a:pt x="1325" y="0"/>
                    <a:pt x="775" y="332"/>
                    <a:pt x="447" y="897"/>
                  </a:cubicBezTo>
                  <a:cubicBezTo>
                    <a:pt x="1" y="1673"/>
                    <a:pt x="147" y="2595"/>
                    <a:pt x="768" y="2956"/>
                  </a:cubicBezTo>
                  <a:cubicBezTo>
                    <a:pt x="939" y="3055"/>
                    <a:pt x="1128" y="3101"/>
                    <a:pt x="1321" y="3101"/>
                  </a:cubicBezTo>
                  <a:cubicBezTo>
                    <a:pt x="1838" y="3101"/>
                    <a:pt x="2389" y="2769"/>
                    <a:pt x="2714" y="2205"/>
                  </a:cubicBezTo>
                  <a:cubicBezTo>
                    <a:pt x="3161" y="1433"/>
                    <a:pt x="3015" y="507"/>
                    <a:pt x="2393" y="145"/>
                  </a:cubicBezTo>
                  <a:cubicBezTo>
                    <a:pt x="2223" y="47"/>
                    <a:pt x="2034" y="0"/>
                    <a:pt x="184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6"/>
            <p:cNvSpPr/>
            <p:nvPr/>
          </p:nvSpPr>
          <p:spPr>
            <a:xfrm>
              <a:off x="8003974" y="1219708"/>
              <a:ext cx="63746" cy="62536"/>
            </a:xfrm>
            <a:custGeom>
              <a:rect b="b" l="l" r="r" t="t"/>
              <a:pathLst>
                <a:path extrusionOk="0" h="3102" w="3162">
                  <a:moveTo>
                    <a:pt x="1840" y="0"/>
                  </a:moveTo>
                  <a:cubicBezTo>
                    <a:pt x="1323" y="0"/>
                    <a:pt x="773" y="332"/>
                    <a:pt x="448" y="897"/>
                  </a:cubicBezTo>
                  <a:cubicBezTo>
                    <a:pt x="1" y="1673"/>
                    <a:pt x="147" y="2595"/>
                    <a:pt x="769" y="2956"/>
                  </a:cubicBezTo>
                  <a:cubicBezTo>
                    <a:pt x="939" y="3055"/>
                    <a:pt x="1128" y="3101"/>
                    <a:pt x="1322" y="3101"/>
                  </a:cubicBezTo>
                  <a:cubicBezTo>
                    <a:pt x="1838" y="3101"/>
                    <a:pt x="2389" y="2769"/>
                    <a:pt x="2714" y="2205"/>
                  </a:cubicBezTo>
                  <a:cubicBezTo>
                    <a:pt x="3161" y="1429"/>
                    <a:pt x="3015" y="507"/>
                    <a:pt x="2393" y="145"/>
                  </a:cubicBezTo>
                  <a:cubicBezTo>
                    <a:pt x="2223" y="47"/>
                    <a:pt x="2034" y="0"/>
                    <a:pt x="184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6"/>
            <p:cNvSpPr/>
            <p:nvPr/>
          </p:nvSpPr>
          <p:spPr>
            <a:xfrm>
              <a:off x="8097660" y="1096404"/>
              <a:ext cx="257564" cy="252605"/>
            </a:xfrm>
            <a:custGeom>
              <a:rect b="b" l="l" r="r" t="t"/>
              <a:pathLst>
                <a:path extrusionOk="0" h="12530" w="12776">
                  <a:moveTo>
                    <a:pt x="7431" y="1"/>
                  </a:moveTo>
                  <a:cubicBezTo>
                    <a:pt x="5346" y="1"/>
                    <a:pt x="3127" y="1340"/>
                    <a:pt x="1812" y="3621"/>
                  </a:cubicBezTo>
                  <a:cubicBezTo>
                    <a:pt x="1" y="6757"/>
                    <a:pt x="582" y="10482"/>
                    <a:pt x="3112" y="11944"/>
                  </a:cubicBezTo>
                  <a:cubicBezTo>
                    <a:pt x="3800" y="12341"/>
                    <a:pt x="4562" y="12529"/>
                    <a:pt x="5343" y="12529"/>
                  </a:cubicBezTo>
                  <a:cubicBezTo>
                    <a:pt x="7428" y="12529"/>
                    <a:pt x="9649" y="11187"/>
                    <a:pt x="10964" y="8906"/>
                  </a:cubicBezTo>
                  <a:cubicBezTo>
                    <a:pt x="12775" y="5770"/>
                    <a:pt x="12195" y="2045"/>
                    <a:pt x="9664" y="587"/>
                  </a:cubicBezTo>
                  <a:cubicBezTo>
                    <a:pt x="8975" y="189"/>
                    <a:pt x="8212" y="1"/>
                    <a:pt x="74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6"/>
            <p:cNvSpPr/>
            <p:nvPr/>
          </p:nvSpPr>
          <p:spPr>
            <a:xfrm>
              <a:off x="8215176" y="1123097"/>
              <a:ext cx="56186" cy="55097"/>
            </a:xfrm>
            <a:custGeom>
              <a:rect b="b" l="l" r="r" t="t"/>
              <a:pathLst>
                <a:path extrusionOk="0" h="2733" w="2787">
                  <a:moveTo>
                    <a:pt x="1620" y="0"/>
                  </a:moveTo>
                  <a:cubicBezTo>
                    <a:pt x="1166" y="0"/>
                    <a:pt x="684" y="291"/>
                    <a:pt x="395" y="790"/>
                  </a:cubicBezTo>
                  <a:cubicBezTo>
                    <a:pt x="1" y="1472"/>
                    <a:pt x="126" y="2285"/>
                    <a:pt x="679" y="2606"/>
                  </a:cubicBezTo>
                  <a:cubicBezTo>
                    <a:pt x="829" y="2692"/>
                    <a:pt x="995" y="2733"/>
                    <a:pt x="1165" y="2733"/>
                  </a:cubicBezTo>
                  <a:cubicBezTo>
                    <a:pt x="1620" y="2733"/>
                    <a:pt x="2103" y="2440"/>
                    <a:pt x="2393" y="1944"/>
                  </a:cubicBezTo>
                  <a:cubicBezTo>
                    <a:pt x="2787" y="1261"/>
                    <a:pt x="2661" y="449"/>
                    <a:pt x="2109" y="128"/>
                  </a:cubicBezTo>
                  <a:cubicBezTo>
                    <a:pt x="1958" y="41"/>
                    <a:pt x="1791" y="0"/>
                    <a:pt x="16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6"/>
            <p:cNvSpPr/>
            <p:nvPr/>
          </p:nvSpPr>
          <p:spPr>
            <a:xfrm>
              <a:off x="8136892" y="1183257"/>
              <a:ext cx="56186" cy="55097"/>
            </a:xfrm>
            <a:custGeom>
              <a:rect b="b" l="l" r="r" t="t"/>
              <a:pathLst>
                <a:path extrusionOk="0" h="2733" w="2787">
                  <a:moveTo>
                    <a:pt x="1619" y="0"/>
                  </a:moveTo>
                  <a:cubicBezTo>
                    <a:pt x="1165" y="0"/>
                    <a:pt x="684" y="292"/>
                    <a:pt x="398" y="788"/>
                  </a:cubicBezTo>
                  <a:cubicBezTo>
                    <a:pt x="0" y="1474"/>
                    <a:pt x="130" y="2282"/>
                    <a:pt x="679" y="2603"/>
                  </a:cubicBezTo>
                  <a:cubicBezTo>
                    <a:pt x="830" y="2691"/>
                    <a:pt x="997" y="2733"/>
                    <a:pt x="1169" y="2733"/>
                  </a:cubicBezTo>
                  <a:cubicBezTo>
                    <a:pt x="1623" y="2733"/>
                    <a:pt x="2107" y="2440"/>
                    <a:pt x="2393" y="1941"/>
                  </a:cubicBezTo>
                  <a:cubicBezTo>
                    <a:pt x="2787" y="1259"/>
                    <a:pt x="2661" y="446"/>
                    <a:pt x="2108" y="129"/>
                  </a:cubicBezTo>
                  <a:cubicBezTo>
                    <a:pt x="1957" y="42"/>
                    <a:pt x="1790" y="0"/>
                    <a:pt x="16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6"/>
            <p:cNvSpPr/>
            <p:nvPr/>
          </p:nvSpPr>
          <p:spPr>
            <a:xfrm>
              <a:off x="8178826" y="1263658"/>
              <a:ext cx="56186" cy="55117"/>
            </a:xfrm>
            <a:custGeom>
              <a:rect b="b" l="l" r="r" t="t"/>
              <a:pathLst>
                <a:path extrusionOk="0" h="2734" w="2787">
                  <a:moveTo>
                    <a:pt x="1618" y="1"/>
                  </a:moveTo>
                  <a:cubicBezTo>
                    <a:pt x="1163" y="1"/>
                    <a:pt x="680" y="293"/>
                    <a:pt x="394" y="788"/>
                  </a:cubicBezTo>
                  <a:cubicBezTo>
                    <a:pt x="0" y="1471"/>
                    <a:pt x="126" y="2283"/>
                    <a:pt x="678" y="2604"/>
                  </a:cubicBezTo>
                  <a:cubicBezTo>
                    <a:pt x="830" y="2692"/>
                    <a:pt x="997" y="2733"/>
                    <a:pt x="1168" y="2733"/>
                  </a:cubicBezTo>
                  <a:cubicBezTo>
                    <a:pt x="1621" y="2733"/>
                    <a:pt x="2103" y="2440"/>
                    <a:pt x="2393" y="1942"/>
                  </a:cubicBezTo>
                  <a:cubicBezTo>
                    <a:pt x="2787" y="1259"/>
                    <a:pt x="2661" y="447"/>
                    <a:pt x="2108" y="130"/>
                  </a:cubicBezTo>
                  <a:cubicBezTo>
                    <a:pt x="1957" y="42"/>
                    <a:pt x="1789" y="1"/>
                    <a:pt x="161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6"/>
            <p:cNvSpPr/>
            <p:nvPr/>
          </p:nvSpPr>
          <p:spPr>
            <a:xfrm>
              <a:off x="8256525" y="1210756"/>
              <a:ext cx="56206" cy="55117"/>
            </a:xfrm>
            <a:custGeom>
              <a:rect b="b" l="l" r="r" t="t"/>
              <a:pathLst>
                <a:path extrusionOk="0" h="2734" w="2788">
                  <a:moveTo>
                    <a:pt x="1619" y="1"/>
                  </a:moveTo>
                  <a:cubicBezTo>
                    <a:pt x="1166" y="1"/>
                    <a:pt x="685" y="293"/>
                    <a:pt x="399" y="788"/>
                  </a:cubicBezTo>
                  <a:cubicBezTo>
                    <a:pt x="1" y="1475"/>
                    <a:pt x="131" y="2283"/>
                    <a:pt x="679" y="2604"/>
                  </a:cubicBezTo>
                  <a:cubicBezTo>
                    <a:pt x="830" y="2692"/>
                    <a:pt x="998" y="2733"/>
                    <a:pt x="1169" y="2733"/>
                  </a:cubicBezTo>
                  <a:cubicBezTo>
                    <a:pt x="1624" y="2733"/>
                    <a:pt x="2107" y="2441"/>
                    <a:pt x="2393" y="1946"/>
                  </a:cubicBezTo>
                  <a:cubicBezTo>
                    <a:pt x="2787" y="1259"/>
                    <a:pt x="2661" y="451"/>
                    <a:pt x="2109" y="130"/>
                  </a:cubicBezTo>
                  <a:cubicBezTo>
                    <a:pt x="1958" y="42"/>
                    <a:pt x="1790" y="1"/>
                    <a:pt x="161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6"/>
            <p:cNvSpPr/>
            <p:nvPr/>
          </p:nvSpPr>
          <p:spPr>
            <a:xfrm>
              <a:off x="7619431" y="1065861"/>
              <a:ext cx="155917" cy="146745"/>
            </a:xfrm>
            <a:custGeom>
              <a:rect b="b" l="l" r="r" t="t"/>
              <a:pathLst>
                <a:path extrusionOk="0" h="7279" w="7734">
                  <a:moveTo>
                    <a:pt x="4178" y="1"/>
                  </a:moveTo>
                  <a:cubicBezTo>
                    <a:pt x="3713" y="1"/>
                    <a:pt x="3298" y="297"/>
                    <a:pt x="3152" y="741"/>
                  </a:cubicBezTo>
                  <a:cubicBezTo>
                    <a:pt x="2884" y="1545"/>
                    <a:pt x="2620" y="2467"/>
                    <a:pt x="2620" y="2467"/>
                  </a:cubicBezTo>
                  <a:lnTo>
                    <a:pt x="1198" y="2467"/>
                  </a:lnTo>
                  <a:cubicBezTo>
                    <a:pt x="687" y="2467"/>
                    <a:pt x="244" y="2829"/>
                    <a:pt x="138" y="3333"/>
                  </a:cubicBezTo>
                  <a:lnTo>
                    <a:pt x="134" y="3365"/>
                  </a:lnTo>
                  <a:cubicBezTo>
                    <a:pt x="0" y="4015"/>
                    <a:pt x="488" y="4632"/>
                    <a:pt x="1154" y="4657"/>
                  </a:cubicBezTo>
                  <a:cubicBezTo>
                    <a:pt x="1771" y="4677"/>
                    <a:pt x="2380" y="4701"/>
                    <a:pt x="2380" y="4701"/>
                  </a:cubicBezTo>
                  <a:cubicBezTo>
                    <a:pt x="2242" y="5071"/>
                    <a:pt x="2137" y="5550"/>
                    <a:pt x="2060" y="5977"/>
                  </a:cubicBezTo>
                  <a:cubicBezTo>
                    <a:pt x="1954" y="6598"/>
                    <a:pt x="2397" y="7183"/>
                    <a:pt x="3026" y="7240"/>
                  </a:cubicBezTo>
                  <a:cubicBezTo>
                    <a:pt x="3201" y="7256"/>
                    <a:pt x="3372" y="7269"/>
                    <a:pt x="3526" y="7277"/>
                  </a:cubicBezTo>
                  <a:cubicBezTo>
                    <a:pt x="3549" y="7278"/>
                    <a:pt x="3572" y="7279"/>
                    <a:pt x="3595" y="7279"/>
                  </a:cubicBezTo>
                  <a:cubicBezTo>
                    <a:pt x="4067" y="7279"/>
                    <a:pt x="4483" y="6966"/>
                    <a:pt x="4619" y="6513"/>
                  </a:cubicBezTo>
                  <a:cubicBezTo>
                    <a:pt x="4805" y="5887"/>
                    <a:pt x="5013" y="5181"/>
                    <a:pt x="5013" y="5181"/>
                  </a:cubicBezTo>
                  <a:lnTo>
                    <a:pt x="6536" y="5181"/>
                  </a:lnTo>
                  <a:cubicBezTo>
                    <a:pt x="6539" y="5181"/>
                    <a:pt x="6542" y="5181"/>
                    <a:pt x="6545" y="5181"/>
                  </a:cubicBezTo>
                  <a:cubicBezTo>
                    <a:pt x="7045" y="5181"/>
                    <a:pt x="7479" y="4837"/>
                    <a:pt x="7588" y="4348"/>
                  </a:cubicBezTo>
                  <a:cubicBezTo>
                    <a:pt x="7608" y="4246"/>
                    <a:pt x="7628" y="4145"/>
                    <a:pt x="7641" y="4043"/>
                  </a:cubicBezTo>
                  <a:cubicBezTo>
                    <a:pt x="7734" y="3446"/>
                    <a:pt x="7295" y="2898"/>
                    <a:pt x="6694" y="2825"/>
                  </a:cubicBezTo>
                  <a:cubicBezTo>
                    <a:pt x="5991" y="2740"/>
                    <a:pt x="5252" y="2707"/>
                    <a:pt x="5252" y="2707"/>
                  </a:cubicBezTo>
                  <a:lnTo>
                    <a:pt x="5614" y="1399"/>
                  </a:lnTo>
                  <a:cubicBezTo>
                    <a:pt x="5788" y="761"/>
                    <a:pt x="5358" y="120"/>
                    <a:pt x="4700" y="42"/>
                  </a:cubicBezTo>
                  <a:cubicBezTo>
                    <a:pt x="4537" y="22"/>
                    <a:pt x="4375" y="10"/>
                    <a:pt x="4225" y="2"/>
                  </a:cubicBezTo>
                  <a:cubicBezTo>
                    <a:pt x="4209" y="1"/>
                    <a:pt x="4194" y="1"/>
                    <a:pt x="417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6"/>
            <p:cNvSpPr/>
            <p:nvPr/>
          </p:nvSpPr>
          <p:spPr>
            <a:xfrm>
              <a:off x="7875652" y="1119468"/>
              <a:ext cx="58081" cy="25019"/>
            </a:xfrm>
            <a:custGeom>
              <a:rect b="b" l="l" r="r" t="t"/>
              <a:pathLst>
                <a:path extrusionOk="0" h="1241" w="2881">
                  <a:moveTo>
                    <a:pt x="664" y="1"/>
                  </a:moveTo>
                  <a:cubicBezTo>
                    <a:pt x="464" y="1"/>
                    <a:pt x="281" y="108"/>
                    <a:pt x="188" y="288"/>
                  </a:cubicBezTo>
                  <a:lnTo>
                    <a:pt x="180" y="300"/>
                  </a:lnTo>
                  <a:cubicBezTo>
                    <a:pt x="1" y="637"/>
                    <a:pt x="220" y="1047"/>
                    <a:pt x="598" y="1084"/>
                  </a:cubicBezTo>
                  <a:lnTo>
                    <a:pt x="2186" y="1238"/>
                  </a:lnTo>
                  <a:cubicBezTo>
                    <a:pt x="2203" y="1240"/>
                    <a:pt x="2219" y="1240"/>
                    <a:pt x="2235" y="1240"/>
                  </a:cubicBezTo>
                  <a:cubicBezTo>
                    <a:pt x="2444" y="1240"/>
                    <a:pt x="2636" y="1122"/>
                    <a:pt x="2722" y="929"/>
                  </a:cubicBezTo>
                  <a:cubicBezTo>
                    <a:pt x="2881" y="596"/>
                    <a:pt x="2661" y="206"/>
                    <a:pt x="2292" y="170"/>
                  </a:cubicBezTo>
                  <a:lnTo>
                    <a:pt x="716" y="3"/>
                  </a:lnTo>
                  <a:cubicBezTo>
                    <a:pt x="698" y="2"/>
                    <a:pt x="681" y="1"/>
                    <a:pt x="6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6"/>
            <p:cNvSpPr/>
            <p:nvPr/>
          </p:nvSpPr>
          <p:spPr>
            <a:xfrm>
              <a:off x="8015606" y="1138298"/>
              <a:ext cx="58162" cy="24938"/>
            </a:xfrm>
            <a:custGeom>
              <a:rect b="b" l="l" r="r" t="t"/>
              <a:pathLst>
                <a:path extrusionOk="0" h="1237" w="2885">
                  <a:moveTo>
                    <a:pt x="657" y="0"/>
                  </a:moveTo>
                  <a:cubicBezTo>
                    <a:pt x="460" y="0"/>
                    <a:pt x="280" y="110"/>
                    <a:pt x="188" y="284"/>
                  </a:cubicBezTo>
                  <a:lnTo>
                    <a:pt x="179" y="296"/>
                  </a:lnTo>
                  <a:cubicBezTo>
                    <a:pt x="1" y="633"/>
                    <a:pt x="224" y="1043"/>
                    <a:pt x="602" y="1080"/>
                  </a:cubicBezTo>
                  <a:lnTo>
                    <a:pt x="2190" y="1234"/>
                  </a:lnTo>
                  <a:cubicBezTo>
                    <a:pt x="2206" y="1236"/>
                    <a:pt x="2222" y="1237"/>
                    <a:pt x="2238" y="1237"/>
                  </a:cubicBezTo>
                  <a:cubicBezTo>
                    <a:pt x="2444" y="1237"/>
                    <a:pt x="2636" y="1118"/>
                    <a:pt x="2726" y="930"/>
                  </a:cubicBezTo>
                  <a:cubicBezTo>
                    <a:pt x="2885" y="593"/>
                    <a:pt x="2665" y="203"/>
                    <a:pt x="2296" y="166"/>
                  </a:cubicBezTo>
                  <a:lnTo>
                    <a:pt x="716" y="4"/>
                  </a:lnTo>
                  <a:cubicBezTo>
                    <a:pt x="696" y="1"/>
                    <a:pt x="676" y="0"/>
                    <a:pt x="65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6"/>
            <p:cNvSpPr/>
            <p:nvPr/>
          </p:nvSpPr>
          <p:spPr>
            <a:xfrm>
              <a:off x="7896296" y="1154387"/>
              <a:ext cx="89531" cy="87777"/>
            </a:xfrm>
            <a:custGeom>
              <a:rect b="b" l="l" r="r" t="t"/>
              <a:pathLst>
                <a:path extrusionOk="0" h="4354" w="4441">
                  <a:moveTo>
                    <a:pt x="2583" y="0"/>
                  </a:moveTo>
                  <a:cubicBezTo>
                    <a:pt x="1859" y="0"/>
                    <a:pt x="1088" y="466"/>
                    <a:pt x="630" y="1257"/>
                  </a:cubicBezTo>
                  <a:cubicBezTo>
                    <a:pt x="0" y="2349"/>
                    <a:pt x="204" y="3641"/>
                    <a:pt x="1081" y="4149"/>
                  </a:cubicBezTo>
                  <a:cubicBezTo>
                    <a:pt x="1322" y="4288"/>
                    <a:pt x="1588" y="4353"/>
                    <a:pt x="1860" y="4353"/>
                  </a:cubicBezTo>
                  <a:cubicBezTo>
                    <a:pt x="2584" y="4353"/>
                    <a:pt x="3353" y="3888"/>
                    <a:pt x="3811" y="3097"/>
                  </a:cubicBezTo>
                  <a:cubicBezTo>
                    <a:pt x="4440" y="2004"/>
                    <a:pt x="4237" y="708"/>
                    <a:pt x="3360" y="205"/>
                  </a:cubicBezTo>
                  <a:cubicBezTo>
                    <a:pt x="3120" y="66"/>
                    <a:pt x="2855" y="0"/>
                    <a:pt x="258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6"/>
            <p:cNvSpPr/>
            <p:nvPr/>
          </p:nvSpPr>
          <p:spPr>
            <a:xfrm>
              <a:off x="7811622" y="1206361"/>
              <a:ext cx="63726" cy="62536"/>
            </a:xfrm>
            <a:custGeom>
              <a:rect b="b" l="l" r="r" t="t"/>
              <a:pathLst>
                <a:path extrusionOk="0" h="3102" w="3161">
                  <a:moveTo>
                    <a:pt x="1838" y="0"/>
                  </a:moveTo>
                  <a:cubicBezTo>
                    <a:pt x="1323" y="0"/>
                    <a:pt x="772" y="332"/>
                    <a:pt x="447" y="897"/>
                  </a:cubicBezTo>
                  <a:cubicBezTo>
                    <a:pt x="0" y="1672"/>
                    <a:pt x="147" y="2595"/>
                    <a:pt x="768" y="2956"/>
                  </a:cubicBezTo>
                  <a:cubicBezTo>
                    <a:pt x="939" y="3055"/>
                    <a:pt x="1127" y="3101"/>
                    <a:pt x="1320" y="3101"/>
                  </a:cubicBezTo>
                  <a:cubicBezTo>
                    <a:pt x="1836" y="3101"/>
                    <a:pt x="2386" y="2769"/>
                    <a:pt x="2714" y="2205"/>
                  </a:cubicBezTo>
                  <a:cubicBezTo>
                    <a:pt x="3161" y="1429"/>
                    <a:pt x="3014" y="507"/>
                    <a:pt x="2389" y="145"/>
                  </a:cubicBezTo>
                  <a:cubicBezTo>
                    <a:pt x="2219" y="47"/>
                    <a:pt x="2031" y="0"/>
                    <a:pt x="18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6"/>
            <p:cNvSpPr/>
            <p:nvPr/>
          </p:nvSpPr>
          <p:spPr>
            <a:xfrm>
              <a:off x="7994478" y="1218256"/>
              <a:ext cx="63726" cy="62516"/>
            </a:xfrm>
            <a:custGeom>
              <a:rect b="b" l="l" r="r" t="t"/>
              <a:pathLst>
                <a:path extrusionOk="0" h="3101" w="3161">
                  <a:moveTo>
                    <a:pt x="1839" y="1"/>
                  </a:moveTo>
                  <a:cubicBezTo>
                    <a:pt x="1324" y="1"/>
                    <a:pt x="773" y="331"/>
                    <a:pt x="448" y="896"/>
                  </a:cubicBezTo>
                  <a:cubicBezTo>
                    <a:pt x="1" y="1671"/>
                    <a:pt x="143" y="2594"/>
                    <a:pt x="768" y="2955"/>
                  </a:cubicBezTo>
                  <a:cubicBezTo>
                    <a:pt x="939" y="3054"/>
                    <a:pt x="1127" y="3100"/>
                    <a:pt x="1321" y="3100"/>
                  </a:cubicBezTo>
                  <a:cubicBezTo>
                    <a:pt x="1837" y="3100"/>
                    <a:pt x="2386" y="2768"/>
                    <a:pt x="2714" y="2204"/>
                  </a:cubicBezTo>
                  <a:cubicBezTo>
                    <a:pt x="3161" y="1432"/>
                    <a:pt x="3015" y="506"/>
                    <a:pt x="2389" y="144"/>
                  </a:cubicBezTo>
                  <a:cubicBezTo>
                    <a:pt x="2220" y="47"/>
                    <a:pt x="2032" y="1"/>
                    <a:pt x="18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8" name="Google Shape;278;p16"/>
          <p:cNvGrpSpPr/>
          <p:nvPr/>
        </p:nvGrpSpPr>
        <p:grpSpPr>
          <a:xfrm>
            <a:off x="449909" y="4170193"/>
            <a:ext cx="884826" cy="775661"/>
            <a:chOff x="7245674" y="2087184"/>
            <a:chExt cx="1016340" cy="890949"/>
          </a:xfrm>
        </p:grpSpPr>
        <p:sp>
          <p:nvSpPr>
            <p:cNvPr id="279" name="Google Shape;279;p16"/>
            <p:cNvSpPr/>
            <p:nvPr/>
          </p:nvSpPr>
          <p:spPr>
            <a:xfrm>
              <a:off x="7597852" y="2543321"/>
              <a:ext cx="466946" cy="395499"/>
            </a:xfrm>
            <a:custGeom>
              <a:rect b="b" l="l" r="r" t="t"/>
              <a:pathLst>
                <a:path extrusionOk="0" h="19618" w="23162">
                  <a:moveTo>
                    <a:pt x="13823" y="1"/>
                  </a:moveTo>
                  <a:cubicBezTo>
                    <a:pt x="11183" y="1"/>
                    <a:pt x="8312" y="1035"/>
                    <a:pt x="5890" y="3082"/>
                  </a:cubicBezTo>
                  <a:cubicBezTo>
                    <a:pt x="1231" y="7026"/>
                    <a:pt x="0" y="13232"/>
                    <a:pt x="3144" y="16949"/>
                  </a:cubicBezTo>
                  <a:cubicBezTo>
                    <a:pt x="4653" y="18733"/>
                    <a:pt x="6897" y="19618"/>
                    <a:pt x="9339" y="19618"/>
                  </a:cubicBezTo>
                  <a:cubicBezTo>
                    <a:pt x="11978" y="19618"/>
                    <a:pt x="14849" y="18584"/>
                    <a:pt x="17271" y="16535"/>
                  </a:cubicBezTo>
                  <a:cubicBezTo>
                    <a:pt x="21930" y="12591"/>
                    <a:pt x="23161" y="6384"/>
                    <a:pt x="20017" y="2671"/>
                  </a:cubicBezTo>
                  <a:cubicBezTo>
                    <a:pt x="18509" y="886"/>
                    <a:pt x="16265" y="1"/>
                    <a:pt x="1382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6"/>
            <p:cNvSpPr/>
            <p:nvPr/>
          </p:nvSpPr>
          <p:spPr>
            <a:xfrm>
              <a:off x="7618396" y="2556869"/>
              <a:ext cx="436484" cy="403603"/>
            </a:xfrm>
            <a:custGeom>
              <a:rect b="b" l="l" r="r" t="t"/>
              <a:pathLst>
                <a:path extrusionOk="0" h="20020" w="21651">
                  <a:moveTo>
                    <a:pt x="15598" y="1"/>
                  </a:moveTo>
                  <a:cubicBezTo>
                    <a:pt x="13783" y="1"/>
                    <a:pt x="9020" y="469"/>
                    <a:pt x="5038" y="4952"/>
                  </a:cubicBezTo>
                  <a:cubicBezTo>
                    <a:pt x="1" y="10615"/>
                    <a:pt x="2487" y="16671"/>
                    <a:pt x="2487" y="16671"/>
                  </a:cubicBezTo>
                  <a:cubicBezTo>
                    <a:pt x="2487" y="16671"/>
                    <a:pt x="4550" y="19141"/>
                    <a:pt x="7495" y="19990"/>
                  </a:cubicBezTo>
                  <a:cubicBezTo>
                    <a:pt x="7565" y="20010"/>
                    <a:pt x="7640" y="20020"/>
                    <a:pt x="7719" y="20020"/>
                  </a:cubicBezTo>
                  <a:cubicBezTo>
                    <a:pt x="10968" y="20020"/>
                    <a:pt x="21651" y="3441"/>
                    <a:pt x="21651" y="3441"/>
                  </a:cubicBezTo>
                  <a:cubicBezTo>
                    <a:pt x="21651" y="3441"/>
                    <a:pt x="18767" y="1232"/>
                    <a:pt x="16350" y="34"/>
                  </a:cubicBezTo>
                  <a:cubicBezTo>
                    <a:pt x="16350" y="34"/>
                    <a:pt x="16076" y="1"/>
                    <a:pt x="155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6"/>
            <p:cNvSpPr/>
            <p:nvPr/>
          </p:nvSpPr>
          <p:spPr>
            <a:xfrm>
              <a:off x="7443268" y="2087628"/>
              <a:ext cx="560226" cy="260528"/>
            </a:xfrm>
            <a:custGeom>
              <a:rect b="b" l="l" r="r" t="t"/>
              <a:pathLst>
                <a:path extrusionOk="0" h="12923" w="27789">
                  <a:moveTo>
                    <a:pt x="20590" y="1"/>
                  </a:moveTo>
                  <a:cubicBezTo>
                    <a:pt x="5972" y="1"/>
                    <a:pt x="1" y="12922"/>
                    <a:pt x="1" y="12922"/>
                  </a:cubicBezTo>
                  <a:lnTo>
                    <a:pt x="5554" y="12922"/>
                  </a:lnTo>
                  <a:cubicBezTo>
                    <a:pt x="10023" y="5126"/>
                    <a:pt x="15409" y="3125"/>
                    <a:pt x="19760" y="3125"/>
                  </a:cubicBezTo>
                  <a:cubicBezTo>
                    <a:pt x="24350" y="3125"/>
                    <a:pt x="27789" y="5351"/>
                    <a:pt x="27789" y="5351"/>
                  </a:cubicBezTo>
                  <a:cubicBezTo>
                    <a:pt x="27472" y="521"/>
                    <a:pt x="20741" y="1"/>
                    <a:pt x="20741" y="1"/>
                  </a:cubicBezTo>
                  <a:cubicBezTo>
                    <a:pt x="20691" y="1"/>
                    <a:pt x="20640" y="1"/>
                    <a:pt x="2059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6"/>
            <p:cNvSpPr/>
            <p:nvPr/>
          </p:nvSpPr>
          <p:spPr>
            <a:xfrm>
              <a:off x="7245674" y="2277018"/>
              <a:ext cx="362215" cy="425880"/>
            </a:xfrm>
            <a:custGeom>
              <a:rect b="b" l="l" r="r" t="t"/>
              <a:pathLst>
                <a:path extrusionOk="0" h="21125" w="17967">
                  <a:moveTo>
                    <a:pt x="11843" y="1"/>
                  </a:moveTo>
                  <a:cubicBezTo>
                    <a:pt x="8648" y="1"/>
                    <a:pt x="4899" y="2956"/>
                    <a:pt x="2694" y="7529"/>
                  </a:cubicBezTo>
                  <a:cubicBezTo>
                    <a:pt x="1" y="13114"/>
                    <a:pt x="630" y="19000"/>
                    <a:pt x="4107" y="20678"/>
                  </a:cubicBezTo>
                  <a:cubicBezTo>
                    <a:pt x="4735" y="20980"/>
                    <a:pt x="5414" y="21124"/>
                    <a:pt x="6119" y="21124"/>
                  </a:cubicBezTo>
                  <a:cubicBezTo>
                    <a:pt x="9314" y="21124"/>
                    <a:pt x="13067" y="18168"/>
                    <a:pt x="15273" y="13594"/>
                  </a:cubicBezTo>
                  <a:cubicBezTo>
                    <a:pt x="17966" y="8008"/>
                    <a:pt x="17333" y="2123"/>
                    <a:pt x="13860" y="449"/>
                  </a:cubicBezTo>
                  <a:cubicBezTo>
                    <a:pt x="13230" y="145"/>
                    <a:pt x="12550" y="1"/>
                    <a:pt x="1184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6"/>
            <p:cNvSpPr/>
            <p:nvPr/>
          </p:nvSpPr>
          <p:spPr>
            <a:xfrm>
              <a:off x="7282689" y="2294820"/>
              <a:ext cx="362134" cy="425880"/>
            </a:xfrm>
            <a:custGeom>
              <a:rect b="b" l="l" r="r" t="t"/>
              <a:pathLst>
                <a:path extrusionOk="0" h="21125" w="17963">
                  <a:moveTo>
                    <a:pt x="11846" y="1"/>
                  </a:moveTo>
                  <a:cubicBezTo>
                    <a:pt x="8651" y="1"/>
                    <a:pt x="4900" y="2957"/>
                    <a:pt x="2694" y="7532"/>
                  </a:cubicBezTo>
                  <a:cubicBezTo>
                    <a:pt x="1" y="13117"/>
                    <a:pt x="630" y="19003"/>
                    <a:pt x="4107" y="20676"/>
                  </a:cubicBezTo>
                  <a:cubicBezTo>
                    <a:pt x="4736" y="20980"/>
                    <a:pt x="5416" y="21125"/>
                    <a:pt x="6123" y="21125"/>
                  </a:cubicBezTo>
                  <a:cubicBezTo>
                    <a:pt x="9316" y="21125"/>
                    <a:pt x="13068" y="18169"/>
                    <a:pt x="15269" y="13596"/>
                  </a:cubicBezTo>
                  <a:cubicBezTo>
                    <a:pt x="17962" y="8011"/>
                    <a:pt x="17333" y="2125"/>
                    <a:pt x="13860" y="448"/>
                  </a:cubicBezTo>
                  <a:cubicBezTo>
                    <a:pt x="13231" y="145"/>
                    <a:pt x="12552" y="1"/>
                    <a:pt x="118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6"/>
            <p:cNvSpPr/>
            <p:nvPr/>
          </p:nvSpPr>
          <p:spPr>
            <a:xfrm>
              <a:off x="7660894" y="2582675"/>
              <a:ext cx="466946" cy="395459"/>
            </a:xfrm>
            <a:custGeom>
              <a:rect b="b" l="l" r="r" t="t"/>
              <a:pathLst>
                <a:path extrusionOk="0" h="19616" w="23162">
                  <a:moveTo>
                    <a:pt x="13822" y="1"/>
                  </a:moveTo>
                  <a:cubicBezTo>
                    <a:pt x="11182" y="1"/>
                    <a:pt x="8311" y="1035"/>
                    <a:pt x="5891" y="3084"/>
                  </a:cubicBezTo>
                  <a:cubicBezTo>
                    <a:pt x="1232" y="7024"/>
                    <a:pt x="1" y="13234"/>
                    <a:pt x="3141" y="16947"/>
                  </a:cubicBezTo>
                  <a:cubicBezTo>
                    <a:pt x="4651" y="18731"/>
                    <a:pt x="6896" y="19615"/>
                    <a:pt x="9339" y="19615"/>
                  </a:cubicBezTo>
                  <a:cubicBezTo>
                    <a:pt x="11979" y="19615"/>
                    <a:pt x="14850" y="18581"/>
                    <a:pt x="17272" y="16533"/>
                  </a:cubicBezTo>
                  <a:cubicBezTo>
                    <a:pt x="21931" y="12592"/>
                    <a:pt x="23162" y="6386"/>
                    <a:pt x="20018" y="2669"/>
                  </a:cubicBezTo>
                  <a:cubicBezTo>
                    <a:pt x="18509" y="885"/>
                    <a:pt x="16264" y="1"/>
                    <a:pt x="1382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6"/>
            <p:cNvSpPr/>
            <p:nvPr/>
          </p:nvSpPr>
          <p:spPr>
            <a:xfrm>
              <a:off x="7334683" y="2327662"/>
              <a:ext cx="362215" cy="425840"/>
            </a:xfrm>
            <a:custGeom>
              <a:rect b="b" l="l" r="r" t="t"/>
              <a:pathLst>
                <a:path extrusionOk="0" h="21123" w="17967">
                  <a:moveTo>
                    <a:pt x="11847" y="0"/>
                  </a:moveTo>
                  <a:cubicBezTo>
                    <a:pt x="8652" y="0"/>
                    <a:pt x="4899" y="2953"/>
                    <a:pt x="2694" y="7527"/>
                  </a:cubicBezTo>
                  <a:cubicBezTo>
                    <a:pt x="1" y="13117"/>
                    <a:pt x="635" y="19002"/>
                    <a:pt x="4107" y="20676"/>
                  </a:cubicBezTo>
                  <a:cubicBezTo>
                    <a:pt x="4736" y="20979"/>
                    <a:pt x="5415" y="21123"/>
                    <a:pt x="6121" y="21123"/>
                  </a:cubicBezTo>
                  <a:cubicBezTo>
                    <a:pt x="9318" y="21123"/>
                    <a:pt x="13071" y="18167"/>
                    <a:pt x="15274" y="13592"/>
                  </a:cubicBezTo>
                  <a:cubicBezTo>
                    <a:pt x="17967" y="8007"/>
                    <a:pt x="17333" y="2121"/>
                    <a:pt x="13860" y="448"/>
                  </a:cubicBezTo>
                  <a:cubicBezTo>
                    <a:pt x="13231" y="145"/>
                    <a:pt x="12553" y="0"/>
                    <a:pt x="1184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6"/>
            <p:cNvSpPr/>
            <p:nvPr/>
          </p:nvSpPr>
          <p:spPr>
            <a:xfrm>
              <a:off x="7428957" y="2438477"/>
              <a:ext cx="173658" cy="204184"/>
            </a:xfrm>
            <a:custGeom>
              <a:rect b="b" l="l" r="r" t="t"/>
              <a:pathLst>
                <a:path extrusionOk="0" h="7857" w="6683">
                  <a:moveTo>
                    <a:pt x="4407" y="0"/>
                  </a:moveTo>
                  <a:cubicBezTo>
                    <a:pt x="3219" y="0"/>
                    <a:pt x="1823" y="1099"/>
                    <a:pt x="1004" y="2803"/>
                  </a:cubicBezTo>
                  <a:cubicBezTo>
                    <a:pt x="1" y="4878"/>
                    <a:pt x="236" y="7068"/>
                    <a:pt x="1528" y="7689"/>
                  </a:cubicBezTo>
                  <a:cubicBezTo>
                    <a:pt x="1763" y="7803"/>
                    <a:pt x="2016" y="7857"/>
                    <a:pt x="2280" y="7857"/>
                  </a:cubicBezTo>
                  <a:cubicBezTo>
                    <a:pt x="3467" y="7857"/>
                    <a:pt x="4862" y="6759"/>
                    <a:pt x="5679" y="5057"/>
                  </a:cubicBezTo>
                  <a:cubicBezTo>
                    <a:pt x="6683" y="2981"/>
                    <a:pt x="6447" y="788"/>
                    <a:pt x="5155" y="166"/>
                  </a:cubicBezTo>
                  <a:cubicBezTo>
                    <a:pt x="4922" y="54"/>
                    <a:pt x="4670" y="0"/>
                    <a:pt x="44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6"/>
            <p:cNvSpPr/>
            <p:nvPr/>
          </p:nvSpPr>
          <p:spPr>
            <a:xfrm>
              <a:off x="7741443" y="2087184"/>
              <a:ext cx="520572" cy="668022"/>
            </a:xfrm>
            <a:custGeom>
              <a:rect b="b" l="l" r="r" t="t"/>
              <a:pathLst>
                <a:path extrusionOk="0" h="33136" w="25822">
                  <a:moveTo>
                    <a:pt x="5763" y="1"/>
                  </a:moveTo>
                  <a:cubicBezTo>
                    <a:pt x="2471" y="1"/>
                    <a:pt x="0" y="921"/>
                    <a:pt x="0" y="921"/>
                  </a:cubicBezTo>
                  <a:cubicBezTo>
                    <a:pt x="1152" y="714"/>
                    <a:pt x="2240" y="615"/>
                    <a:pt x="3266" y="615"/>
                  </a:cubicBezTo>
                  <a:cubicBezTo>
                    <a:pt x="11885" y="615"/>
                    <a:pt x="16058" y="7597"/>
                    <a:pt x="15558" y="15881"/>
                  </a:cubicBezTo>
                  <a:cubicBezTo>
                    <a:pt x="14997" y="25150"/>
                    <a:pt x="9152" y="28554"/>
                    <a:pt x="9152" y="28554"/>
                  </a:cubicBezTo>
                  <a:cubicBezTo>
                    <a:pt x="10976" y="31324"/>
                    <a:pt x="10911" y="33136"/>
                    <a:pt x="10911" y="33136"/>
                  </a:cubicBezTo>
                  <a:cubicBezTo>
                    <a:pt x="10911" y="33136"/>
                    <a:pt x="25822" y="23765"/>
                    <a:pt x="19408" y="9297"/>
                  </a:cubicBezTo>
                  <a:cubicBezTo>
                    <a:pt x="16013" y="1640"/>
                    <a:pt x="10157" y="1"/>
                    <a:pt x="576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288" name="Shape 288"/>
        <p:cNvGrpSpPr/>
        <p:nvPr/>
      </p:nvGrpSpPr>
      <p:grpSpPr>
        <a:xfrm>
          <a:off x="0" y="0"/>
          <a:ext cx="0" cy="0"/>
          <a:chOff x="0" y="0"/>
          <a:chExt cx="0" cy="0"/>
        </a:xfrm>
      </p:grpSpPr>
      <p:sp>
        <p:nvSpPr>
          <p:cNvPr id="289" name="Google Shape;289;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90" name="Google Shape;290;p17"/>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1" name="Google Shape;291;p17"/>
          <p:cNvGrpSpPr/>
          <p:nvPr/>
        </p:nvGrpSpPr>
        <p:grpSpPr>
          <a:xfrm>
            <a:off x="7670287" y="99421"/>
            <a:ext cx="1277126" cy="1886650"/>
            <a:chOff x="7670287" y="99421"/>
            <a:chExt cx="1277126" cy="1886650"/>
          </a:xfrm>
        </p:grpSpPr>
        <p:sp>
          <p:nvSpPr>
            <p:cNvPr id="292" name="Google Shape;292;p17"/>
            <p:cNvSpPr/>
            <p:nvPr/>
          </p:nvSpPr>
          <p:spPr>
            <a:xfrm>
              <a:off x="8591160" y="1508695"/>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7"/>
            <p:cNvSpPr/>
            <p:nvPr/>
          </p:nvSpPr>
          <p:spPr>
            <a:xfrm>
              <a:off x="8742512" y="857529"/>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7"/>
            <p:cNvSpPr/>
            <p:nvPr/>
          </p:nvSpPr>
          <p:spPr>
            <a:xfrm>
              <a:off x="8074038" y="9942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7"/>
            <p:cNvSpPr/>
            <p:nvPr/>
          </p:nvSpPr>
          <p:spPr>
            <a:xfrm>
              <a:off x="8559263" y="27327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7"/>
            <p:cNvSpPr/>
            <p:nvPr/>
          </p:nvSpPr>
          <p:spPr>
            <a:xfrm>
              <a:off x="8847513" y="188587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7"/>
            <p:cNvSpPr/>
            <p:nvPr/>
          </p:nvSpPr>
          <p:spPr>
            <a:xfrm>
              <a:off x="8809863" y="48939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7"/>
            <p:cNvSpPr/>
            <p:nvPr/>
          </p:nvSpPr>
          <p:spPr>
            <a:xfrm>
              <a:off x="7670287" y="243279"/>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9" name="Google Shape;299;p17"/>
            <p:cNvCxnSpPr>
              <a:stCxn id="298" idx="6"/>
              <a:endCxn id="295" idx="2"/>
            </p:cNvCxnSpPr>
            <p:nvPr/>
          </p:nvCxnSpPr>
          <p:spPr>
            <a:xfrm>
              <a:off x="7829887" y="323379"/>
              <a:ext cx="729300" cy="0"/>
            </a:xfrm>
            <a:prstGeom prst="straightConnector1">
              <a:avLst/>
            </a:prstGeom>
            <a:noFill/>
            <a:ln cap="flat" cmpd="sng" w="19050">
              <a:solidFill>
                <a:schemeClr val="dk2"/>
              </a:solidFill>
              <a:prstDash val="solid"/>
              <a:round/>
              <a:headEnd len="med" w="med" type="none"/>
              <a:tailEnd len="med" w="med" type="none"/>
            </a:ln>
          </p:spPr>
        </p:cxnSp>
        <p:cxnSp>
          <p:nvCxnSpPr>
            <p:cNvPr id="300" name="Google Shape;300;p17"/>
            <p:cNvCxnSpPr>
              <a:stCxn id="294" idx="6"/>
              <a:endCxn id="295" idx="1"/>
            </p:cNvCxnSpPr>
            <p:nvPr/>
          </p:nvCxnSpPr>
          <p:spPr>
            <a:xfrm>
              <a:off x="8173938" y="149521"/>
              <a:ext cx="399900" cy="138300"/>
            </a:xfrm>
            <a:prstGeom prst="straightConnector1">
              <a:avLst/>
            </a:prstGeom>
            <a:noFill/>
            <a:ln cap="flat" cmpd="sng" w="19050">
              <a:solidFill>
                <a:schemeClr val="dk2"/>
              </a:solidFill>
              <a:prstDash val="solid"/>
              <a:round/>
              <a:headEnd len="med" w="med" type="none"/>
              <a:tailEnd len="med" w="med" type="none"/>
            </a:ln>
          </p:spPr>
        </p:cxnSp>
        <p:cxnSp>
          <p:nvCxnSpPr>
            <p:cNvPr id="301" name="Google Shape;301;p17"/>
            <p:cNvCxnSpPr>
              <a:stCxn id="295" idx="5"/>
              <a:endCxn id="293" idx="1"/>
            </p:cNvCxnSpPr>
            <p:nvPr/>
          </p:nvCxnSpPr>
          <p:spPr>
            <a:xfrm>
              <a:off x="8644533" y="358797"/>
              <a:ext cx="121500" cy="522300"/>
            </a:xfrm>
            <a:prstGeom prst="straightConnector1">
              <a:avLst/>
            </a:prstGeom>
            <a:noFill/>
            <a:ln cap="flat" cmpd="sng" w="19050">
              <a:solidFill>
                <a:schemeClr val="dk2"/>
              </a:solidFill>
              <a:prstDash val="solid"/>
              <a:round/>
              <a:headEnd len="med" w="med" type="none"/>
              <a:tailEnd len="med" w="med" type="none"/>
            </a:ln>
          </p:spPr>
        </p:cxnSp>
        <p:cxnSp>
          <p:nvCxnSpPr>
            <p:cNvPr id="302" name="Google Shape;302;p17"/>
            <p:cNvCxnSpPr>
              <a:stCxn id="297" idx="4"/>
              <a:endCxn id="293" idx="0"/>
            </p:cNvCxnSpPr>
            <p:nvPr/>
          </p:nvCxnSpPr>
          <p:spPr>
            <a:xfrm flipH="1">
              <a:off x="8822313" y="589596"/>
              <a:ext cx="37500" cy="267900"/>
            </a:xfrm>
            <a:prstGeom prst="straightConnector1">
              <a:avLst/>
            </a:prstGeom>
            <a:noFill/>
            <a:ln cap="flat" cmpd="sng" w="19050">
              <a:solidFill>
                <a:schemeClr val="dk2"/>
              </a:solidFill>
              <a:prstDash val="solid"/>
              <a:round/>
              <a:headEnd len="med" w="med" type="none"/>
              <a:tailEnd len="med" w="med" type="none"/>
            </a:ln>
          </p:spPr>
        </p:cxnSp>
        <p:cxnSp>
          <p:nvCxnSpPr>
            <p:cNvPr id="303" name="Google Shape;303;p17"/>
            <p:cNvCxnSpPr>
              <a:stCxn id="293" idx="4"/>
              <a:endCxn id="296" idx="0"/>
            </p:cNvCxnSpPr>
            <p:nvPr/>
          </p:nvCxnSpPr>
          <p:spPr>
            <a:xfrm>
              <a:off x="8822312" y="1017729"/>
              <a:ext cx="75300" cy="868200"/>
            </a:xfrm>
            <a:prstGeom prst="straightConnector1">
              <a:avLst/>
            </a:prstGeom>
            <a:noFill/>
            <a:ln cap="flat" cmpd="sng" w="19050">
              <a:solidFill>
                <a:schemeClr val="dk2"/>
              </a:solidFill>
              <a:prstDash val="solid"/>
              <a:round/>
              <a:headEnd len="med" w="med" type="none"/>
              <a:tailEnd len="med" w="med" type="none"/>
            </a:ln>
          </p:spPr>
        </p:cxnSp>
        <p:cxnSp>
          <p:nvCxnSpPr>
            <p:cNvPr id="304" name="Google Shape;304;p17"/>
            <p:cNvCxnSpPr>
              <a:stCxn id="296" idx="1"/>
              <a:endCxn id="292" idx="5"/>
            </p:cNvCxnSpPr>
            <p:nvPr/>
          </p:nvCxnSpPr>
          <p:spPr>
            <a:xfrm rot="10800000">
              <a:off x="8696843" y="1614945"/>
              <a:ext cx="165300" cy="285600"/>
            </a:xfrm>
            <a:prstGeom prst="straightConnector1">
              <a:avLst/>
            </a:prstGeom>
            <a:noFill/>
            <a:ln cap="flat" cmpd="sng" w="19050">
              <a:solidFill>
                <a:schemeClr val="dk2"/>
              </a:solidFill>
              <a:prstDash val="solid"/>
              <a:round/>
              <a:headEnd len="med" w="med" type="none"/>
              <a:tailEnd len="med" w="med" type="none"/>
            </a:ln>
          </p:spPr>
        </p:cxnSp>
      </p:grpSp>
      <p:grpSp>
        <p:nvGrpSpPr>
          <p:cNvPr id="305" name="Google Shape;305;p17"/>
          <p:cNvGrpSpPr/>
          <p:nvPr/>
        </p:nvGrpSpPr>
        <p:grpSpPr>
          <a:xfrm>
            <a:off x="395413" y="4316771"/>
            <a:ext cx="1391975" cy="713474"/>
            <a:chOff x="395413" y="4316771"/>
            <a:chExt cx="1391975" cy="713474"/>
          </a:xfrm>
        </p:grpSpPr>
        <p:sp>
          <p:nvSpPr>
            <p:cNvPr id="306" name="Google Shape;306;p17"/>
            <p:cNvSpPr/>
            <p:nvPr/>
          </p:nvSpPr>
          <p:spPr>
            <a:xfrm>
              <a:off x="395437" y="4745554"/>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7"/>
            <p:cNvSpPr/>
            <p:nvPr/>
          </p:nvSpPr>
          <p:spPr>
            <a:xfrm>
              <a:off x="811510" y="4905745"/>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7"/>
            <p:cNvSpPr/>
            <p:nvPr/>
          </p:nvSpPr>
          <p:spPr>
            <a:xfrm>
              <a:off x="395413" y="431677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7"/>
            <p:cNvSpPr/>
            <p:nvPr/>
          </p:nvSpPr>
          <p:spPr>
            <a:xfrm>
              <a:off x="1379685" y="4712145"/>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7"/>
            <p:cNvSpPr/>
            <p:nvPr/>
          </p:nvSpPr>
          <p:spPr>
            <a:xfrm>
              <a:off x="1687488" y="483664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1" name="Google Shape;311;p17"/>
            <p:cNvCxnSpPr>
              <a:stCxn id="308" idx="4"/>
              <a:endCxn id="306" idx="0"/>
            </p:cNvCxnSpPr>
            <p:nvPr/>
          </p:nvCxnSpPr>
          <p:spPr>
            <a:xfrm>
              <a:off x="445363" y="4416971"/>
              <a:ext cx="30000" cy="328500"/>
            </a:xfrm>
            <a:prstGeom prst="straightConnector1">
              <a:avLst/>
            </a:prstGeom>
            <a:noFill/>
            <a:ln cap="flat" cmpd="sng" w="19050">
              <a:solidFill>
                <a:schemeClr val="dk2"/>
              </a:solidFill>
              <a:prstDash val="solid"/>
              <a:round/>
              <a:headEnd len="med" w="med" type="none"/>
              <a:tailEnd len="med" w="med" type="none"/>
            </a:ln>
          </p:spPr>
        </p:cxnSp>
        <p:cxnSp>
          <p:nvCxnSpPr>
            <p:cNvPr id="312" name="Google Shape;312;p17"/>
            <p:cNvCxnSpPr>
              <a:stCxn id="306" idx="5"/>
              <a:endCxn id="307" idx="2"/>
            </p:cNvCxnSpPr>
            <p:nvPr/>
          </p:nvCxnSpPr>
          <p:spPr>
            <a:xfrm>
              <a:off x="531664" y="4882293"/>
              <a:ext cx="279900" cy="85800"/>
            </a:xfrm>
            <a:prstGeom prst="straightConnector1">
              <a:avLst/>
            </a:prstGeom>
            <a:noFill/>
            <a:ln cap="flat" cmpd="sng" w="19050">
              <a:solidFill>
                <a:schemeClr val="dk2"/>
              </a:solidFill>
              <a:prstDash val="solid"/>
              <a:round/>
              <a:headEnd len="med" w="med" type="none"/>
              <a:tailEnd len="med" w="med" type="none"/>
            </a:ln>
          </p:spPr>
        </p:cxnSp>
        <p:cxnSp>
          <p:nvCxnSpPr>
            <p:cNvPr id="313" name="Google Shape;313;p17"/>
            <p:cNvCxnSpPr>
              <a:stCxn id="307" idx="7"/>
              <a:endCxn id="309" idx="2"/>
            </p:cNvCxnSpPr>
            <p:nvPr/>
          </p:nvCxnSpPr>
          <p:spPr>
            <a:xfrm flipH="1" rot="10800000">
              <a:off x="917265" y="4774278"/>
              <a:ext cx="462300" cy="149700"/>
            </a:xfrm>
            <a:prstGeom prst="straightConnector1">
              <a:avLst/>
            </a:prstGeom>
            <a:noFill/>
            <a:ln cap="flat" cmpd="sng" w="19050">
              <a:solidFill>
                <a:schemeClr val="dk2"/>
              </a:solidFill>
              <a:prstDash val="solid"/>
              <a:round/>
              <a:headEnd len="med" w="med" type="none"/>
              <a:tailEnd len="med" w="med" type="none"/>
            </a:ln>
          </p:spPr>
        </p:cxnSp>
        <p:cxnSp>
          <p:nvCxnSpPr>
            <p:cNvPr id="314" name="Google Shape;314;p17"/>
            <p:cNvCxnSpPr>
              <a:stCxn id="307" idx="6"/>
              <a:endCxn id="310" idx="2"/>
            </p:cNvCxnSpPr>
            <p:nvPr/>
          </p:nvCxnSpPr>
          <p:spPr>
            <a:xfrm flipH="1" rot="10800000">
              <a:off x="935410" y="4886695"/>
              <a:ext cx="752100" cy="81300"/>
            </a:xfrm>
            <a:prstGeom prst="straightConnector1">
              <a:avLst/>
            </a:prstGeom>
            <a:noFill/>
            <a:ln cap="flat" cmpd="sng" w="19050">
              <a:solidFill>
                <a:schemeClr val="dk2"/>
              </a:solidFill>
              <a:prstDash val="solid"/>
              <a:round/>
              <a:headEnd len="med" w="med" type="none"/>
              <a:tailEnd len="med" w="med" type="none"/>
            </a:ln>
          </p:spPr>
        </p:cxnSp>
      </p:grpSp>
      <p:grpSp>
        <p:nvGrpSpPr>
          <p:cNvPr id="315" name="Google Shape;315;p17"/>
          <p:cNvGrpSpPr/>
          <p:nvPr/>
        </p:nvGrpSpPr>
        <p:grpSpPr>
          <a:xfrm>
            <a:off x="618111" y="4319118"/>
            <a:ext cx="692651" cy="720982"/>
            <a:chOff x="6225649" y="692968"/>
            <a:chExt cx="692651" cy="720982"/>
          </a:xfrm>
        </p:grpSpPr>
        <p:sp>
          <p:nvSpPr>
            <p:cNvPr id="316" name="Google Shape;316;p17"/>
            <p:cNvSpPr/>
            <p:nvPr/>
          </p:nvSpPr>
          <p:spPr>
            <a:xfrm>
              <a:off x="6518159" y="785969"/>
              <a:ext cx="387354" cy="608933"/>
            </a:xfrm>
            <a:custGeom>
              <a:rect b="b" l="l" r="r" t="t"/>
              <a:pathLst>
                <a:path extrusionOk="0" h="30205" w="19214">
                  <a:moveTo>
                    <a:pt x="11247" y="0"/>
                  </a:moveTo>
                  <a:cubicBezTo>
                    <a:pt x="9308" y="0"/>
                    <a:pt x="7560" y="565"/>
                    <a:pt x="6784" y="1455"/>
                  </a:cubicBezTo>
                  <a:cubicBezTo>
                    <a:pt x="6784" y="1455"/>
                    <a:pt x="10533" y="2650"/>
                    <a:pt x="10192" y="10639"/>
                  </a:cubicBezTo>
                  <a:cubicBezTo>
                    <a:pt x="9876" y="17954"/>
                    <a:pt x="6533" y="26236"/>
                    <a:pt x="1450" y="26236"/>
                  </a:cubicBezTo>
                  <a:cubicBezTo>
                    <a:pt x="982" y="26236"/>
                    <a:pt x="498" y="26166"/>
                    <a:pt x="1" y="26018"/>
                  </a:cubicBezTo>
                  <a:lnTo>
                    <a:pt x="1" y="26018"/>
                  </a:lnTo>
                  <a:cubicBezTo>
                    <a:pt x="1" y="26018"/>
                    <a:pt x="2389" y="30205"/>
                    <a:pt x="6789" y="30205"/>
                  </a:cubicBezTo>
                  <a:cubicBezTo>
                    <a:pt x="7566" y="30205"/>
                    <a:pt x="8406" y="30074"/>
                    <a:pt x="9306" y="29767"/>
                  </a:cubicBezTo>
                  <a:cubicBezTo>
                    <a:pt x="15286" y="27728"/>
                    <a:pt x="19213" y="16785"/>
                    <a:pt x="18734" y="6378"/>
                  </a:cubicBezTo>
                  <a:cubicBezTo>
                    <a:pt x="18734" y="6378"/>
                    <a:pt x="18693" y="2735"/>
                    <a:pt x="15570" y="1037"/>
                  </a:cubicBezTo>
                  <a:cubicBezTo>
                    <a:pt x="14238" y="313"/>
                    <a:pt x="12690" y="0"/>
                    <a:pt x="112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7"/>
            <p:cNvSpPr/>
            <p:nvPr/>
          </p:nvSpPr>
          <p:spPr>
            <a:xfrm>
              <a:off x="6327359" y="692968"/>
              <a:ext cx="568895" cy="224220"/>
            </a:xfrm>
            <a:custGeom>
              <a:rect b="b" l="l" r="r" t="t"/>
              <a:pathLst>
                <a:path extrusionOk="0" h="11122" w="28219">
                  <a:moveTo>
                    <a:pt x="14171" y="1"/>
                  </a:moveTo>
                  <a:cubicBezTo>
                    <a:pt x="8861" y="1"/>
                    <a:pt x="5388" y="2090"/>
                    <a:pt x="3213" y="4273"/>
                  </a:cubicBezTo>
                  <a:cubicBezTo>
                    <a:pt x="3136" y="4350"/>
                    <a:pt x="3059" y="4431"/>
                    <a:pt x="2982" y="4509"/>
                  </a:cubicBezTo>
                  <a:cubicBezTo>
                    <a:pt x="2689" y="4813"/>
                    <a:pt x="2409" y="5134"/>
                    <a:pt x="2145" y="5467"/>
                  </a:cubicBezTo>
                  <a:cubicBezTo>
                    <a:pt x="2141" y="5475"/>
                    <a:pt x="2129" y="5487"/>
                    <a:pt x="2117" y="5496"/>
                  </a:cubicBezTo>
                  <a:cubicBezTo>
                    <a:pt x="829" y="7116"/>
                    <a:pt x="216" y="8575"/>
                    <a:pt x="53" y="9009"/>
                  </a:cubicBezTo>
                  <a:cubicBezTo>
                    <a:pt x="17" y="9090"/>
                    <a:pt x="0" y="9139"/>
                    <a:pt x="0" y="9139"/>
                  </a:cubicBezTo>
                  <a:lnTo>
                    <a:pt x="1824" y="9046"/>
                  </a:lnTo>
                  <a:lnTo>
                    <a:pt x="2238" y="9021"/>
                  </a:lnTo>
                  <a:lnTo>
                    <a:pt x="3518" y="8956"/>
                  </a:lnTo>
                  <a:lnTo>
                    <a:pt x="4724" y="8895"/>
                  </a:lnTo>
                  <a:lnTo>
                    <a:pt x="5752" y="8847"/>
                  </a:lnTo>
                  <a:lnTo>
                    <a:pt x="12649" y="8497"/>
                  </a:lnTo>
                  <a:lnTo>
                    <a:pt x="14891" y="8384"/>
                  </a:lnTo>
                  <a:cubicBezTo>
                    <a:pt x="14948" y="8225"/>
                    <a:pt x="15017" y="8071"/>
                    <a:pt x="15098" y="7925"/>
                  </a:cubicBezTo>
                  <a:cubicBezTo>
                    <a:pt x="15456" y="7258"/>
                    <a:pt x="15951" y="6674"/>
                    <a:pt x="16544" y="6206"/>
                  </a:cubicBezTo>
                  <a:cubicBezTo>
                    <a:pt x="17398" y="5549"/>
                    <a:pt x="18640" y="4997"/>
                    <a:pt x="20416" y="4997"/>
                  </a:cubicBezTo>
                  <a:cubicBezTo>
                    <a:pt x="20922" y="4997"/>
                    <a:pt x="21472" y="5042"/>
                    <a:pt x="22069" y="5142"/>
                  </a:cubicBezTo>
                  <a:cubicBezTo>
                    <a:pt x="27101" y="5995"/>
                    <a:pt x="28040" y="9960"/>
                    <a:pt x="28194" y="10955"/>
                  </a:cubicBezTo>
                  <a:cubicBezTo>
                    <a:pt x="28194" y="10967"/>
                    <a:pt x="28194" y="10983"/>
                    <a:pt x="28198" y="10995"/>
                  </a:cubicBezTo>
                  <a:cubicBezTo>
                    <a:pt x="28206" y="11048"/>
                    <a:pt x="28214" y="11089"/>
                    <a:pt x="28218" y="11121"/>
                  </a:cubicBezTo>
                  <a:cubicBezTo>
                    <a:pt x="28214" y="11077"/>
                    <a:pt x="28210" y="11004"/>
                    <a:pt x="28194" y="10902"/>
                  </a:cubicBezTo>
                  <a:cubicBezTo>
                    <a:pt x="28198" y="10898"/>
                    <a:pt x="28198" y="10890"/>
                    <a:pt x="28194" y="10886"/>
                  </a:cubicBezTo>
                  <a:cubicBezTo>
                    <a:pt x="28121" y="10276"/>
                    <a:pt x="27999" y="9675"/>
                    <a:pt x="27828" y="9086"/>
                  </a:cubicBezTo>
                  <a:lnTo>
                    <a:pt x="27820" y="9050"/>
                  </a:lnTo>
                  <a:cubicBezTo>
                    <a:pt x="27292" y="7210"/>
                    <a:pt x="26090" y="4549"/>
                    <a:pt x="23360" y="2587"/>
                  </a:cubicBezTo>
                  <a:cubicBezTo>
                    <a:pt x="21407" y="1186"/>
                    <a:pt x="18673" y="146"/>
                    <a:pt x="14851" y="12"/>
                  </a:cubicBezTo>
                  <a:cubicBezTo>
                    <a:pt x="14621" y="4"/>
                    <a:pt x="14394" y="1"/>
                    <a:pt x="141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7"/>
            <p:cNvSpPr/>
            <p:nvPr/>
          </p:nvSpPr>
          <p:spPr>
            <a:xfrm>
              <a:off x="6266091" y="778772"/>
              <a:ext cx="377536" cy="473075"/>
            </a:xfrm>
            <a:custGeom>
              <a:rect b="b" l="l" r="r" t="t"/>
              <a:pathLst>
                <a:path extrusionOk="0" h="23466" w="18727">
                  <a:moveTo>
                    <a:pt x="6577" y="1"/>
                  </a:moveTo>
                  <a:cubicBezTo>
                    <a:pt x="6469" y="1"/>
                    <a:pt x="6361" y="6"/>
                    <a:pt x="6252" y="17"/>
                  </a:cubicBezTo>
                  <a:cubicBezTo>
                    <a:pt x="6057" y="29"/>
                    <a:pt x="5862" y="62"/>
                    <a:pt x="5667" y="114"/>
                  </a:cubicBezTo>
                  <a:lnTo>
                    <a:pt x="5663" y="114"/>
                  </a:lnTo>
                  <a:cubicBezTo>
                    <a:pt x="5655" y="119"/>
                    <a:pt x="5651" y="119"/>
                    <a:pt x="5647" y="119"/>
                  </a:cubicBezTo>
                  <a:cubicBezTo>
                    <a:pt x="5452" y="184"/>
                    <a:pt x="5269" y="248"/>
                    <a:pt x="5099" y="318"/>
                  </a:cubicBezTo>
                  <a:cubicBezTo>
                    <a:pt x="5086" y="318"/>
                    <a:pt x="5074" y="322"/>
                    <a:pt x="5062" y="330"/>
                  </a:cubicBezTo>
                  <a:cubicBezTo>
                    <a:pt x="4575" y="553"/>
                    <a:pt x="4148" y="882"/>
                    <a:pt x="3811" y="1296"/>
                  </a:cubicBezTo>
                  <a:cubicBezTo>
                    <a:pt x="3681" y="1447"/>
                    <a:pt x="3567" y="1609"/>
                    <a:pt x="3474" y="1780"/>
                  </a:cubicBezTo>
                  <a:cubicBezTo>
                    <a:pt x="3356" y="1975"/>
                    <a:pt x="3263" y="2178"/>
                    <a:pt x="3194" y="2389"/>
                  </a:cubicBezTo>
                  <a:cubicBezTo>
                    <a:pt x="2893" y="3246"/>
                    <a:pt x="2617" y="4107"/>
                    <a:pt x="2373" y="4956"/>
                  </a:cubicBezTo>
                  <a:cubicBezTo>
                    <a:pt x="2203" y="5529"/>
                    <a:pt x="2048" y="6094"/>
                    <a:pt x="1906" y="6650"/>
                  </a:cubicBezTo>
                  <a:cubicBezTo>
                    <a:pt x="1756" y="7231"/>
                    <a:pt x="1618" y="7804"/>
                    <a:pt x="1488" y="8364"/>
                  </a:cubicBezTo>
                  <a:cubicBezTo>
                    <a:pt x="1240" y="9449"/>
                    <a:pt x="1029" y="10497"/>
                    <a:pt x="858" y="11496"/>
                  </a:cubicBezTo>
                  <a:cubicBezTo>
                    <a:pt x="627" y="12796"/>
                    <a:pt x="452" y="14010"/>
                    <a:pt x="318" y="15103"/>
                  </a:cubicBezTo>
                  <a:cubicBezTo>
                    <a:pt x="216" y="15936"/>
                    <a:pt x="139" y="16703"/>
                    <a:pt x="86" y="17378"/>
                  </a:cubicBezTo>
                  <a:cubicBezTo>
                    <a:pt x="58" y="17678"/>
                    <a:pt x="33" y="17958"/>
                    <a:pt x="17" y="18222"/>
                  </a:cubicBezTo>
                  <a:cubicBezTo>
                    <a:pt x="1" y="18466"/>
                    <a:pt x="9" y="18714"/>
                    <a:pt x="46" y="18958"/>
                  </a:cubicBezTo>
                  <a:cubicBezTo>
                    <a:pt x="224" y="20298"/>
                    <a:pt x="1155" y="21415"/>
                    <a:pt x="2434" y="21838"/>
                  </a:cubicBezTo>
                  <a:cubicBezTo>
                    <a:pt x="5651" y="22898"/>
                    <a:pt x="9526" y="23308"/>
                    <a:pt x="12081" y="23462"/>
                  </a:cubicBezTo>
                  <a:cubicBezTo>
                    <a:pt x="12103" y="23464"/>
                    <a:pt x="12126" y="23465"/>
                    <a:pt x="12148" y="23465"/>
                  </a:cubicBezTo>
                  <a:cubicBezTo>
                    <a:pt x="12169" y="23465"/>
                    <a:pt x="12191" y="23464"/>
                    <a:pt x="12211" y="23462"/>
                  </a:cubicBezTo>
                  <a:cubicBezTo>
                    <a:pt x="12253" y="23464"/>
                    <a:pt x="12294" y="23465"/>
                    <a:pt x="12336" y="23465"/>
                  </a:cubicBezTo>
                  <a:cubicBezTo>
                    <a:pt x="12596" y="23465"/>
                    <a:pt x="12857" y="23432"/>
                    <a:pt x="13109" y="23373"/>
                  </a:cubicBezTo>
                  <a:cubicBezTo>
                    <a:pt x="13653" y="23251"/>
                    <a:pt x="14161" y="23003"/>
                    <a:pt x="14591" y="22646"/>
                  </a:cubicBezTo>
                  <a:cubicBezTo>
                    <a:pt x="14648" y="22597"/>
                    <a:pt x="14709" y="22548"/>
                    <a:pt x="14762" y="22492"/>
                  </a:cubicBezTo>
                  <a:cubicBezTo>
                    <a:pt x="15221" y="22061"/>
                    <a:pt x="15554" y="21517"/>
                    <a:pt x="15733" y="20911"/>
                  </a:cubicBezTo>
                  <a:cubicBezTo>
                    <a:pt x="16224" y="19205"/>
                    <a:pt x="16659" y="17382"/>
                    <a:pt x="17037" y="15570"/>
                  </a:cubicBezTo>
                  <a:cubicBezTo>
                    <a:pt x="17215" y="14725"/>
                    <a:pt x="17374" y="13888"/>
                    <a:pt x="17524" y="13064"/>
                  </a:cubicBezTo>
                  <a:cubicBezTo>
                    <a:pt x="17630" y="12503"/>
                    <a:pt x="17723" y="11943"/>
                    <a:pt x="17817" y="11407"/>
                  </a:cubicBezTo>
                  <a:cubicBezTo>
                    <a:pt x="18174" y="9302"/>
                    <a:pt x="18442" y="7393"/>
                    <a:pt x="18625" y="5964"/>
                  </a:cubicBezTo>
                  <a:cubicBezTo>
                    <a:pt x="18726" y="5163"/>
                    <a:pt x="18556" y="4355"/>
                    <a:pt x="18137" y="3669"/>
                  </a:cubicBezTo>
                  <a:cubicBezTo>
                    <a:pt x="17727" y="2994"/>
                    <a:pt x="17110" y="2474"/>
                    <a:pt x="16379" y="2186"/>
                  </a:cubicBezTo>
                  <a:cubicBezTo>
                    <a:pt x="12329" y="598"/>
                    <a:pt x="8933" y="119"/>
                    <a:pt x="6740" y="5"/>
                  </a:cubicBezTo>
                  <a:cubicBezTo>
                    <a:pt x="6686" y="2"/>
                    <a:pt x="6631" y="1"/>
                    <a:pt x="657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7"/>
            <p:cNvSpPr/>
            <p:nvPr/>
          </p:nvSpPr>
          <p:spPr>
            <a:xfrm>
              <a:off x="6285264" y="1228518"/>
              <a:ext cx="425598" cy="185432"/>
            </a:xfrm>
            <a:custGeom>
              <a:rect b="b" l="l" r="r" t="t"/>
              <a:pathLst>
                <a:path extrusionOk="0" h="9198" w="21111">
                  <a:moveTo>
                    <a:pt x="0" y="1"/>
                  </a:moveTo>
                  <a:cubicBezTo>
                    <a:pt x="208" y="3445"/>
                    <a:pt x="3031" y="7670"/>
                    <a:pt x="9509" y="8856"/>
                  </a:cubicBezTo>
                  <a:cubicBezTo>
                    <a:pt x="10760" y="9082"/>
                    <a:pt x="12030" y="9197"/>
                    <a:pt x="13301" y="9197"/>
                  </a:cubicBezTo>
                  <a:cubicBezTo>
                    <a:pt x="13693" y="9197"/>
                    <a:pt x="14085" y="9186"/>
                    <a:pt x="14477" y="9164"/>
                  </a:cubicBezTo>
                  <a:cubicBezTo>
                    <a:pt x="18417" y="8957"/>
                    <a:pt x="21110" y="7751"/>
                    <a:pt x="21110" y="7751"/>
                  </a:cubicBezTo>
                  <a:lnTo>
                    <a:pt x="21110" y="7751"/>
                  </a:lnTo>
                  <a:cubicBezTo>
                    <a:pt x="21110" y="7751"/>
                    <a:pt x="20538" y="7941"/>
                    <a:pt x="19530" y="7941"/>
                  </a:cubicBezTo>
                  <a:cubicBezTo>
                    <a:pt x="18405" y="7941"/>
                    <a:pt x="16736" y="7704"/>
                    <a:pt x="14713" y="6699"/>
                  </a:cubicBezTo>
                  <a:cubicBezTo>
                    <a:pt x="12787" y="5748"/>
                    <a:pt x="12036" y="4351"/>
                    <a:pt x="11772" y="3197"/>
                  </a:cubicBezTo>
                  <a:cubicBezTo>
                    <a:pt x="11500" y="2052"/>
                    <a:pt x="11707" y="1146"/>
                    <a:pt x="11707" y="1146"/>
                  </a:cubicBezTo>
                  <a:lnTo>
                    <a:pt x="11707" y="1146"/>
                  </a:lnTo>
                  <a:cubicBezTo>
                    <a:pt x="10790" y="1439"/>
                    <a:pt x="9729" y="1554"/>
                    <a:pt x="8629" y="1554"/>
                  </a:cubicBezTo>
                  <a:cubicBezTo>
                    <a:pt x="4586" y="1554"/>
                    <a:pt x="1"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7"/>
            <p:cNvSpPr/>
            <p:nvPr/>
          </p:nvSpPr>
          <p:spPr>
            <a:xfrm>
              <a:off x="6308106" y="780989"/>
              <a:ext cx="98038" cy="43183"/>
            </a:xfrm>
            <a:custGeom>
              <a:rect b="b" l="l" r="r" t="t"/>
              <a:pathLst>
                <a:path extrusionOk="0" h="2142" w="4863">
                  <a:moveTo>
                    <a:pt x="3579" y="0"/>
                  </a:moveTo>
                  <a:cubicBezTo>
                    <a:pt x="3575" y="4"/>
                    <a:pt x="3567" y="4"/>
                    <a:pt x="3563" y="9"/>
                  </a:cubicBezTo>
                  <a:cubicBezTo>
                    <a:pt x="3368" y="69"/>
                    <a:pt x="3185" y="138"/>
                    <a:pt x="3015" y="203"/>
                  </a:cubicBezTo>
                  <a:cubicBezTo>
                    <a:pt x="3002" y="208"/>
                    <a:pt x="2990" y="212"/>
                    <a:pt x="2978" y="220"/>
                  </a:cubicBezTo>
                  <a:cubicBezTo>
                    <a:pt x="521" y="1146"/>
                    <a:pt x="54" y="2015"/>
                    <a:pt x="9" y="2129"/>
                  </a:cubicBezTo>
                  <a:cubicBezTo>
                    <a:pt x="1" y="2133"/>
                    <a:pt x="1" y="2133"/>
                    <a:pt x="1" y="2141"/>
                  </a:cubicBezTo>
                  <a:lnTo>
                    <a:pt x="1386" y="1678"/>
                  </a:lnTo>
                  <a:lnTo>
                    <a:pt x="3019" y="1130"/>
                  </a:lnTo>
                  <a:lnTo>
                    <a:pt x="3100" y="1101"/>
                  </a:lnTo>
                  <a:lnTo>
                    <a:pt x="4863" y="508"/>
                  </a:lnTo>
                  <a:lnTo>
                    <a:pt x="3941" y="143"/>
                  </a:lnTo>
                  <a:lnTo>
                    <a:pt x="3587"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7"/>
            <p:cNvSpPr/>
            <p:nvPr/>
          </p:nvSpPr>
          <p:spPr>
            <a:xfrm>
              <a:off x="6496869" y="1232207"/>
              <a:ext cx="66931" cy="40723"/>
            </a:xfrm>
            <a:custGeom>
              <a:rect b="b" l="l" r="r" t="t"/>
              <a:pathLst>
                <a:path extrusionOk="0" h="2020" w="3320">
                  <a:moveTo>
                    <a:pt x="3319" y="1"/>
                  </a:moveTo>
                  <a:lnTo>
                    <a:pt x="1390" y="122"/>
                  </a:lnTo>
                  <a:lnTo>
                    <a:pt x="0" y="2019"/>
                  </a:lnTo>
                  <a:cubicBezTo>
                    <a:pt x="0" y="2019"/>
                    <a:pt x="1288" y="1889"/>
                    <a:pt x="331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7"/>
            <p:cNvSpPr/>
            <p:nvPr/>
          </p:nvSpPr>
          <p:spPr>
            <a:xfrm>
              <a:off x="6225649" y="803166"/>
              <a:ext cx="377516" cy="473316"/>
            </a:xfrm>
            <a:custGeom>
              <a:rect b="b" l="l" r="r" t="t"/>
              <a:pathLst>
                <a:path extrusionOk="0" h="23478" w="18726">
                  <a:moveTo>
                    <a:pt x="6607" y="1"/>
                  </a:moveTo>
                  <a:cubicBezTo>
                    <a:pt x="6341" y="1"/>
                    <a:pt x="6076" y="31"/>
                    <a:pt x="5817" y="91"/>
                  </a:cubicBezTo>
                  <a:cubicBezTo>
                    <a:pt x="5167" y="233"/>
                    <a:pt x="4570" y="562"/>
                    <a:pt x="4099" y="1029"/>
                  </a:cubicBezTo>
                  <a:cubicBezTo>
                    <a:pt x="4091" y="1033"/>
                    <a:pt x="4091" y="1033"/>
                    <a:pt x="4091" y="1041"/>
                  </a:cubicBezTo>
                  <a:cubicBezTo>
                    <a:pt x="3709" y="1419"/>
                    <a:pt x="3416" y="1882"/>
                    <a:pt x="3238" y="2394"/>
                  </a:cubicBezTo>
                  <a:cubicBezTo>
                    <a:pt x="3018" y="3019"/>
                    <a:pt x="2811" y="3649"/>
                    <a:pt x="2624" y="4274"/>
                  </a:cubicBezTo>
                  <a:cubicBezTo>
                    <a:pt x="2446" y="4851"/>
                    <a:pt x="2283" y="5416"/>
                    <a:pt x="2125" y="5980"/>
                  </a:cubicBezTo>
                  <a:cubicBezTo>
                    <a:pt x="2080" y="6135"/>
                    <a:pt x="2044" y="6281"/>
                    <a:pt x="2007" y="6435"/>
                  </a:cubicBezTo>
                  <a:cubicBezTo>
                    <a:pt x="1601" y="7967"/>
                    <a:pt x="1280" y="9441"/>
                    <a:pt x="1020" y="10838"/>
                  </a:cubicBezTo>
                  <a:cubicBezTo>
                    <a:pt x="776" y="12134"/>
                    <a:pt x="589" y="13349"/>
                    <a:pt x="447" y="14458"/>
                  </a:cubicBezTo>
                  <a:cubicBezTo>
                    <a:pt x="338" y="15278"/>
                    <a:pt x="252" y="16042"/>
                    <a:pt x="191" y="16736"/>
                  </a:cubicBezTo>
                  <a:cubicBezTo>
                    <a:pt x="130" y="17281"/>
                    <a:pt x="94" y="17780"/>
                    <a:pt x="61" y="18227"/>
                  </a:cubicBezTo>
                  <a:cubicBezTo>
                    <a:pt x="61" y="18268"/>
                    <a:pt x="61" y="18308"/>
                    <a:pt x="61" y="18345"/>
                  </a:cubicBezTo>
                  <a:cubicBezTo>
                    <a:pt x="0" y="19921"/>
                    <a:pt x="987" y="21347"/>
                    <a:pt x="2482" y="21842"/>
                  </a:cubicBezTo>
                  <a:cubicBezTo>
                    <a:pt x="2677" y="21907"/>
                    <a:pt x="2876" y="21972"/>
                    <a:pt x="3079" y="22025"/>
                  </a:cubicBezTo>
                  <a:cubicBezTo>
                    <a:pt x="6170" y="22947"/>
                    <a:pt x="9733" y="23321"/>
                    <a:pt x="12133" y="23471"/>
                  </a:cubicBezTo>
                  <a:cubicBezTo>
                    <a:pt x="12204" y="23475"/>
                    <a:pt x="12274" y="23477"/>
                    <a:pt x="12344" y="23477"/>
                  </a:cubicBezTo>
                  <a:cubicBezTo>
                    <a:pt x="13165" y="23477"/>
                    <a:pt x="13963" y="23195"/>
                    <a:pt x="14603" y="22675"/>
                  </a:cubicBezTo>
                  <a:cubicBezTo>
                    <a:pt x="14790" y="22524"/>
                    <a:pt x="14964" y="22350"/>
                    <a:pt x="15115" y="22163"/>
                  </a:cubicBezTo>
                  <a:cubicBezTo>
                    <a:pt x="15318" y="21919"/>
                    <a:pt x="15484" y="21647"/>
                    <a:pt x="15610" y="21355"/>
                  </a:cubicBezTo>
                  <a:cubicBezTo>
                    <a:pt x="15679" y="21212"/>
                    <a:pt x="15736" y="21062"/>
                    <a:pt x="15777" y="20912"/>
                  </a:cubicBezTo>
                  <a:cubicBezTo>
                    <a:pt x="16500" y="18422"/>
                    <a:pt x="17097" y="15672"/>
                    <a:pt x="17568" y="13089"/>
                  </a:cubicBezTo>
                  <a:lnTo>
                    <a:pt x="17848" y="11496"/>
                  </a:lnTo>
                  <a:cubicBezTo>
                    <a:pt x="17893" y="11232"/>
                    <a:pt x="17934" y="10972"/>
                    <a:pt x="17978" y="10716"/>
                  </a:cubicBezTo>
                  <a:cubicBezTo>
                    <a:pt x="18068" y="10168"/>
                    <a:pt x="18153" y="9628"/>
                    <a:pt x="18230" y="9116"/>
                  </a:cubicBezTo>
                  <a:lnTo>
                    <a:pt x="18230" y="9108"/>
                  </a:lnTo>
                  <a:cubicBezTo>
                    <a:pt x="18413" y="7922"/>
                    <a:pt x="18559" y="6850"/>
                    <a:pt x="18673" y="5960"/>
                  </a:cubicBezTo>
                  <a:cubicBezTo>
                    <a:pt x="18685" y="5838"/>
                    <a:pt x="18697" y="5716"/>
                    <a:pt x="18697" y="5594"/>
                  </a:cubicBezTo>
                  <a:cubicBezTo>
                    <a:pt x="18726" y="4640"/>
                    <a:pt x="18360" y="3714"/>
                    <a:pt x="17694" y="3031"/>
                  </a:cubicBezTo>
                  <a:cubicBezTo>
                    <a:pt x="17337" y="2662"/>
                    <a:pt x="16906" y="2373"/>
                    <a:pt x="16423" y="2191"/>
                  </a:cubicBezTo>
                  <a:cubicBezTo>
                    <a:pt x="16175" y="2093"/>
                    <a:pt x="15931" y="1996"/>
                    <a:pt x="15688" y="1910"/>
                  </a:cubicBezTo>
                  <a:cubicBezTo>
                    <a:pt x="14839" y="1597"/>
                    <a:pt x="14026" y="1338"/>
                    <a:pt x="13250" y="1118"/>
                  </a:cubicBezTo>
                  <a:cubicBezTo>
                    <a:pt x="10801" y="420"/>
                    <a:pt x="8717" y="135"/>
                    <a:pt x="7162" y="30"/>
                  </a:cubicBezTo>
                  <a:lnTo>
                    <a:pt x="7109" y="30"/>
                  </a:lnTo>
                  <a:cubicBezTo>
                    <a:pt x="6999" y="17"/>
                    <a:pt x="6889" y="9"/>
                    <a:pt x="6784" y="5"/>
                  </a:cubicBezTo>
                  <a:cubicBezTo>
                    <a:pt x="6725" y="2"/>
                    <a:pt x="6666" y="1"/>
                    <a:pt x="660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7"/>
            <p:cNvSpPr/>
            <p:nvPr/>
          </p:nvSpPr>
          <p:spPr>
            <a:xfrm>
              <a:off x="6268470" y="825706"/>
              <a:ext cx="273450" cy="98038"/>
            </a:xfrm>
            <a:custGeom>
              <a:rect b="b" l="l" r="r" t="t"/>
              <a:pathLst>
                <a:path extrusionOk="0" h="4863" w="13564">
                  <a:moveTo>
                    <a:pt x="11126" y="0"/>
                  </a:moveTo>
                  <a:lnTo>
                    <a:pt x="5310" y="1727"/>
                  </a:lnTo>
                  <a:lnTo>
                    <a:pt x="4879" y="1856"/>
                  </a:lnTo>
                  <a:lnTo>
                    <a:pt x="4855" y="1861"/>
                  </a:lnTo>
                  <a:lnTo>
                    <a:pt x="4103" y="2088"/>
                  </a:lnTo>
                  <a:lnTo>
                    <a:pt x="2974" y="2425"/>
                  </a:lnTo>
                  <a:lnTo>
                    <a:pt x="2255" y="2632"/>
                  </a:lnTo>
                  <a:lnTo>
                    <a:pt x="500" y="3156"/>
                  </a:lnTo>
                  <a:cubicBezTo>
                    <a:pt x="322" y="3733"/>
                    <a:pt x="159" y="4302"/>
                    <a:pt x="1" y="4862"/>
                  </a:cubicBezTo>
                  <a:lnTo>
                    <a:pt x="1784" y="4326"/>
                  </a:lnTo>
                  <a:lnTo>
                    <a:pt x="4526" y="3506"/>
                  </a:lnTo>
                  <a:lnTo>
                    <a:pt x="4964" y="3376"/>
                  </a:lnTo>
                  <a:lnTo>
                    <a:pt x="7154" y="2722"/>
                  </a:lnTo>
                  <a:lnTo>
                    <a:pt x="7592" y="2588"/>
                  </a:lnTo>
                  <a:lnTo>
                    <a:pt x="8673" y="2263"/>
                  </a:lnTo>
                  <a:lnTo>
                    <a:pt x="13564" y="796"/>
                  </a:lnTo>
                  <a:cubicBezTo>
                    <a:pt x="12715" y="484"/>
                    <a:pt x="11902" y="220"/>
                    <a:pt x="11126" y="0"/>
                  </a:cubicBez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7"/>
            <p:cNvSpPr/>
            <p:nvPr/>
          </p:nvSpPr>
          <p:spPr>
            <a:xfrm>
              <a:off x="6226879" y="1034934"/>
              <a:ext cx="358606" cy="138076"/>
            </a:xfrm>
            <a:custGeom>
              <a:rect b="b" l="l" r="r" t="t"/>
              <a:pathLst>
                <a:path extrusionOk="0" h="6849" w="17788">
                  <a:moveTo>
                    <a:pt x="17787" y="0"/>
                  </a:moveTo>
                  <a:lnTo>
                    <a:pt x="130" y="5240"/>
                  </a:lnTo>
                  <a:lnTo>
                    <a:pt x="0" y="6849"/>
                  </a:lnTo>
                  <a:lnTo>
                    <a:pt x="0" y="6849"/>
                  </a:lnTo>
                  <a:lnTo>
                    <a:pt x="17503" y="1593"/>
                  </a:lnTo>
                  <a:lnTo>
                    <a:pt x="17787" y="0"/>
                  </a:ln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7"/>
            <p:cNvSpPr/>
            <p:nvPr/>
          </p:nvSpPr>
          <p:spPr>
            <a:xfrm>
              <a:off x="6234661" y="915945"/>
              <a:ext cx="367940" cy="178698"/>
            </a:xfrm>
            <a:custGeom>
              <a:rect b="b" l="l" r="r" t="t"/>
              <a:pathLst>
                <a:path extrusionOk="0" h="8864" w="18251">
                  <a:moveTo>
                    <a:pt x="18250" y="0"/>
                  </a:moveTo>
                  <a:lnTo>
                    <a:pt x="573" y="5244"/>
                  </a:lnTo>
                  <a:cubicBezTo>
                    <a:pt x="329" y="6540"/>
                    <a:pt x="142" y="7759"/>
                    <a:pt x="0" y="8864"/>
                  </a:cubicBezTo>
                  <a:lnTo>
                    <a:pt x="17783" y="3522"/>
                  </a:lnTo>
                  <a:lnTo>
                    <a:pt x="17783" y="3518"/>
                  </a:lnTo>
                  <a:cubicBezTo>
                    <a:pt x="17966" y="2328"/>
                    <a:pt x="18112" y="1256"/>
                    <a:pt x="18226" y="370"/>
                  </a:cubicBezTo>
                  <a:cubicBezTo>
                    <a:pt x="18238" y="248"/>
                    <a:pt x="18246" y="126"/>
                    <a:pt x="18250" y="0"/>
                  </a:cubicBez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7"/>
            <p:cNvSpPr/>
            <p:nvPr/>
          </p:nvSpPr>
          <p:spPr>
            <a:xfrm>
              <a:off x="6306150" y="934493"/>
              <a:ext cx="103360" cy="104187"/>
            </a:xfrm>
            <a:custGeom>
              <a:rect b="b" l="l" r="r" t="t"/>
              <a:pathLst>
                <a:path extrusionOk="0" h="5168" w="5127">
                  <a:moveTo>
                    <a:pt x="1516" y="0"/>
                  </a:moveTo>
                  <a:cubicBezTo>
                    <a:pt x="1121" y="0"/>
                    <a:pt x="788" y="184"/>
                    <a:pt x="675" y="470"/>
                  </a:cubicBezTo>
                  <a:cubicBezTo>
                    <a:pt x="142" y="1814"/>
                    <a:pt x="25" y="3134"/>
                    <a:pt x="8" y="3853"/>
                  </a:cubicBezTo>
                  <a:cubicBezTo>
                    <a:pt x="0" y="4198"/>
                    <a:pt x="301" y="4540"/>
                    <a:pt x="744" y="4670"/>
                  </a:cubicBezTo>
                  <a:cubicBezTo>
                    <a:pt x="1666" y="4946"/>
                    <a:pt x="2770" y="5092"/>
                    <a:pt x="3494" y="5161"/>
                  </a:cubicBezTo>
                  <a:cubicBezTo>
                    <a:pt x="3537" y="5165"/>
                    <a:pt x="3580" y="5167"/>
                    <a:pt x="3622" y="5167"/>
                  </a:cubicBezTo>
                  <a:cubicBezTo>
                    <a:pt x="4038" y="5167"/>
                    <a:pt x="4389" y="4971"/>
                    <a:pt x="4489" y="4661"/>
                  </a:cubicBezTo>
                  <a:cubicBezTo>
                    <a:pt x="4834" y="3569"/>
                    <a:pt x="5013" y="2216"/>
                    <a:pt x="5090" y="1465"/>
                  </a:cubicBezTo>
                  <a:cubicBezTo>
                    <a:pt x="5126" y="1120"/>
                    <a:pt x="4838" y="770"/>
                    <a:pt x="4399" y="616"/>
                  </a:cubicBezTo>
                  <a:cubicBezTo>
                    <a:pt x="3510" y="303"/>
                    <a:pt x="2584" y="96"/>
                    <a:pt x="1645" y="7"/>
                  </a:cubicBezTo>
                  <a:cubicBezTo>
                    <a:pt x="1602" y="2"/>
                    <a:pt x="1558" y="0"/>
                    <a:pt x="15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7"/>
            <p:cNvSpPr/>
            <p:nvPr/>
          </p:nvSpPr>
          <p:spPr>
            <a:xfrm>
              <a:off x="6433968" y="958747"/>
              <a:ext cx="103380" cy="104247"/>
            </a:xfrm>
            <a:custGeom>
              <a:rect b="b" l="l" r="r" t="t"/>
              <a:pathLst>
                <a:path extrusionOk="0" h="5171" w="5128">
                  <a:moveTo>
                    <a:pt x="1527" y="0"/>
                  </a:moveTo>
                  <a:cubicBezTo>
                    <a:pt x="1130" y="0"/>
                    <a:pt x="790" y="185"/>
                    <a:pt x="675" y="473"/>
                  </a:cubicBezTo>
                  <a:cubicBezTo>
                    <a:pt x="143" y="1813"/>
                    <a:pt x="29" y="3138"/>
                    <a:pt x="9" y="3852"/>
                  </a:cubicBezTo>
                  <a:cubicBezTo>
                    <a:pt x="1" y="4202"/>
                    <a:pt x="306" y="4539"/>
                    <a:pt x="744" y="4673"/>
                  </a:cubicBezTo>
                  <a:cubicBezTo>
                    <a:pt x="1670" y="4949"/>
                    <a:pt x="2771" y="5091"/>
                    <a:pt x="3498" y="5164"/>
                  </a:cubicBezTo>
                  <a:cubicBezTo>
                    <a:pt x="3541" y="5169"/>
                    <a:pt x="3583" y="5171"/>
                    <a:pt x="3625" y="5171"/>
                  </a:cubicBezTo>
                  <a:cubicBezTo>
                    <a:pt x="4041" y="5171"/>
                    <a:pt x="4390" y="4971"/>
                    <a:pt x="4489" y="4665"/>
                  </a:cubicBezTo>
                  <a:cubicBezTo>
                    <a:pt x="4839" y="3572"/>
                    <a:pt x="5013" y="2220"/>
                    <a:pt x="5090" y="1468"/>
                  </a:cubicBezTo>
                  <a:cubicBezTo>
                    <a:pt x="5127" y="1119"/>
                    <a:pt x="4843" y="774"/>
                    <a:pt x="4400" y="619"/>
                  </a:cubicBezTo>
                  <a:cubicBezTo>
                    <a:pt x="3510" y="306"/>
                    <a:pt x="2584" y="99"/>
                    <a:pt x="1646" y="6"/>
                  </a:cubicBezTo>
                  <a:cubicBezTo>
                    <a:pt x="1606" y="2"/>
                    <a:pt x="1566" y="0"/>
                    <a:pt x="152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7"/>
            <p:cNvSpPr/>
            <p:nvPr/>
          </p:nvSpPr>
          <p:spPr>
            <a:xfrm>
              <a:off x="6284276" y="1065518"/>
              <a:ext cx="103360" cy="104207"/>
            </a:xfrm>
            <a:custGeom>
              <a:rect b="b" l="l" r="r" t="t"/>
              <a:pathLst>
                <a:path extrusionOk="0" h="5169" w="5127">
                  <a:moveTo>
                    <a:pt x="1516" y="0"/>
                  </a:moveTo>
                  <a:cubicBezTo>
                    <a:pt x="1121" y="0"/>
                    <a:pt x="789" y="184"/>
                    <a:pt x="675" y="470"/>
                  </a:cubicBezTo>
                  <a:cubicBezTo>
                    <a:pt x="143" y="1814"/>
                    <a:pt x="29" y="3134"/>
                    <a:pt x="9" y="3853"/>
                  </a:cubicBezTo>
                  <a:cubicBezTo>
                    <a:pt x="1" y="4203"/>
                    <a:pt x="301" y="4540"/>
                    <a:pt x="748" y="4670"/>
                  </a:cubicBezTo>
                  <a:cubicBezTo>
                    <a:pt x="1670" y="4946"/>
                    <a:pt x="2771" y="5092"/>
                    <a:pt x="3498" y="5161"/>
                  </a:cubicBezTo>
                  <a:cubicBezTo>
                    <a:pt x="3544" y="5166"/>
                    <a:pt x="3589" y="5168"/>
                    <a:pt x="3634" y="5168"/>
                  </a:cubicBezTo>
                  <a:cubicBezTo>
                    <a:pt x="4047" y="5168"/>
                    <a:pt x="4394" y="4969"/>
                    <a:pt x="4489" y="4662"/>
                  </a:cubicBezTo>
                  <a:cubicBezTo>
                    <a:pt x="4838" y="3569"/>
                    <a:pt x="5017" y="2216"/>
                    <a:pt x="5090" y="1469"/>
                  </a:cubicBezTo>
                  <a:cubicBezTo>
                    <a:pt x="5127" y="1120"/>
                    <a:pt x="4843" y="770"/>
                    <a:pt x="4404" y="616"/>
                  </a:cubicBezTo>
                  <a:cubicBezTo>
                    <a:pt x="3510" y="303"/>
                    <a:pt x="2584" y="100"/>
                    <a:pt x="1646" y="7"/>
                  </a:cubicBezTo>
                  <a:cubicBezTo>
                    <a:pt x="1602" y="2"/>
                    <a:pt x="1559" y="0"/>
                    <a:pt x="15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7"/>
            <p:cNvSpPr/>
            <p:nvPr/>
          </p:nvSpPr>
          <p:spPr>
            <a:xfrm>
              <a:off x="6412114" y="1089832"/>
              <a:ext cx="103360" cy="104187"/>
            </a:xfrm>
            <a:custGeom>
              <a:rect b="b" l="l" r="r" t="t"/>
              <a:pathLst>
                <a:path extrusionOk="0" h="5168" w="5127">
                  <a:moveTo>
                    <a:pt x="1517" y="1"/>
                  </a:moveTo>
                  <a:cubicBezTo>
                    <a:pt x="1125" y="1"/>
                    <a:pt x="792" y="184"/>
                    <a:pt x="679" y="470"/>
                  </a:cubicBezTo>
                  <a:cubicBezTo>
                    <a:pt x="143" y="1815"/>
                    <a:pt x="29" y="3135"/>
                    <a:pt x="8" y="3854"/>
                  </a:cubicBezTo>
                  <a:cubicBezTo>
                    <a:pt x="0" y="4199"/>
                    <a:pt x="305" y="4540"/>
                    <a:pt x="748" y="4670"/>
                  </a:cubicBezTo>
                  <a:cubicBezTo>
                    <a:pt x="1670" y="4946"/>
                    <a:pt x="2771" y="5092"/>
                    <a:pt x="3498" y="5162"/>
                  </a:cubicBezTo>
                  <a:cubicBezTo>
                    <a:pt x="3541" y="5166"/>
                    <a:pt x="3584" y="5168"/>
                    <a:pt x="3626" y="5168"/>
                  </a:cubicBezTo>
                  <a:cubicBezTo>
                    <a:pt x="4043" y="5168"/>
                    <a:pt x="4393" y="4972"/>
                    <a:pt x="4489" y="4662"/>
                  </a:cubicBezTo>
                  <a:cubicBezTo>
                    <a:pt x="4838" y="3569"/>
                    <a:pt x="5017" y="2217"/>
                    <a:pt x="5090" y="1465"/>
                  </a:cubicBezTo>
                  <a:cubicBezTo>
                    <a:pt x="5127" y="1120"/>
                    <a:pt x="4842" y="771"/>
                    <a:pt x="4403" y="616"/>
                  </a:cubicBezTo>
                  <a:cubicBezTo>
                    <a:pt x="3510" y="304"/>
                    <a:pt x="2584" y="100"/>
                    <a:pt x="1645" y="7"/>
                  </a:cubicBezTo>
                  <a:cubicBezTo>
                    <a:pt x="1602" y="3"/>
                    <a:pt x="1559" y="1"/>
                    <a:pt x="15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7"/>
            <p:cNvSpPr/>
            <p:nvPr/>
          </p:nvSpPr>
          <p:spPr>
            <a:xfrm>
              <a:off x="6578439" y="1034511"/>
              <a:ext cx="35965" cy="59069"/>
            </a:xfrm>
            <a:custGeom>
              <a:rect b="b" l="l" r="r" t="t"/>
              <a:pathLst>
                <a:path extrusionOk="0" h="2930" w="1784">
                  <a:moveTo>
                    <a:pt x="1119" y="1"/>
                  </a:moveTo>
                  <a:cubicBezTo>
                    <a:pt x="738" y="1"/>
                    <a:pt x="326" y="561"/>
                    <a:pt x="171" y="1313"/>
                  </a:cubicBezTo>
                  <a:cubicBezTo>
                    <a:pt x="0" y="2117"/>
                    <a:pt x="187" y="2836"/>
                    <a:pt x="585" y="2922"/>
                  </a:cubicBezTo>
                  <a:cubicBezTo>
                    <a:pt x="610" y="2927"/>
                    <a:pt x="635" y="2929"/>
                    <a:pt x="661" y="2929"/>
                  </a:cubicBezTo>
                  <a:cubicBezTo>
                    <a:pt x="1040" y="2929"/>
                    <a:pt x="1457" y="2372"/>
                    <a:pt x="1613" y="1618"/>
                  </a:cubicBezTo>
                  <a:cubicBezTo>
                    <a:pt x="1783" y="813"/>
                    <a:pt x="1596" y="90"/>
                    <a:pt x="1198" y="9"/>
                  </a:cubicBezTo>
                  <a:cubicBezTo>
                    <a:pt x="1172" y="4"/>
                    <a:pt x="1146" y="1"/>
                    <a:pt x="111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7"/>
            <p:cNvSpPr/>
            <p:nvPr/>
          </p:nvSpPr>
          <p:spPr>
            <a:xfrm>
              <a:off x="6673657" y="1296137"/>
              <a:ext cx="27216" cy="22922"/>
            </a:xfrm>
            <a:custGeom>
              <a:rect b="b" l="l" r="r" t="t"/>
              <a:pathLst>
                <a:path extrusionOk="0" h="1137" w="1350">
                  <a:moveTo>
                    <a:pt x="723" y="1"/>
                  </a:moveTo>
                  <a:cubicBezTo>
                    <a:pt x="292" y="1"/>
                    <a:pt x="0" y="493"/>
                    <a:pt x="253" y="879"/>
                  </a:cubicBezTo>
                  <a:cubicBezTo>
                    <a:pt x="369" y="1055"/>
                    <a:pt x="549" y="1136"/>
                    <a:pt x="727" y="1136"/>
                  </a:cubicBezTo>
                  <a:cubicBezTo>
                    <a:pt x="978" y="1136"/>
                    <a:pt x="1225" y="974"/>
                    <a:pt x="1285" y="684"/>
                  </a:cubicBezTo>
                  <a:cubicBezTo>
                    <a:pt x="1350" y="380"/>
                    <a:pt x="1155" y="79"/>
                    <a:pt x="846" y="14"/>
                  </a:cubicBezTo>
                  <a:cubicBezTo>
                    <a:pt x="804" y="5"/>
                    <a:pt x="763" y="1"/>
                    <a:pt x="7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7"/>
            <p:cNvSpPr/>
            <p:nvPr/>
          </p:nvSpPr>
          <p:spPr>
            <a:xfrm>
              <a:off x="6732526" y="1214849"/>
              <a:ext cx="27236" cy="22922"/>
            </a:xfrm>
            <a:custGeom>
              <a:rect b="b" l="l" r="r" t="t"/>
              <a:pathLst>
                <a:path extrusionOk="0" h="1137" w="1351">
                  <a:moveTo>
                    <a:pt x="726" y="0"/>
                  </a:moveTo>
                  <a:cubicBezTo>
                    <a:pt x="294" y="0"/>
                    <a:pt x="0" y="490"/>
                    <a:pt x="253" y="878"/>
                  </a:cubicBezTo>
                  <a:cubicBezTo>
                    <a:pt x="368" y="1055"/>
                    <a:pt x="547" y="1137"/>
                    <a:pt x="725" y="1137"/>
                  </a:cubicBezTo>
                  <a:cubicBezTo>
                    <a:pt x="976" y="1137"/>
                    <a:pt x="1223" y="974"/>
                    <a:pt x="1285" y="687"/>
                  </a:cubicBezTo>
                  <a:cubicBezTo>
                    <a:pt x="1350" y="378"/>
                    <a:pt x="1151" y="78"/>
                    <a:pt x="847" y="13"/>
                  </a:cubicBezTo>
                  <a:cubicBezTo>
                    <a:pt x="806" y="4"/>
                    <a:pt x="765" y="0"/>
                    <a:pt x="7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7"/>
            <p:cNvSpPr/>
            <p:nvPr/>
          </p:nvSpPr>
          <p:spPr>
            <a:xfrm>
              <a:off x="6763795" y="1121404"/>
              <a:ext cx="27236" cy="22962"/>
            </a:xfrm>
            <a:custGeom>
              <a:rect b="b" l="l" r="r" t="t"/>
              <a:pathLst>
                <a:path extrusionOk="0" h="1139" w="1351">
                  <a:moveTo>
                    <a:pt x="727" y="1"/>
                  </a:moveTo>
                  <a:cubicBezTo>
                    <a:pt x="294" y="1"/>
                    <a:pt x="1" y="491"/>
                    <a:pt x="254" y="878"/>
                  </a:cubicBezTo>
                  <a:cubicBezTo>
                    <a:pt x="369" y="1056"/>
                    <a:pt x="549" y="1138"/>
                    <a:pt x="727" y="1138"/>
                  </a:cubicBezTo>
                  <a:cubicBezTo>
                    <a:pt x="977" y="1138"/>
                    <a:pt x="1224" y="976"/>
                    <a:pt x="1286" y="687"/>
                  </a:cubicBezTo>
                  <a:cubicBezTo>
                    <a:pt x="1351" y="379"/>
                    <a:pt x="1152" y="78"/>
                    <a:pt x="847" y="13"/>
                  </a:cubicBezTo>
                  <a:cubicBezTo>
                    <a:pt x="806" y="5"/>
                    <a:pt x="766" y="1"/>
                    <a:pt x="7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7"/>
            <p:cNvSpPr/>
            <p:nvPr/>
          </p:nvSpPr>
          <p:spPr>
            <a:xfrm>
              <a:off x="6782484" y="1032535"/>
              <a:ext cx="27135" cy="22902"/>
            </a:xfrm>
            <a:custGeom>
              <a:rect b="b" l="l" r="r" t="t"/>
              <a:pathLst>
                <a:path extrusionOk="0" h="1136" w="1346">
                  <a:moveTo>
                    <a:pt x="722" y="0"/>
                  </a:moveTo>
                  <a:cubicBezTo>
                    <a:pt x="292" y="0"/>
                    <a:pt x="1" y="489"/>
                    <a:pt x="253" y="879"/>
                  </a:cubicBezTo>
                  <a:cubicBezTo>
                    <a:pt x="368" y="1054"/>
                    <a:pt x="547" y="1136"/>
                    <a:pt x="725" y="1136"/>
                  </a:cubicBezTo>
                  <a:cubicBezTo>
                    <a:pt x="975" y="1136"/>
                    <a:pt x="1223" y="974"/>
                    <a:pt x="1285" y="684"/>
                  </a:cubicBezTo>
                  <a:cubicBezTo>
                    <a:pt x="1346" y="375"/>
                    <a:pt x="1151" y="75"/>
                    <a:pt x="846" y="14"/>
                  </a:cubicBezTo>
                  <a:cubicBezTo>
                    <a:pt x="804" y="5"/>
                    <a:pt x="762" y="0"/>
                    <a:pt x="7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7"/>
            <p:cNvSpPr/>
            <p:nvPr/>
          </p:nvSpPr>
          <p:spPr>
            <a:xfrm>
              <a:off x="6699382" y="921349"/>
              <a:ext cx="218917" cy="84813"/>
            </a:xfrm>
            <a:custGeom>
              <a:rect b="b" l="l" r="r" t="t"/>
              <a:pathLst>
                <a:path extrusionOk="0" h="4207" w="10859">
                  <a:moveTo>
                    <a:pt x="1185" y="0"/>
                  </a:moveTo>
                  <a:cubicBezTo>
                    <a:pt x="655" y="0"/>
                    <a:pt x="194" y="381"/>
                    <a:pt x="98" y="910"/>
                  </a:cubicBezTo>
                  <a:cubicBezTo>
                    <a:pt x="1" y="1410"/>
                    <a:pt x="25" y="1926"/>
                    <a:pt x="167" y="2413"/>
                  </a:cubicBezTo>
                  <a:cubicBezTo>
                    <a:pt x="289" y="2795"/>
                    <a:pt x="618" y="3079"/>
                    <a:pt x="1016" y="3148"/>
                  </a:cubicBezTo>
                  <a:cubicBezTo>
                    <a:pt x="3157" y="3526"/>
                    <a:pt x="7747" y="4022"/>
                    <a:pt x="9485" y="4201"/>
                  </a:cubicBezTo>
                  <a:cubicBezTo>
                    <a:pt x="9524" y="4205"/>
                    <a:pt x="9562" y="4207"/>
                    <a:pt x="9600" y="4207"/>
                  </a:cubicBezTo>
                  <a:cubicBezTo>
                    <a:pt x="10052" y="4207"/>
                    <a:pt x="10462" y="3924"/>
                    <a:pt x="10627" y="3494"/>
                  </a:cubicBezTo>
                  <a:cubicBezTo>
                    <a:pt x="10793" y="3035"/>
                    <a:pt x="10858" y="2543"/>
                    <a:pt x="10821" y="2052"/>
                  </a:cubicBezTo>
                  <a:cubicBezTo>
                    <a:pt x="10777" y="1556"/>
                    <a:pt x="10407" y="1154"/>
                    <a:pt x="9916" y="1073"/>
                  </a:cubicBezTo>
                  <a:cubicBezTo>
                    <a:pt x="6914" y="545"/>
                    <a:pt x="2994" y="159"/>
                    <a:pt x="1280" y="5"/>
                  </a:cubicBezTo>
                  <a:cubicBezTo>
                    <a:pt x="1248" y="2"/>
                    <a:pt x="1217" y="0"/>
                    <a:pt x="11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7"/>
            <p:cNvSpPr/>
            <p:nvPr/>
          </p:nvSpPr>
          <p:spPr>
            <a:xfrm>
              <a:off x="6588922" y="1036729"/>
              <a:ext cx="35965" cy="59049"/>
            </a:xfrm>
            <a:custGeom>
              <a:rect b="b" l="l" r="r" t="t"/>
              <a:pathLst>
                <a:path extrusionOk="0" h="2929" w="1784">
                  <a:moveTo>
                    <a:pt x="1120" y="1"/>
                  </a:moveTo>
                  <a:cubicBezTo>
                    <a:pt x="741" y="1"/>
                    <a:pt x="326" y="561"/>
                    <a:pt x="171" y="1313"/>
                  </a:cubicBezTo>
                  <a:cubicBezTo>
                    <a:pt x="0" y="2117"/>
                    <a:pt x="187" y="2836"/>
                    <a:pt x="589" y="2921"/>
                  </a:cubicBezTo>
                  <a:cubicBezTo>
                    <a:pt x="614" y="2926"/>
                    <a:pt x="639" y="2929"/>
                    <a:pt x="664" y="2929"/>
                  </a:cubicBezTo>
                  <a:cubicBezTo>
                    <a:pt x="1043" y="2929"/>
                    <a:pt x="1456" y="2367"/>
                    <a:pt x="1613" y="1613"/>
                  </a:cubicBezTo>
                  <a:cubicBezTo>
                    <a:pt x="1783" y="813"/>
                    <a:pt x="1596" y="94"/>
                    <a:pt x="1198" y="9"/>
                  </a:cubicBezTo>
                  <a:cubicBezTo>
                    <a:pt x="1172" y="3"/>
                    <a:pt x="1146" y="1"/>
                    <a:pt x="11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7" name="Google Shape;337;p17"/>
          <p:cNvGrpSpPr/>
          <p:nvPr/>
        </p:nvGrpSpPr>
        <p:grpSpPr>
          <a:xfrm>
            <a:off x="359223" y="3837674"/>
            <a:ext cx="288107" cy="242774"/>
            <a:chOff x="7220211" y="1901524"/>
            <a:chExt cx="288107" cy="242774"/>
          </a:xfrm>
        </p:grpSpPr>
        <p:sp>
          <p:nvSpPr>
            <p:cNvPr id="338" name="Google Shape;338;p17"/>
            <p:cNvSpPr/>
            <p:nvPr/>
          </p:nvSpPr>
          <p:spPr>
            <a:xfrm>
              <a:off x="7311518" y="2086398"/>
              <a:ext cx="64290" cy="57900"/>
            </a:xfrm>
            <a:custGeom>
              <a:rect b="b" l="l" r="r" t="t"/>
              <a:pathLst>
                <a:path extrusionOk="0" h="2872" w="3189">
                  <a:moveTo>
                    <a:pt x="1596" y="0"/>
                  </a:moveTo>
                  <a:cubicBezTo>
                    <a:pt x="1205" y="0"/>
                    <a:pt x="815" y="159"/>
                    <a:pt x="532" y="473"/>
                  </a:cubicBezTo>
                  <a:cubicBezTo>
                    <a:pt x="0" y="1057"/>
                    <a:pt x="45" y="1963"/>
                    <a:pt x="630" y="2499"/>
                  </a:cubicBezTo>
                  <a:cubicBezTo>
                    <a:pt x="904" y="2749"/>
                    <a:pt x="1249" y="2871"/>
                    <a:pt x="1593" y="2871"/>
                  </a:cubicBezTo>
                  <a:cubicBezTo>
                    <a:pt x="1984" y="2871"/>
                    <a:pt x="2374" y="2713"/>
                    <a:pt x="2657" y="2402"/>
                  </a:cubicBezTo>
                  <a:cubicBezTo>
                    <a:pt x="3189" y="1813"/>
                    <a:pt x="3144" y="907"/>
                    <a:pt x="2559" y="375"/>
                  </a:cubicBezTo>
                  <a:cubicBezTo>
                    <a:pt x="2285" y="124"/>
                    <a:pt x="1940" y="0"/>
                    <a:pt x="159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7"/>
            <p:cNvSpPr/>
            <p:nvPr/>
          </p:nvSpPr>
          <p:spPr>
            <a:xfrm>
              <a:off x="7273112" y="2029585"/>
              <a:ext cx="151099" cy="64149"/>
            </a:xfrm>
            <a:custGeom>
              <a:rect b="b" l="l" r="r" t="t"/>
              <a:pathLst>
                <a:path extrusionOk="0" h="3182" w="7495">
                  <a:moveTo>
                    <a:pt x="3479" y="1"/>
                  </a:moveTo>
                  <a:cubicBezTo>
                    <a:pt x="1063" y="1"/>
                    <a:pt x="198" y="1554"/>
                    <a:pt x="163" y="1621"/>
                  </a:cubicBezTo>
                  <a:cubicBezTo>
                    <a:pt x="0" y="1922"/>
                    <a:pt x="110" y="2299"/>
                    <a:pt x="407" y="2462"/>
                  </a:cubicBezTo>
                  <a:cubicBezTo>
                    <a:pt x="503" y="2515"/>
                    <a:pt x="608" y="2541"/>
                    <a:pt x="712" y="2541"/>
                  </a:cubicBezTo>
                  <a:cubicBezTo>
                    <a:pt x="931" y="2541"/>
                    <a:pt x="1144" y="2428"/>
                    <a:pt x="1260" y="2226"/>
                  </a:cubicBezTo>
                  <a:cubicBezTo>
                    <a:pt x="1287" y="2187"/>
                    <a:pt x="1848" y="1257"/>
                    <a:pt x="3484" y="1257"/>
                  </a:cubicBezTo>
                  <a:cubicBezTo>
                    <a:pt x="3537" y="1257"/>
                    <a:pt x="3592" y="1258"/>
                    <a:pt x="3648" y="1260"/>
                  </a:cubicBezTo>
                  <a:cubicBezTo>
                    <a:pt x="5581" y="1325"/>
                    <a:pt x="6183" y="2726"/>
                    <a:pt x="6203" y="2783"/>
                  </a:cubicBezTo>
                  <a:cubicBezTo>
                    <a:pt x="6297" y="3027"/>
                    <a:pt x="6532" y="3181"/>
                    <a:pt x="6787" y="3181"/>
                  </a:cubicBezTo>
                  <a:cubicBezTo>
                    <a:pt x="6829" y="3181"/>
                    <a:pt x="6871" y="3177"/>
                    <a:pt x="6914" y="3169"/>
                  </a:cubicBezTo>
                  <a:cubicBezTo>
                    <a:pt x="6946" y="3161"/>
                    <a:pt x="6983" y="3148"/>
                    <a:pt x="7015" y="3136"/>
                  </a:cubicBezTo>
                  <a:cubicBezTo>
                    <a:pt x="7336" y="3010"/>
                    <a:pt x="7495" y="2649"/>
                    <a:pt x="7369" y="2324"/>
                  </a:cubicBezTo>
                  <a:cubicBezTo>
                    <a:pt x="7336" y="2234"/>
                    <a:pt x="6471" y="102"/>
                    <a:pt x="3689" y="4"/>
                  </a:cubicBezTo>
                  <a:cubicBezTo>
                    <a:pt x="3617" y="2"/>
                    <a:pt x="3547" y="1"/>
                    <a:pt x="34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7"/>
            <p:cNvSpPr/>
            <p:nvPr/>
          </p:nvSpPr>
          <p:spPr>
            <a:xfrm>
              <a:off x="7247387" y="1966643"/>
              <a:ext cx="225469" cy="87615"/>
            </a:xfrm>
            <a:custGeom>
              <a:rect b="b" l="l" r="r" t="t"/>
              <a:pathLst>
                <a:path extrusionOk="0" h="4346" w="11184">
                  <a:moveTo>
                    <a:pt x="5159" y="1"/>
                  </a:moveTo>
                  <a:cubicBezTo>
                    <a:pt x="1509" y="1"/>
                    <a:pt x="223" y="2305"/>
                    <a:pt x="167" y="2403"/>
                  </a:cubicBezTo>
                  <a:cubicBezTo>
                    <a:pt x="1" y="2708"/>
                    <a:pt x="115" y="3090"/>
                    <a:pt x="419" y="3256"/>
                  </a:cubicBezTo>
                  <a:cubicBezTo>
                    <a:pt x="515" y="3308"/>
                    <a:pt x="617" y="3333"/>
                    <a:pt x="718" y="3333"/>
                  </a:cubicBezTo>
                  <a:cubicBezTo>
                    <a:pt x="939" y="3333"/>
                    <a:pt x="1154" y="3214"/>
                    <a:pt x="1268" y="3005"/>
                  </a:cubicBezTo>
                  <a:cubicBezTo>
                    <a:pt x="1312" y="2934"/>
                    <a:pt x="2292" y="1253"/>
                    <a:pt x="5169" y="1253"/>
                  </a:cubicBezTo>
                  <a:cubicBezTo>
                    <a:pt x="5258" y="1253"/>
                    <a:pt x="5348" y="1255"/>
                    <a:pt x="5440" y="1258"/>
                  </a:cubicBezTo>
                  <a:cubicBezTo>
                    <a:pt x="8815" y="1376"/>
                    <a:pt x="9847" y="3845"/>
                    <a:pt x="9888" y="3947"/>
                  </a:cubicBezTo>
                  <a:cubicBezTo>
                    <a:pt x="9982" y="4191"/>
                    <a:pt x="10217" y="4346"/>
                    <a:pt x="10472" y="4346"/>
                  </a:cubicBezTo>
                  <a:cubicBezTo>
                    <a:pt x="10514" y="4346"/>
                    <a:pt x="10556" y="4341"/>
                    <a:pt x="10598" y="4333"/>
                  </a:cubicBezTo>
                  <a:cubicBezTo>
                    <a:pt x="10635" y="4325"/>
                    <a:pt x="10667" y="4317"/>
                    <a:pt x="10700" y="4304"/>
                  </a:cubicBezTo>
                  <a:cubicBezTo>
                    <a:pt x="11025" y="4174"/>
                    <a:pt x="11183" y="3813"/>
                    <a:pt x="11057" y="3492"/>
                  </a:cubicBezTo>
                  <a:cubicBezTo>
                    <a:pt x="11005" y="3358"/>
                    <a:pt x="9705" y="153"/>
                    <a:pt x="5484" y="7"/>
                  </a:cubicBezTo>
                  <a:cubicBezTo>
                    <a:pt x="5374" y="3"/>
                    <a:pt x="5266" y="1"/>
                    <a:pt x="515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7"/>
            <p:cNvSpPr/>
            <p:nvPr/>
          </p:nvSpPr>
          <p:spPr>
            <a:xfrm>
              <a:off x="7220211" y="1901524"/>
              <a:ext cx="288107" cy="107533"/>
            </a:xfrm>
            <a:custGeom>
              <a:rect b="b" l="l" r="r" t="t"/>
              <a:pathLst>
                <a:path extrusionOk="0" h="5334" w="14291">
                  <a:moveTo>
                    <a:pt x="6590" y="1"/>
                  </a:moveTo>
                  <a:cubicBezTo>
                    <a:pt x="1881" y="1"/>
                    <a:pt x="238" y="2940"/>
                    <a:pt x="167" y="3070"/>
                  </a:cubicBezTo>
                  <a:cubicBezTo>
                    <a:pt x="0" y="3371"/>
                    <a:pt x="114" y="3753"/>
                    <a:pt x="419" y="3919"/>
                  </a:cubicBezTo>
                  <a:cubicBezTo>
                    <a:pt x="514" y="3971"/>
                    <a:pt x="617" y="3996"/>
                    <a:pt x="718" y="3996"/>
                  </a:cubicBezTo>
                  <a:cubicBezTo>
                    <a:pt x="941" y="3996"/>
                    <a:pt x="1156" y="3877"/>
                    <a:pt x="1268" y="3667"/>
                  </a:cubicBezTo>
                  <a:cubicBezTo>
                    <a:pt x="1327" y="3569"/>
                    <a:pt x="2665" y="1256"/>
                    <a:pt x="6592" y="1256"/>
                  </a:cubicBezTo>
                  <a:cubicBezTo>
                    <a:pt x="6709" y="1256"/>
                    <a:pt x="6828" y="1259"/>
                    <a:pt x="6950" y="1263"/>
                  </a:cubicBezTo>
                  <a:cubicBezTo>
                    <a:pt x="11540" y="1425"/>
                    <a:pt x="12938" y="4793"/>
                    <a:pt x="12994" y="4935"/>
                  </a:cubicBezTo>
                  <a:cubicBezTo>
                    <a:pt x="13089" y="5179"/>
                    <a:pt x="13324" y="5333"/>
                    <a:pt x="13579" y="5333"/>
                  </a:cubicBezTo>
                  <a:cubicBezTo>
                    <a:pt x="13621" y="5333"/>
                    <a:pt x="13663" y="5329"/>
                    <a:pt x="13705" y="5321"/>
                  </a:cubicBezTo>
                  <a:cubicBezTo>
                    <a:pt x="13742" y="5313"/>
                    <a:pt x="13774" y="5304"/>
                    <a:pt x="13807" y="5288"/>
                  </a:cubicBezTo>
                  <a:cubicBezTo>
                    <a:pt x="14132" y="5162"/>
                    <a:pt x="14290" y="4801"/>
                    <a:pt x="14164" y="4476"/>
                  </a:cubicBezTo>
                  <a:cubicBezTo>
                    <a:pt x="14095" y="4305"/>
                    <a:pt x="12434" y="199"/>
                    <a:pt x="6995" y="8"/>
                  </a:cubicBezTo>
                  <a:cubicBezTo>
                    <a:pt x="6858" y="3"/>
                    <a:pt x="6723" y="1"/>
                    <a:pt x="659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2" name="Google Shape;342;p17"/>
          <p:cNvSpPr/>
          <p:nvPr/>
        </p:nvSpPr>
        <p:spPr>
          <a:xfrm>
            <a:off x="8602143" y="2097866"/>
            <a:ext cx="310867" cy="281413"/>
          </a:xfrm>
          <a:custGeom>
            <a:rect b="b" l="l" r="r" t="t"/>
            <a:pathLst>
              <a:path extrusionOk="0" h="13959" w="15420">
                <a:moveTo>
                  <a:pt x="7231" y="2778"/>
                </a:moveTo>
                <a:cubicBezTo>
                  <a:pt x="9563" y="5045"/>
                  <a:pt x="11061" y="8505"/>
                  <a:pt x="11061" y="8505"/>
                </a:cubicBezTo>
                <a:cubicBezTo>
                  <a:pt x="9110" y="9256"/>
                  <a:pt x="4543" y="10163"/>
                  <a:pt x="4384" y="10194"/>
                </a:cubicBezTo>
                <a:lnTo>
                  <a:pt x="4384" y="10194"/>
                </a:lnTo>
                <a:cubicBezTo>
                  <a:pt x="5180" y="7286"/>
                  <a:pt x="7231" y="2778"/>
                  <a:pt x="7231" y="2778"/>
                </a:cubicBezTo>
                <a:close/>
                <a:moveTo>
                  <a:pt x="7522" y="0"/>
                </a:moveTo>
                <a:cubicBezTo>
                  <a:pt x="5645" y="0"/>
                  <a:pt x="3806" y="759"/>
                  <a:pt x="2462" y="2173"/>
                </a:cubicBezTo>
                <a:cubicBezTo>
                  <a:pt x="521" y="4220"/>
                  <a:pt x="1" y="7238"/>
                  <a:pt x="1146" y="9817"/>
                </a:cubicBezTo>
                <a:cubicBezTo>
                  <a:pt x="2271" y="12341"/>
                  <a:pt x="4772" y="13959"/>
                  <a:pt x="7520" y="13959"/>
                </a:cubicBezTo>
                <a:cubicBezTo>
                  <a:pt x="7581" y="13959"/>
                  <a:pt x="7641" y="13958"/>
                  <a:pt x="7702" y="13956"/>
                </a:cubicBezTo>
                <a:cubicBezTo>
                  <a:pt x="10525" y="13883"/>
                  <a:pt x="13027" y="12116"/>
                  <a:pt x="14039" y="9484"/>
                </a:cubicBezTo>
                <a:cubicBezTo>
                  <a:pt x="15420" y="5885"/>
                  <a:pt x="13624" y="1848"/>
                  <a:pt x="10026" y="467"/>
                </a:cubicBezTo>
                <a:cubicBezTo>
                  <a:pt x="9211" y="153"/>
                  <a:pt x="8363" y="0"/>
                  <a:pt x="75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3" name="Google Shape;343;p17"/>
          <p:cNvGrpSpPr/>
          <p:nvPr/>
        </p:nvGrpSpPr>
        <p:grpSpPr>
          <a:xfrm>
            <a:off x="8341595" y="615111"/>
            <a:ext cx="802416" cy="757064"/>
            <a:chOff x="7846958" y="3861161"/>
            <a:chExt cx="802416" cy="757064"/>
          </a:xfrm>
        </p:grpSpPr>
        <p:sp>
          <p:nvSpPr>
            <p:cNvPr id="344" name="Google Shape;344;p17"/>
            <p:cNvSpPr/>
            <p:nvPr/>
          </p:nvSpPr>
          <p:spPr>
            <a:xfrm rot="-947265">
              <a:off x="8107240" y="3929401"/>
              <a:ext cx="302452" cy="614751"/>
            </a:xfrm>
            <a:custGeom>
              <a:rect b="b" l="l" r="r" t="t"/>
              <a:pathLst>
                <a:path extrusionOk="0" h="14360" w="7065">
                  <a:moveTo>
                    <a:pt x="4749" y="1"/>
                  </a:moveTo>
                  <a:cubicBezTo>
                    <a:pt x="4460" y="1"/>
                    <a:pt x="4184" y="27"/>
                    <a:pt x="3951" y="95"/>
                  </a:cubicBezTo>
                  <a:cubicBezTo>
                    <a:pt x="2860" y="409"/>
                    <a:pt x="0" y="12670"/>
                    <a:pt x="377" y="14131"/>
                  </a:cubicBezTo>
                  <a:cubicBezTo>
                    <a:pt x="377" y="14131"/>
                    <a:pt x="1432" y="14359"/>
                    <a:pt x="2234" y="14359"/>
                  </a:cubicBezTo>
                  <a:cubicBezTo>
                    <a:pt x="2384" y="14359"/>
                    <a:pt x="2525" y="14352"/>
                    <a:pt x="2648" y="14333"/>
                  </a:cubicBezTo>
                  <a:cubicBezTo>
                    <a:pt x="3435" y="14216"/>
                    <a:pt x="7064" y="358"/>
                    <a:pt x="7064" y="358"/>
                  </a:cubicBezTo>
                  <a:cubicBezTo>
                    <a:pt x="7064" y="358"/>
                    <a:pt x="5813" y="1"/>
                    <a:pt x="4749" y="1"/>
                  </a:cubicBezTo>
                  <a:close/>
                </a:path>
              </a:pathLst>
            </a:custGeom>
            <a:solidFill>
              <a:srgbClr val="AFAF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7"/>
            <p:cNvSpPr/>
            <p:nvPr/>
          </p:nvSpPr>
          <p:spPr>
            <a:xfrm rot="-947265">
              <a:off x="7918356" y="3943573"/>
              <a:ext cx="587010" cy="606232"/>
            </a:xfrm>
            <a:custGeom>
              <a:rect b="b" l="l" r="r" t="t"/>
              <a:pathLst>
                <a:path extrusionOk="0" h="14161" w="13712">
                  <a:moveTo>
                    <a:pt x="8920" y="0"/>
                  </a:moveTo>
                  <a:cubicBezTo>
                    <a:pt x="8448" y="0"/>
                    <a:pt x="7974" y="157"/>
                    <a:pt x="7581" y="479"/>
                  </a:cubicBezTo>
                  <a:cubicBezTo>
                    <a:pt x="4184" y="3274"/>
                    <a:pt x="1827" y="5973"/>
                    <a:pt x="623" y="7475"/>
                  </a:cubicBezTo>
                  <a:cubicBezTo>
                    <a:pt x="14" y="8238"/>
                    <a:pt x="1" y="9319"/>
                    <a:pt x="596" y="10092"/>
                  </a:cubicBezTo>
                  <a:cubicBezTo>
                    <a:pt x="1520" y="11293"/>
                    <a:pt x="2830" y="12620"/>
                    <a:pt x="3818" y="13571"/>
                  </a:cubicBezTo>
                  <a:cubicBezTo>
                    <a:pt x="4228" y="13963"/>
                    <a:pt x="4756" y="14160"/>
                    <a:pt x="5285" y="14160"/>
                  </a:cubicBezTo>
                  <a:cubicBezTo>
                    <a:pt x="5799" y="14160"/>
                    <a:pt x="6313" y="13975"/>
                    <a:pt x="6719" y="13602"/>
                  </a:cubicBezTo>
                  <a:cubicBezTo>
                    <a:pt x="8946" y="11563"/>
                    <a:pt x="11625" y="8515"/>
                    <a:pt x="13035" y="6870"/>
                  </a:cubicBezTo>
                  <a:cubicBezTo>
                    <a:pt x="13640" y="6158"/>
                    <a:pt x="13712" y="5139"/>
                    <a:pt x="13212" y="4352"/>
                  </a:cubicBezTo>
                  <a:cubicBezTo>
                    <a:pt x="12309" y="2929"/>
                    <a:pt x="11314" y="1666"/>
                    <a:pt x="10537" y="750"/>
                  </a:cubicBezTo>
                  <a:cubicBezTo>
                    <a:pt x="10118" y="255"/>
                    <a:pt x="9521" y="0"/>
                    <a:pt x="89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7"/>
            <p:cNvSpPr/>
            <p:nvPr/>
          </p:nvSpPr>
          <p:spPr>
            <a:xfrm rot="-947265">
              <a:off x="7990965" y="3929581"/>
              <a:ext cx="587010" cy="606232"/>
            </a:xfrm>
            <a:custGeom>
              <a:rect b="b" l="l" r="r" t="t"/>
              <a:pathLst>
                <a:path extrusionOk="0" h="14161" w="13712">
                  <a:moveTo>
                    <a:pt x="8920" y="1"/>
                  </a:moveTo>
                  <a:cubicBezTo>
                    <a:pt x="8447" y="1"/>
                    <a:pt x="7971" y="159"/>
                    <a:pt x="7578" y="483"/>
                  </a:cubicBezTo>
                  <a:cubicBezTo>
                    <a:pt x="4184" y="3278"/>
                    <a:pt x="1827" y="5977"/>
                    <a:pt x="623" y="7479"/>
                  </a:cubicBezTo>
                  <a:cubicBezTo>
                    <a:pt x="11" y="8242"/>
                    <a:pt x="0" y="9319"/>
                    <a:pt x="596" y="10096"/>
                  </a:cubicBezTo>
                  <a:cubicBezTo>
                    <a:pt x="1519" y="11296"/>
                    <a:pt x="2830" y="12624"/>
                    <a:pt x="3818" y="13571"/>
                  </a:cubicBezTo>
                  <a:cubicBezTo>
                    <a:pt x="4228" y="13964"/>
                    <a:pt x="4757" y="14161"/>
                    <a:pt x="5286" y="14161"/>
                  </a:cubicBezTo>
                  <a:cubicBezTo>
                    <a:pt x="5799" y="14161"/>
                    <a:pt x="6312" y="13976"/>
                    <a:pt x="6716" y="13606"/>
                  </a:cubicBezTo>
                  <a:cubicBezTo>
                    <a:pt x="8943" y="11563"/>
                    <a:pt x="11625" y="8519"/>
                    <a:pt x="13034" y="6870"/>
                  </a:cubicBezTo>
                  <a:cubicBezTo>
                    <a:pt x="13640" y="6162"/>
                    <a:pt x="13712" y="5142"/>
                    <a:pt x="13209" y="4355"/>
                  </a:cubicBezTo>
                  <a:cubicBezTo>
                    <a:pt x="12306" y="2932"/>
                    <a:pt x="11314" y="1666"/>
                    <a:pt x="10537" y="750"/>
                  </a:cubicBezTo>
                  <a:cubicBezTo>
                    <a:pt x="10118" y="256"/>
                    <a:pt x="9521" y="1"/>
                    <a:pt x="89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7"/>
            <p:cNvSpPr/>
            <p:nvPr/>
          </p:nvSpPr>
          <p:spPr>
            <a:xfrm rot="-947265">
              <a:off x="8122902" y="4043321"/>
              <a:ext cx="396463" cy="351213"/>
            </a:xfrm>
            <a:custGeom>
              <a:rect b="b" l="l" r="r" t="t"/>
              <a:pathLst>
                <a:path extrusionOk="0" h="8204" w="9261">
                  <a:moveTo>
                    <a:pt x="4687" y="0"/>
                  </a:moveTo>
                  <a:cubicBezTo>
                    <a:pt x="3763" y="0"/>
                    <a:pt x="2828" y="310"/>
                    <a:pt x="2050" y="944"/>
                  </a:cubicBezTo>
                  <a:cubicBezTo>
                    <a:pt x="281" y="2391"/>
                    <a:pt x="0" y="4977"/>
                    <a:pt x="1427" y="6722"/>
                  </a:cubicBezTo>
                  <a:cubicBezTo>
                    <a:pt x="2227" y="7698"/>
                    <a:pt x="3393" y="8204"/>
                    <a:pt x="4575" y="8204"/>
                  </a:cubicBezTo>
                  <a:cubicBezTo>
                    <a:pt x="5500" y="8204"/>
                    <a:pt x="6435" y="7894"/>
                    <a:pt x="7212" y="7259"/>
                  </a:cubicBezTo>
                  <a:cubicBezTo>
                    <a:pt x="8980" y="5812"/>
                    <a:pt x="9261" y="3229"/>
                    <a:pt x="7834" y="1484"/>
                  </a:cubicBezTo>
                  <a:cubicBezTo>
                    <a:pt x="7034" y="505"/>
                    <a:pt x="5869" y="0"/>
                    <a:pt x="468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7"/>
            <p:cNvSpPr/>
            <p:nvPr/>
          </p:nvSpPr>
          <p:spPr>
            <a:xfrm rot="-947265">
              <a:off x="8213872" y="4066485"/>
              <a:ext cx="311828" cy="280662"/>
            </a:xfrm>
            <a:custGeom>
              <a:rect b="b" l="l" r="r" t="t"/>
              <a:pathLst>
                <a:path extrusionOk="0" h="6556" w="7284">
                  <a:moveTo>
                    <a:pt x="3519" y="1"/>
                  </a:moveTo>
                  <a:cubicBezTo>
                    <a:pt x="2816" y="1"/>
                    <a:pt x="2117" y="230"/>
                    <a:pt x="1539" y="702"/>
                  </a:cubicBezTo>
                  <a:cubicBezTo>
                    <a:pt x="168" y="1824"/>
                    <a:pt x="0" y="3883"/>
                    <a:pt x="1163" y="5306"/>
                  </a:cubicBezTo>
                  <a:cubicBezTo>
                    <a:pt x="1835" y="6127"/>
                    <a:pt x="2803" y="6555"/>
                    <a:pt x="3765" y="6555"/>
                  </a:cubicBezTo>
                  <a:cubicBezTo>
                    <a:pt x="4468" y="6555"/>
                    <a:pt x="5168" y="6326"/>
                    <a:pt x="5747" y="5854"/>
                  </a:cubicBezTo>
                  <a:cubicBezTo>
                    <a:pt x="7116" y="4732"/>
                    <a:pt x="7283" y="2672"/>
                    <a:pt x="6124" y="1253"/>
                  </a:cubicBezTo>
                  <a:cubicBezTo>
                    <a:pt x="5451" y="430"/>
                    <a:pt x="4482" y="1"/>
                    <a:pt x="35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7"/>
            <p:cNvSpPr/>
            <p:nvPr/>
          </p:nvSpPr>
          <p:spPr>
            <a:xfrm rot="-947265">
              <a:off x="8263338" y="4102839"/>
              <a:ext cx="220300" cy="198253"/>
            </a:xfrm>
            <a:custGeom>
              <a:rect b="b" l="l" r="r" t="t"/>
              <a:pathLst>
                <a:path extrusionOk="0" h="4631" w="5146">
                  <a:moveTo>
                    <a:pt x="2487" y="1"/>
                  </a:moveTo>
                  <a:cubicBezTo>
                    <a:pt x="1989" y="1"/>
                    <a:pt x="1494" y="163"/>
                    <a:pt x="1085" y="499"/>
                  </a:cubicBezTo>
                  <a:cubicBezTo>
                    <a:pt x="117" y="1289"/>
                    <a:pt x="1" y="2743"/>
                    <a:pt x="822" y="3749"/>
                  </a:cubicBezTo>
                  <a:cubicBezTo>
                    <a:pt x="1296" y="4328"/>
                    <a:pt x="1979" y="4631"/>
                    <a:pt x="2659" y="4631"/>
                  </a:cubicBezTo>
                  <a:cubicBezTo>
                    <a:pt x="3155" y="4631"/>
                    <a:pt x="3649" y="4469"/>
                    <a:pt x="4058" y="4135"/>
                  </a:cubicBezTo>
                  <a:cubicBezTo>
                    <a:pt x="5026" y="3345"/>
                    <a:pt x="5146" y="1888"/>
                    <a:pt x="4325" y="885"/>
                  </a:cubicBezTo>
                  <a:cubicBezTo>
                    <a:pt x="3851" y="304"/>
                    <a:pt x="3167" y="1"/>
                    <a:pt x="24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7"/>
            <p:cNvSpPr/>
            <p:nvPr/>
          </p:nvSpPr>
          <p:spPr>
            <a:xfrm rot="-947265">
              <a:off x="8071324" y="3953617"/>
              <a:ext cx="41954" cy="32107"/>
            </a:xfrm>
            <a:custGeom>
              <a:rect b="b" l="l" r="r" t="t"/>
              <a:pathLst>
                <a:path extrusionOk="0" h="750" w="980">
                  <a:moveTo>
                    <a:pt x="744" y="1"/>
                  </a:moveTo>
                  <a:cubicBezTo>
                    <a:pt x="535" y="1"/>
                    <a:pt x="155" y="66"/>
                    <a:pt x="155" y="66"/>
                  </a:cubicBezTo>
                  <a:lnTo>
                    <a:pt x="1" y="750"/>
                  </a:lnTo>
                  <a:cubicBezTo>
                    <a:pt x="1" y="750"/>
                    <a:pt x="979" y="52"/>
                    <a:pt x="849" y="11"/>
                  </a:cubicBezTo>
                  <a:cubicBezTo>
                    <a:pt x="826" y="4"/>
                    <a:pt x="789" y="1"/>
                    <a:pt x="744" y="1"/>
                  </a:cubicBezTo>
                  <a:close/>
                </a:path>
              </a:pathLst>
            </a:custGeom>
            <a:solidFill>
              <a:srgbClr val="AFAF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7"/>
            <p:cNvSpPr/>
            <p:nvPr/>
          </p:nvSpPr>
          <p:spPr>
            <a:xfrm rot="-947265">
              <a:off x="7999403" y="3963253"/>
              <a:ext cx="155400" cy="154587"/>
            </a:xfrm>
            <a:custGeom>
              <a:rect b="b" l="l" r="r" t="t"/>
              <a:pathLst>
                <a:path extrusionOk="0" h="3611" w="3630">
                  <a:moveTo>
                    <a:pt x="2441" y="0"/>
                  </a:moveTo>
                  <a:cubicBezTo>
                    <a:pt x="2331" y="0"/>
                    <a:pt x="2221" y="34"/>
                    <a:pt x="2125" y="102"/>
                  </a:cubicBezTo>
                  <a:cubicBezTo>
                    <a:pt x="1424" y="598"/>
                    <a:pt x="780" y="1166"/>
                    <a:pt x="195" y="1792"/>
                  </a:cubicBezTo>
                  <a:cubicBezTo>
                    <a:pt x="21" y="1977"/>
                    <a:pt x="0" y="2258"/>
                    <a:pt x="141" y="2470"/>
                  </a:cubicBezTo>
                  <a:cubicBezTo>
                    <a:pt x="356" y="2798"/>
                    <a:pt x="674" y="3168"/>
                    <a:pt x="914" y="3431"/>
                  </a:cubicBezTo>
                  <a:cubicBezTo>
                    <a:pt x="1021" y="3550"/>
                    <a:pt x="1170" y="3611"/>
                    <a:pt x="1319" y="3611"/>
                  </a:cubicBezTo>
                  <a:cubicBezTo>
                    <a:pt x="1440" y="3611"/>
                    <a:pt x="1562" y="3570"/>
                    <a:pt x="1663" y="3489"/>
                  </a:cubicBezTo>
                  <a:cubicBezTo>
                    <a:pt x="2279" y="3000"/>
                    <a:pt x="3028" y="2261"/>
                    <a:pt x="3425" y="1857"/>
                  </a:cubicBezTo>
                  <a:cubicBezTo>
                    <a:pt x="3592" y="1686"/>
                    <a:pt x="3630" y="1423"/>
                    <a:pt x="3514" y="1211"/>
                  </a:cubicBezTo>
                  <a:cubicBezTo>
                    <a:pt x="3326" y="869"/>
                    <a:pt x="3117" y="540"/>
                    <a:pt x="2884" y="226"/>
                  </a:cubicBezTo>
                  <a:cubicBezTo>
                    <a:pt x="2777" y="79"/>
                    <a:pt x="2610" y="0"/>
                    <a:pt x="244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7"/>
            <p:cNvSpPr/>
            <p:nvPr/>
          </p:nvSpPr>
          <p:spPr>
            <a:xfrm rot="-947265">
              <a:off x="8016272" y="3955590"/>
              <a:ext cx="155400" cy="154544"/>
            </a:xfrm>
            <a:custGeom>
              <a:rect b="b" l="l" r="r" t="t"/>
              <a:pathLst>
                <a:path extrusionOk="0" h="3610" w="3630">
                  <a:moveTo>
                    <a:pt x="2444" y="0"/>
                  </a:moveTo>
                  <a:cubicBezTo>
                    <a:pt x="2333" y="0"/>
                    <a:pt x="2222" y="34"/>
                    <a:pt x="2124" y="102"/>
                  </a:cubicBezTo>
                  <a:cubicBezTo>
                    <a:pt x="1427" y="598"/>
                    <a:pt x="780" y="1163"/>
                    <a:pt x="195" y="1792"/>
                  </a:cubicBezTo>
                  <a:cubicBezTo>
                    <a:pt x="24" y="1977"/>
                    <a:pt x="0" y="2258"/>
                    <a:pt x="140" y="2470"/>
                  </a:cubicBezTo>
                  <a:cubicBezTo>
                    <a:pt x="359" y="2798"/>
                    <a:pt x="674" y="3164"/>
                    <a:pt x="913" y="3428"/>
                  </a:cubicBezTo>
                  <a:cubicBezTo>
                    <a:pt x="1022" y="3547"/>
                    <a:pt x="1172" y="3609"/>
                    <a:pt x="1324" y="3609"/>
                  </a:cubicBezTo>
                  <a:cubicBezTo>
                    <a:pt x="1445" y="3609"/>
                    <a:pt x="1566" y="3570"/>
                    <a:pt x="1666" y="3489"/>
                  </a:cubicBezTo>
                  <a:cubicBezTo>
                    <a:pt x="2278" y="3000"/>
                    <a:pt x="3031" y="2258"/>
                    <a:pt x="3424" y="1857"/>
                  </a:cubicBezTo>
                  <a:cubicBezTo>
                    <a:pt x="3595" y="1683"/>
                    <a:pt x="3630" y="1420"/>
                    <a:pt x="3517" y="1207"/>
                  </a:cubicBezTo>
                  <a:cubicBezTo>
                    <a:pt x="3329" y="865"/>
                    <a:pt x="3117" y="537"/>
                    <a:pt x="2887" y="226"/>
                  </a:cubicBezTo>
                  <a:cubicBezTo>
                    <a:pt x="2780" y="79"/>
                    <a:pt x="2613" y="0"/>
                    <a:pt x="24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7"/>
            <p:cNvSpPr/>
            <p:nvPr/>
          </p:nvSpPr>
          <p:spPr>
            <a:xfrm rot="-947265">
              <a:off x="8028723" y="3967794"/>
              <a:ext cx="131127" cy="130314"/>
            </a:xfrm>
            <a:custGeom>
              <a:rect b="b" l="l" r="r" t="t"/>
              <a:pathLst>
                <a:path extrusionOk="0" h="3044" w="3063">
                  <a:moveTo>
                    <a:pt x="2059" y="0"/>
                  </a:moveTo>
                  <a:cubicBezTo>
                    <a:pt x="1967" y="0"/>
                    <a:pt x="1874" y="28"/>
                    <a:pt x="1793" y="86"/>
                  </a:cubicBezTo>
                  <a:cubicBezTo>
                    <a:pt x="1202" y="506"/>
                    <a:pt x="658" y="982"/>
                    <a:pt x="165" y="1512"/>
                  </a:cubicBezTo>
                  <a:cubicBezTo>
                    <a:pt x="18" y="1670"/>
                    <a:pt x="1" y="1906"/>
                    <a:pt x="117" y="2084"/>
                  </a:cubicBezTo>
                  <a:cubicBezTo>
                    <a:pt x="316" y="2367"/>
                    <a:pt x="534" y="2638"/>
                    <a:pt x="771" y="2891"/>
                  </a:cubicBezTo>
                  <a:cubicBezTo>
                    <a:pt x="862" y="2992"/>
                    <a:pt x="988" y="3044"/>
                    <a:pt x="1115" y="3044"/>
                  </a:cubicBezTo>
                  <a:cubicBezTo>
                    <a:pt x="1216" y="3044"/>
                    <a:pt x="1318" y="3011"/>
                    <a:pt x="1403" y="2942"/>
                  </a:cubicBezTo>
                  <a:cubicBezTo>
                    <a:pt x="1923" y="2532"/>
                    <a:pt x="2553" y="1906"/>
                    <a:pt x="2888" y="1567"/>
                  </a:cubicBezTo>
                  <a:cubicBezTo>
                    <a:pt x="3032" y="1420"/>
                    <a:pt x="3063" y="1198"/>
                    <a:pt x="2963" y="1020"/>
                  </a:cubicBezTo>
                  <a:cubicBezTo>
                    <a:pt x="2806" y="732"/>
                    <a:pt x="2628" y="455"/>
                    <a:pt x="2433" y="188"/>
                  </a:cubicBezTo>
                  <a:cubicBezTo>
                    <a:pt x="2342" y="66"/>
                    <a:pt x="2201" y="0"/>
                    <a:pt x="20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7"/>
            <p:cNvSpPr/>
            <p:nvPr/>
          </p:nvSpPr>
          <p:spPr>
            <a:xfrm rot="-947265">
              <a:off x="7959743" y="4235345"/>
              <a:ext cx="104199" cy="79926"/>
            </a:xfrm>
            <a:custGeom>
              <a:rect b="b" l="l" r="r" t="t"/>
              <a:pathLst>
                <a:path extrusionOk="0" h="1867" w="2434">
                  <a:moveTo>
                    <a:pt x="2056" y="0"/>
                  </a:moveTo>
                  <a:cubicBezTo>
                    <a:pt x="1785" y="0"/>
                    <a:pt x="1341" y="209"/>
                    <a:pt x="911" y="560"/>
                  </a:cubicBezTo>
                  <a:cubicBezTo>
                    <a:pt x="333" y="1032"/>
                    <a:pt x="1" y="1583"/>
                    <a:pt x="169" y="1788"/>
                  </a:cubicBezTo>
                  <a:cubicBezTo>
                    <a:pt x="212" y="1841"/>
                    <a:pt x="283" y="1866"/>
                    <a:pt x="376" y="1866"/>
                  </a:cubicBezTo>
                  <a:cubicBezTo>
                    <a:pt x="645" y="1866"/>
                    <a:pt x="1090" y="1657"/>
                    <a:pt x="1520" y="1306"/>
                  </a:cubicBezTo>
                  <a:cubicBezTo>
                    <a:pt x="2098" y="834"/>
                    <a:pt x="2433" y="283"/>
                    <a:pt x="2266" y="78"/>
                  </a:cubicBezTo>
                  <a:cubicBezTo>
                    <a:pt x="2222" y="25"/>
                    <a:pt x="2149" y="0"/>
                    <a:pt x="20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7"/>
            <p:cNvSpPr/>
            <p:nvPr/>
          </p:nvSpPr>
          <p:spPr>
            <a:xfrm rot="-947265">
              <a:off x="7951928" y="4224594"/>
              <a:ext cx="104585" cy="91100"/>
            </a:xfrm>
            <a:custGeom>
              <a:rect b="b" l="l" r="r" t="t"/>
              <a:pathLst>
                <a:path extrusionOk="0" h="2128" w="2443">
                  <a:moveTo>
                    <a:pt x="2104" y="0"/>
                  </a:moveTo>
                  <a:lnTo>
                    <a:pt x="0" y="1717"/>
                  </a:lnTo>
                  <a:lnTo>
                    <a:pt x="349" y="2128"/>
                  </a:lnTo>
                  <a:lnTo>
                    <a:pt x="2443" y="417"/>
                  </a:lnTo>
                  <a:lnTo>
                    <a:pt x="210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7"/>
            <p:cNvSpPr/>
            <p:nvPr/>
          </p:nvSpPr>
          <p:spPr>
            <a:xfrm rot="-947265">
              <a:off x="7942682" y="4223911"/>
              <a:ext cx="104028" cy="80012"/>
            </a:xfrm>
            <a:custGeom>
              <a:rect b="b" l="l" r="r" t="t"/>
              <a:pathLst>
                <a:path extrusionOk="0" h="1869" w="2430">
                  <a:moveTo>
                    <a:pt x="2054" y="0"/>
                  </a:moveTo>
                  <a:cubicBezTo>
                    <a:pt x="1785" y="0"/>
                    <a:pt x="1340" y="209"/>
                    <a:pt x="911" y="560"/>
                  </a:cubicBezTo>
                  <a:cubicBezTo>
                    <a:pt x="332" y="1036"/>
                    <a:pt x="1" y="1587"/>
                    <a:pt x="168" y="1792"/>
                  </a:cubicBezTo>
                  <a:cubicBezTo>
                    <a:pt x="211" y="1844"/>
                    <a:pt x="282" y="1869"/>
                    <a:pt x="374" y="1869"/>
                  </a:cubicBezTo>
                  <a:cubicBezTo>
                    <a:pt x="643" y="1869"/>
                    <a:pt x="1089" y="1658"/>
                    <a:pt x="1520" y="1306"/>
                  </a:cubicBezTo>
                  <a:cubicBezTo>
                    <a:pt x="2098" y="834"/>
                    <a:pt x="2429" y="283"/>
                    <a:pt x="2262" y="78"/>
                  </a:cubicBezTo>
                  <a:cubicBezTo>
                    <a:pt x="2219" y="25"/>
                    <a:pt x="2147" y="0"/>
                    <a:pt x="205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7"/>
            <p:cNvSpPr/>
            <p:nvPr/>
          </p:nvSpPr>
          <p:spPr>
            <a:xfrm rot="-947265">
              <a:off x="8099185" y="4326492"/>
              <a:ext cx="33006" cy="24958"/>
            </a:xfrm>
            <a:custGeom>
              <a:rect b="b" l="l" r="r" t="t"/>
              <a:pathLst>
                <a:path extrusionOk="0" h="583" w="771">
                  <a:moveTo>
                    <a:pt x="386" y="1"/>
                  </a:moveTo>
                  <a:cubicBezTo>
                    <a:pt x="322" y="1"/>
                    <a:pt x="257" y="22"/>
                    <a:pt x="202" y="65"/>
                  </a:cubicBezTo>
                  <a:cubicBezTo>
                    <a:pt x="1" y="229"/>
                    <a:pt x="100" y="554"/>
                    <a:pt x="356" y="581"/>
                  </a:cubicBezTo>
                  <a:cubicBezTo>
                    <a:pt x="368" y="582"/>
                    <a:pt x="378" y="583"/>
                    <a:pt x="389" y="583"/>
                  </a:cubicBezTo>
                  <a:cubicBezTo>
                    <a:pt x="627" y="583"/>
                    <a:pt x="770" y="302"/>
                    <a:pt x="613" y="109"/>
                  </a:cubicBezTo>
                  <a:cubicBezTo>
                    <a:pt x="555" y="37"/>
                    <a:pt x="471" y="1"/>
                    <a:pt x="38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7"/>
            <p:cNvSpPr/>
            <p:nvPr/>
          </p:nvSpPr>
          <p:spPr>
            <a:xfrm rot="-947265">
              <a:off x="8304245" y="4120341"/>
              <a:ext cx="115544" cy="45122"/>
            </a:xfrm>
            <a:custGeom>
              <a:rect b="b" l="l" r="r" t="t"/>
              <a:pathLst>
                <a:path extrusionOk="0" h="1054" w="2699">
                  <a:moveTo>
                    <a:pt x="1373" y="1"/>
                  </a:moveTo>
                  <a:cubicBezTo>
                    <a:pt x="845" y="1"/>
                    <a:pt x="335" y="240"/>
                    <a:pt x="185" y="374"/>
                  </a:cubicBezTo>
                  <a:cubicBezTo>
                    <a:pt x="0" y="538"/>
                    <a:pt x="30" y="711"/>
                    <a:pt x="183" y="711"/>
                  </a:cubicBezTo>
                  <a:cubicBezTo>
                    <a:pt x="253" y="711"/>
                    <a:pt x="349" y="675"/>
                    <a:pt x="463" y="583"/>
                  </a:cubicBezTo>
                  <a:cubicBezTo>
                    <a:pt x="658" y="422"/>
                    <a:pt x="912" y="304"/>
                    <a:pt x="1173" y="304"/>
                  </a:cubicBezTo>
                  <a:cubicBezTo>
                    <a:pt x="1390" y="304"/>
                    <a:pt x="1613" y="386"/>
                    <a:pt x="1810" y="596"/>
                  </a:cubicBezTo>
                  <a:cubicBezTo>
                    <a:pt x="2045" y="846"/>
                    <a:pt x="2386" y="1054"/>
                    <a:pt x="2549" y="1054"/>
                  </a:cubicBezTo>
                  <a:cubicBezTo>
                    <a:pt x="2688" y="1054"/>
                    <a:pt x="2698" y="902"/>
                    <a:pt x="2402" y="494"/>
                  </a:cubicBezTo>
                  <a:cubicBezTo>
                    <a:pt x="2134" y="123"/>
                    <a:pt x="1749" y="1"/>
                    <a:pt x="1373" y="1"/>
                  </a:cubicBez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7"/>
            <p:cNvSpPr/>
            <p:nvPr/>
          </p:nvSpPr>
          <p:spPr>
            <a:xfrm rot="-947265">
              <a:off x="8422878" y="4159261"/>
              <a:ext cx="20206" cy="15283"/>
            </a:xfrm>
            <a:custGeom>
              <a:rect b="b" l="l" r="r" t="t"/>
              <a:pathLst>
                <a:path extrusionOk="0" h="357" w="472">
                  <a:moveTo>
                    <a:pt x="238" y="1"/>
                  </a:moveTo>
                  <a:cubicBezTo>
                    <a:pt x="198" y="1"/>
                    <a:pt x="158" y="14"/>
                    <a:pt x="123" y="41"/>
                  </a:cubicBezTo>
                  <a:cubicBezTo>
                    <a:pt x="0" y="140"/>
                    <a:pt x="62" y="339"/>
                    <a:pt x="219" y="356"/>
                  </a:cubicBezTo>
                  <a:cubicBezTo>
                    <a:pt x="226" y="356"/>
                    <a:pt x="233" y="357"/>
                    <a:pt x="239" y="357"/>
                  </a:cubicBezTo>
                  <a:cubicBezTo>
                    <a:pt x="385" y="357"/>
                    <a:pt x="471" y="183"/>
                    <a:pt x="376" y="65"/>
                  </a:cubicBezTo>
                  <a:cubicBezTo>
                    <a:pt x="340" y="23"/>
                    <a:pt x="289" y="1"/>
                    <a:pt x="238" y="1"/>
                  </a:cubicBez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360" name="Shape 360"/>
        <p:cNvGrpSpPr/>
        <p:nvPr/>
      </p:nvGrpSpPr>
      <p:grpSpPr>
        <a:xfrm>
          <a:off x="0" y="0"/>
          <a:ext cx="0" cy="0"/>
          <a:chOff x="0" y="0"/>
          <a:chExt cx="0" cy="0"/>
        </a:xfrm>
      </p:grpSpPr>
      <p:sp>
        <p:nvSpPr>
          <p:cNvPr id="361" name="Google Shape;361;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362" name="Google Shape;362;p18"/>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3" name="Google Shape;363;p18"/>
          <p:cNvGrpSpPr/>
          <p:nvPr/>
        </p:nvGrpSpPr>
        <p:grpSpPr>
          <a:xfrm>
            <a:off x="415835" y="4178995"/>
            <a:ext cx="1182227" cy="758300"/>
            <a:chOff x="430960" y="4178970"/>
            <a:chExt cx="1182227" cy="758300"/>
          </a:xfrm>
        </p:grpSpPr>
        <p:sp>
          <p:nvSpPr>
            <p:cNvPr id="364" name="Google Shape;364;p18"/>
            <p:cNvSpPr/>
            <p:nvPr/>
          </p:nvSpPr>
          <p:spPr>
            <a:xfrm>
              <a:off x="505360" y="4812770"/>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8"/>
            <p:cNvSpPr/>
            <p:nvPr/>
          </p:nvSpPr>
          <p:spPr>
            <a:xfrm>
              <a:off x="1453587" y="4662904"/>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8"/>
            <p:cNvSpPr/>
            <p:nvPr/>
          </p:nvSpPr>
          <p:spPr>
            <a:xfrm>
              <a:off x="960513" y="482822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8"/>
            <p:cNvSpPr/>
            <p:nvPr/>
          </p:nvSpPr>
          <p:spPr>
            <a:xfrm>
              <a:off x="430960" y="4178970"/>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8"/>
            <p:cNvSpPr/>
            <p:nvPr/>
          </p:nvSpPr>
          <p:spPr>
            <a:xfrm>
              <a:off x="713237" y="4523904"/>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9" name="Google Shape;369;p18"/>
            <p:cNvCxnSpPr>
              <a:stCxn id="367" idx="5"/>
              <a:endCxn id="368" idx="1"/>
            </p:cNvCxnSpPr>
            <p:nvPr/>
          </p:nvCxnSpPr>
          <p:spPr>
            <a:xfrm>
              <a:off x="536715" y="4285238"/>
              <a:ext cx="199800" cy="262200"/>
            </a:xfrm>
            <a:prstGeom prst="straightConnector1">
              <a:avLst/>
            </a:prstGeom>
            <a:noFill/>
            <a:ln cap="flat" cmpd="sng" w="19050">
              <a:solidFill>
                <a:schemeClr val="dk2"/>
              </a:solidFill>
              <a:prstDash val="solid"/>
              <a:round/>
              <a:headEnd len="med" w="med" type="none"/>
              <a:tailEnd len="med" w="med" type="none"/>
            </a:ln>
          </p:spPr>
        </p:cxnSp>
        <p:cxnSp>
          <p:nvCxnSpPr>
            <p:cNvPr id="370" name="Google Shape;370;p18"/>
            <p:cNvCxnSpPr>
              <a:stCxn id="368" idx="3"/>
              <a:endCxn id="364" idx="7"/>
            </p:cNvCxnSpPr>
            <p:nvPr/>
          </p:nvCxnSpPr>
          <p:spPr>
            <a:xfrm flipH="1">
              <a:off x="611210" y="4660643"/>
              <a:ext cx="125400" cy="170400"/>
            </a:xfrm>
            <a:prstGeom prst="straightConnector1">
              <a:avLst/>
            </a:prstGeom>
            <a:noFill/>
            <a:ln cap="flat" cmpd="sng" w="19050">
              <a:solidFill>
                <a:schemeClr val="dk2"/>
              </a:solidFill>
              <a:prstDash val="solid"/>
              <a:round/>
              <a:headEnd len="med" w="med" type="none"/>
              <a:tailEnd len="med" w="med" type="none"/>
            </a:ln>
          </p:spPr>
        </p:cxnSp>
        <p:cxnSp>
          <p:nvCxnSpPr>
            <p:cNvPr id="371" name="Google Shape;371;p18"/>
            <p:cNvCxnSpPr>
              <a:stCxn id="368" idx="5"/>
              <a:endCxn id="366" idx="1"/>
            </p:cNvCxnSpPr>
            <p:nvPr/>
          </p:nvCxnSpPr>
          <p:spPr>
            <a:xfrm>
              <a:off x="849464" y="4660643"/>
              <a:ext cx="125700" cy="182400"/>
            </a:xfrm>
            <a:prstGeom prst="straightConnector1">
              <a:avLst/>
            </a:prstGeom>
            <a:noFill/>
            <a:ln cap="flat" cmpd="sng" w="19050">
              <a:solidFill>
                <a:schemeClr val="dk2"/>
              </a:solidFill>
              <a:prstDash val="solid"/>
              <a:round/>
              <a:headEnd len="med" w="med" type="none"/>
              <a:tailEnd len="med" w="med" type="none"/>
            </a:ln>
          </p:spPr>
        </p:cxnSp>
        <p:cxnSp>
          <p:nvCxnSpPr>
            <p:cNvPr id="372" name="Google Shape;372;p18"/>
            <p:cNvCxnSpPr>
              <a:stCxn id="366" idx="6"/>
              <a:endCxn id="365" idx="2"/>
            </p:cNvCxnSpPr>
            <p:nvPr/>
          </p:nvCxnSpPr>
          <p:spPr>
            <a:xfrm flipH="1" rot="10800000">
              <a:off x="1060413" y="4743021"/>
              <a:ext cx="393300" cy="135300"/>
            </a:xfrm>
            <a:prstGeom prst="straightConnector1">
              <a:avLst/>
            </a:prstGeom>
            <a:noFill/>
            <a:ln cap="flat" cmpd="sng" w="19050">
              <a:solidFill>
                <a:schemeClr val="dk2"/>
              </a:solidFill>
              <a:prstDash val="solid"/>
              <a:round/>
              <a:headEnd len="med" w="med" type="none"/>
              <a:tailEnd len="med" w="med" type="none"/>
            </a:ln>
          </p:spPr>
        </p:cxnSp>
      </p:grpSp>
      <p:grpSp>
        <p:nvGrpSpPr>
          <p:cNvPr id="373" name="Google Shape;373;p18"/>
          <p:cNvGrpSpPr/>
          <p:nvPr/>
        </p:nvGrpSpPr>
        <p:grpSpPr>
          <a:xfrm>
            <a:off x="7818672" y="3612979"/>
            <a:ext cx="1118377" cy="1359791"/>
            <a:chOff x="7833797" y="3612954"/>
            <a:chExt cx="1118377" cy="1359791"/>
          </a:xfrm>
        </p:grpSpPr>
        <p:sp>
          <p:nvSpPr>
            <p:cNvPr id="374" name="Google Shape;374;p18"/>
            <p:cNvSpPr/>
            <p:nvPr/>
          </p:nvSpPr>
          <p:spPr>
            <a:xfrm>
              <a:off x="8852250" y="486039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8"/>
            <p:cNvSpPr/>
            <p:nvPr/>
          </p:nvSpPr>
          <p:spPr>
            <a:xfrm>
              <a:off x="7833797" y="4848245"/>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8"/>
            <p:cNvSpPr/>
            <p:nvPr/>
          </p:nvSpPr>
          <p:spPr>
            <a:xfrm>
              <a:off x="8399724" y="4760204"/>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8"/>
            <p:cNvSpPr/>
            <p:nvPr/>
          </p:nvSpPr>
          <p:spPr>
            <a:xfrm>
              <a:off x="8692650" y="448587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8"/>
            <p:cNvSpPr/>
            <p:nvPr/>
          </p:nvSpPr>
          <p:spPr>
            <a:xfrm>
              <a:off x="8792574" y="3612954"/>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9" name="Google Shape;379;p18"/>
            <p:cNvCxnSpPr>
              <a:stCxn id="375" idx="6"/>
              <a:endCxn id="376" idx="2"/>
            </p:cNvCxnSpPr>
            <p:nvPr/>
          </p:nvCxnSpPr>
          <p:spPr>
            <a:xfrm flipH="1" rot="10800000">
              <a:off x="7957697" y="4840295"/>
              <a:ext cx="441900" cy="70200"/>
            </a:xfrm>
            <a:prstGeom prst="straightConnector1">
              <a:avLst/>
            </a:prstGeom>
            <a:noFill/>
            <a:ln cap="flat" cmpd="sng" w="19050">
              <a:solidFill>
                <a:schemeClr val="dk2"/>
              </a:solidFill>
              <a:prstDash val="solid"/>
              <a:round/>
              <a:headEnd len="med" w="med" type="none"/>
              <a:tailEnd len="med" w="med" type="none"/>
            </a:ln>
          </p:spPr>
        </p:cxnSp>
        <p:cxnSp>
          <p:nvCxnSpPr>
            <p:cNvPr id="380" name="Google Shape;380;p18"/>
            <p:cNvCxnSpPr>
              <a:stCxn id="378" idx="4"/>
              <a:endCxn id="374" idx="0"/>
            </p:cNvCxnSpPr>
            <p:nvPr/>
          </p:nvCxnSpPr>
          <p:spPr>
            <a:xfrm>
              <a:off x="8872374" y="3773154"/>
              <a:ext cx="29700" cy="1087200"/>
            </a:xfrm>
            <a:prstGeom prst="straightConnector1">
              <a:avLst/>
            </a:prstGeom>
            <a:noFill/>
            <a:ln cap="flat" cmpd="sng" w="19050">
              <a:solidFill>
                <a:schemeClr val="dk2"/>
              </a:solidFill>
              <a:prstDash val="solid"/>
              <a:round/>
              <a:headEnd len="med" w="med" type="none"/>
              <a:tailEnd len="med" w="med" type="none"/>
            </a:ln>
          </p:spPr>
        </p:cxnSp>
        <p:cxnSp>
          <p:nvCxnSpPr>
            <p:cNvPr id="381" name="Google Shape;381;p18"/>
            <p:cNvCxnSpPr>
              <a:stCxn id="376" idx="7"/>
              <a:endCxn id="377" idx="3"/>
            </p:cNvCxnSpPr>
            <p:nvPr/>
          </p:nvCxnSpPr>
          <p:spPr>
            <a:xfrm flipH="1" rot="10800000">
              <a:off x="8535951" y="4571265"/>
              <a:ext cx="171300" cy="212400"/>
            </a:xfrm>
            <a:prstGeom prst="straightConnector1">
              <a:avLst/>
            </a:prstGeom>
            <a:noFill/>
            <a:ln cap="flat" cmpd="sng" w="19050">
              <a:solidFill>
                <a:schemeClr val="dk2"/>
              </a:solidFill>
              <a:prstDash val="solid"/>
              <a:round/>
              <a:headEnd len="med" w="med" type="none"/>
              <a:tailEnd len="med" w="med" type="none"/>
            </a:ln>
          </p:spPr>
        </p:cxnSp>
        <p:cxnSp>
          <p:nvCxnSpPr>
            <p:cNvPr id="382" name="Google Shape;382;p18"/>
            <p:cNvCxnSpPr>
              <a:stCxn id="376" idx="6"/>
              <a:endCxn id="374" idx="2"/>
            </p:cNvCxnSpPr>
            <p:nvPr/>
          </p:nvCxnSpPr>
          <p:spPr>
            <a:xfrm>
              <a:off x="8559324" y="4840304"/>
              <a:ext cx="292800" cy="70200"/>
            </a:xfrm>
            <a:prstGeom prst="straightConnector1">
              <a:avLst/>
            </a:prstGeom>
            <a:noFill/>
            <a:ln cap="flat" cmpd="sng" w="19050">
              <a:solidFill>
                <a:schemeClr val="dk2"/>
              </a:solidFill>
              <a:prstDash val="solid"/>
              <a:round/>
              <a:headEnd len="med" w="med" type="none"/>
              <a:tailEnd len="med" w="med" type="none"/>
            </a:ln>
          </p:spPr>
        </p:cxnSp>
      </p:grpSp>
      <p:grpSp>
        <p:nvGrpSpPr>
          <p:cNvPr id="383" name="Google Shape;383;p18"/>
          <p:cNvGrpSpPr/>
          <p:nvPr/>
        </p:nvGrpSpPr>
        <p:grpSpPr>
          <a:xfrm rot="-947327">
            <a:off x="8301659" y="4122324"/>
            <a:ext cx="439501" cy="499607"/>
            <a:chOff x="5478812" y="3702225"/>
            <a:chExt cx="439488" cy="499592"/>
          </a:xfrm>
        </p:grpSpPr>
        <p:sp>
          <p:nvSpPr>
            <p:cNvPr id="384" name="Google Shape;384;p18"/>
            <p:cNvSpPr/>
            <p:nvPr/>
          </p:nvSpPr>
          <p:spPr>
            <a:xfrm>
              <a:off x="5497344" y="4157058"/>
              <a:ext cx="53915" cy="44758"/>
            </a:xfrm>
            <a:custGeom>
              <a:rect b="b" l="l" r="r" t="t"/>
              <a:pathLst>
                <a:path extrusionOk="0" h="4521" w="5446">
                  <a:moveTo>
                    <a:pt x="2151" y="0"/>
                  </a:moveTo>
                  <a:cubicBezTo>
                    <a:pt x="1533" y="0"/>
                    <a:pt x="928" y="302"/>
                    <a:pt x="563" y="856"/>
                  </a:cubicBezTo>
                  <a:cubicBezTo>
                    <a:pt x="1" y="1732"/>
                    <a:pt x="246" y="2897"/>
                    <a:pt x="1118" y="3470"/>
                  </a:cubicBezTo>
                  <a:lnTo>
                    <a:pt x="2269" y="4217"/>
                  </a:lnTo>
                  <a:cubicBezTo>
                    <a:pt x="2586" y="4422"/>
                    <a:pt x="2942" y="4521"/>
                    <a:pt x="3294" y="4521"/>
                  </a:cubicBezTo>
                  <a:cubicBezTo>
                    <a:pt x="3911" y="4521"/>
                    <a:pt x="4517" y="4219"/>
                    <a:pt x="4880" y="3665"/>
                  </a:cubicBezTo>
                  <a:cubicBezTo>
                    <a:pt x="5446" y="2789"/>
                    <a:pt x="5197" y="1624"/>
                    <a:pt x="4328" y="1054"/>
                  </a:cubicBezTo>
                  <a:lnTo>
                    <a:pt x="3178" y="304"/>
                  </a:lnTo>
                  <a:cubicBezTo>
                    <a:pt x="2859" y="99"/>
                    <a:pt x="2503" y="0"/>
                    <a:pt x="21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8"/>
            <p:cNvSpPr/>
            <p:nvPr/>
          </p:nvSpPr>
          <p:spPr>
            <a:xfrm>
              <a:off x="5511262" y="3702225"/>
              <a:ext cx="407039" cy="414404"/>
            </a:xfrm>
            <a:custGeom>
              <a:rect b="b" l="l" r="r" t="t"/>
              <a:pathLst>
                <a:path extrusionOk="0" h="41859" w="41115">
                  <a:moveTo>
                    <a:pt x="19771" y="0"/>
                  </a:moveTo>
                  <a:cubicBezTo>
                    <a:pt x="13856" y="0"/>
                    <a:pt x="8711" y="3436"/>
                    <a:pt x="5082" y="9010"/>
                  </a:cubicBezTo>
                  <a:cubicBezTo>
                    <a:pt x="1" y="16821"/>
                    <a:pt x="4768" y="22991"/>
                    <a:pt x="4675" y="27182"/>
                  </a:cubicBezTo>
                  <a:cubicBezTo>
                    <a:pt x="4581" y="31372"/>
                    <a:pt x="2107" y="34592"/>
                    <a:pt x="2107" y="34592"/>
                  </a:cubicBezTo>
                  <a:lnTo>
                    <a:pt x="6290" y="40380"/>
                  </a:lnTo>
                  <a:lnTo>
                    <a:pt x="13275" y="41859"/>
                  </a:lnTo>
                  <a:cubicBezTo>
                    <a:pt x="13275" y="41859"/>
                    <a:pt x="15215" y="38292"/>
                    <a:pt x="19009" y="36507"/>
                  </a:cubicBezTo>
                  <a:cubicBezTo>
                    <a:pt x="22803" y="34722"/>
                    <a:pt x="30375" y="36583"/>
                    <a:pt x="35457" y="28772"/>
                  </a:cubicBezTo>
                  <a:cubicBezTo>
                    <a:pt x="41115" y="20074"/>
                    <a:pt x="40512" y="10103"/>
                    <a:pt x="30307" y="3464"/>
                  </a:cubicBezTo>
                  <a:cubicBezTo>
                    <a:pt x="26641" y="1079"/>
                    <a:pt x="23085" y="0"/>
                    <a:pt x="1977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8"/>
            <p:cNvSpPr/>
            <p:nvPr/>
          </p:nvSpPr>
          <p:spPr>
            <a:xfrm>
              <a:off x="5478812" y="4026341"/>
              <a:ext cx="185912" cy="168290"/>
            </a:xfrm>
            <a:custGeom>
              <a:rect b="b" l="l" r="r" t="t"/>
              <a:pathLst>
                <a:path extrusionOk="0" h="16999" w="18779">
                  <a:moveTo>
                    <a:pt x="5892" y="0"/>
                  </a:moveTo>
                  <a:cubicBezTo>
                    <a:pt x="4817" y="0"/>
                    <a:pt x="3764" y="527"/>
                    <a:pt x="3135" y="1493"/>
                  </a:cubicBezTo>
                  <a:lnTo>
                    <a:pt x="1818" y="3516"/>
                  </a:lnTo>
                  <a:cubicBezTo>
                    <a:pt x="69" y="6203"/>
                    <a:pt x="1" y="9524"/>
                    <a:pt x="1346" y="12211"/>
                  </a:cubicBezTo>
                  <a:cubicBezTo>
                    <a:pt x="2194" y="13909"/>
                    <a:pt x="3575" y="15283"/>
                    <a:pt x="5277" y="16124"/>
                  </a:cubicBezTo>
                  <a:cubicBezTo>
                    <a:pt x="6476" y="16719"/>
                    <a:pt x="7753" y="16999"/>
                    <a:pt x="9020" y="16999"/>
                  </a:cubicBezTo>
                  <a:cubicBezTo>
                    <a:pt x="11990" y="16999"/>
                    <a:pt x="14904" y="15458"/>
                    <a:pt x="16618" y="12824"/>
                  </a:cubicBezTo>
                  <a:lnTo>
                    <a:pt x="17790" y="11028"/>
                  </a:lnTo>
                  <a:cubicBezTo>
                    <a:pt x="18778" y="9506"/>
                    <a:pt x="18345" y="7472"/>
                    <a:pt x="16827" y="6481"/>
                  </a:cubicBezTo>
                  <a:lnTo>
                    <a:pt x="7678" y="531"/>
                  </a:lnTo>
                  <a:cubicBezTo>
                    <a:pt x="7126" y="172"/>
                    <a:pt x="6505" y="0"/>
                    <a:pt x="589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8"/>
            <p:cNvSpPr/>
            <p:nvPr/>
          </p:nvSpPr>
          <p:spPr>
            <a:xfrm>
              <a:off x="5564599" y="3709500"/>
              <a:ext cx="140600" cy="110524"/>
            </a:xfrm>
            <a:custGeom>
              <a:rect b="b" l="l" r="r" t="t"/>
              <a:pathLst>
                <a:path extrusionOk="0" h="11164" w="14202">
                  <a:moveTo>
                    <a:pt x="11831" y="1"/>
                  </a:moveTo>
                  <a:cubicBezTo>
                    <a:pt x="11685" y="1"/>
                    <a:pt x="11537" y="15"/>
                    <a:pt x="11389" y="46"/>
                  </a:cubicBezTo>
                  <a:cubicBezTo>
                    <a:pt x="6924" y="1016"/>
                    <a:pt x="2893" y="3952"/>
                    <a:pt x="603" y="7904"/>
                  </a:cubicBezTo>
                  <a:cubicBezTo>
                    <a:pt x="1" y="8943"/>
                    <a:pt x="354" y="10270"/>
                    <a:pt x="1393" y="10872"/>
                  </a:cubicBezTo>
                  <a:lnTo>
                    <a:pt x="1414" y="10883"/>
                  </a:lnTo>
                  <a:cubicBezTo>
                    <a:pt x="1751" y="11073"/>
                    <a:pt x="2117" y="11163"/>
                    <a:pt x="2479" y="11163"/>
                  </a:cubicBezTo>
                  <a:cubicBezTo>
                    <a:pt x="3228" y="11163"/>
                    <a:pt x="3955" y="10775"/>
                    <a:pt x="4357" y="10082"/>
                  </a:cubicBezTo>
                  <a:cubicBezTo>
                    <a:pt x="6044" y="7168"/>
                    <a:pt x="9019" y="5001"/>
                    <a:pt x="12308" y="4287"/>
                  </a:cubicBezTo>
                  <a:cubicBezTo>
                    <a:pt x="13469" y="4024"/>
                    <a:pt x="14202" y="2873"/>
                    <a:pt x="13949" y="1712"/>
                  </a:cubicBezTo>
                  <a:cubicBezTo>
                    <a:pt x="13729" y="696"/>
                    <a:pt x="12830" y="1"/>
                    <a:pt x="11831" y="1"/>
                  </a:cubicBez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8"/>
            <p:cNvSpPr/>
            <p:nvPr/>
          </p:nvSpPr>
          <p:spPr>
            <a:xfrm>
              <a:off x="5489523" y="4034102"/>
              <a:ext cx="82774" cy="106227"/>
            </a:xfrm>
            <a:custGeom>
              <a:rect b="b" l="l" r="r" t="t"/>
              <a:pathLst>
                <a:path extrusionOk="0" h="10730" w="8361">
                  <a:moveTo>
                    <a:pt x="4503" y="1"/>
                  </a:moveTo>
                  <a:cubicBezTo>
                    <a:pt x="4161" y="1"/>
                    <a:pt x="3852" y="57"/>
                    <a:pt x="3625" y="179"/>
                  </a:cubicBezTo>
                  <a:cubicBezTo>
                    <a:pt x="2731" y="666"/>
                    <a:pt x="156" y="4990"/>
                    <a:pt x="188" y="6328"/>
                  </a:cubicBezTo>
                  <a:cubicBezTo>
                    <a:pt x="221" y="7666"/>
                    <a:pt x="1" y="9649"/>
                    <a:pt x="755" y="10637"/>
                  </a:cubicBezTo>
                  <a:cubicBezTo>
                    <a:pt x="802" y="10700"/>
                    <a:pt x="857" y="10730"/>
                    <a:pt x="917" y="10730"/>
                  </a:cubicBezTo>
                  <a:cubicBezTo>
                    <a:pt x="1807" y="10730"/>
                    <a:pt x="4023" y="4284"/>
                    <a:pt x="6600" y="2444"/>
                  </a:cubicBezTo>
                  <a:cubicBezTo>
                    <a:pt x="8360" y="1185"/>
                    <a:pt x="6078" y="1"/>
                    <a:pt x="4503" y="1"/>
                  </a:cubicBez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9" name="Google Shape;389;p18"/>
          <p:cNvGrpSpPr/>
          <p:nvPr/>
        </p:nvGrpSpPr>
        <p:grpSpPr>
          <a:xfrm rot="-1901613">
            <a:off x="503687" y="4090836"/>
            <a:ext cx="1015079" cy="1026323"/>
            <a:chOff x="1500010" y="1504400"/>
            <a:chExt cx="1212041" cy="1225342"/>
          </a:xfrm>
        </p:grpSpPr>
        <p:sp>
          <p:nvSpPr>
            <p:cNvPr id="390" name="Google Shape;390;p18"/>
            <p:cNvSpPr/>
            <p:nvPr/>
          </p:nvSpPr>
          <p:spPr>
            <a:xfrm rot="1102292">
              <a:off x="1629438" y="1549457"/>
              <a:ext cx="429967" cy="890833"/>
            </a:xfrm>
            <a:custGeom>
              <a:rect b="b" l="l" r="r" t="t"/>
              <a:pathLst>
                <a:path extrusionOk="0" h="54229" w="26174">
                  <a:moveTo>
                    <a:pt x="23129" y="0"/>
                  </a:moveTo>
                  <a:cubicBezTo>
                    <a:pt x="22377" y="0"/>
                    <a:pt x="21890" y="362"/>
                    <a:pt x="21760" y="479"/>
                  </a:cubicBezTo>
                  <a:cubicBezTo>
                    <a:pt x="21594" y="626"/>
                    <a:pt x="21460" y="2884"/>
                    <a:pt x="21861" y="4041"/>
                  </a:cubicBezTo>
                  <a:lnTo>
                    <a:pt x="18849" y="7460"/>
                  </a:lnTo>
                  <a:lnTo>
                    <a:pt x="10999" y="16371"/>
                  </a:lnTo>
                  <a:cubicBezTo>
                    <a:pt x="10436" y="17009"/>
                    <a:pt x="10050" y="17781"/>
                    <a:pt x="9877" y="18614"/>
                  </a:cubicBezTo>
                  <a:lnTo>
                    <a:pt x="3415" y="49933"/>
                  </a:lnTo>
                  <a:cubicBezTo>
                    <a:pt x="2582" y="50128"/>
                    <a:pt x="1760" y="50377"/>
                    <a:pt x="959" y="50673"/>
                  </a:cubicBezTo>
                  <a:cubicBezTo>
                    <a:pt x="959" y="50673"/>
                    <a:pt x="0" y="52667"/>
                    <a:pt x="2095" y="53893"/>
                  </a:cubicBezTo>
                  <a:cubicBezTo>
                    <a:pt x="2508" y="54135"/>
                    <a:pt x="2905" y="54229"/>
                    <a:pt x="3272" y="54229"/>
                  </a:cubicBezTo>
                  <a:cubicBezTo>
                    <a:pt x="4509" y="54229"/>
                    <a:pt x="5402" y="53165"/>
                    <a:pt x="5402" y="53165"/>
                  </a:cubicBezTo>
                  <a:lnTo>
                    <a:pt x="18593" y="40265"/>
                  </a:lnTo>
                  <a:cubicBezTo>
                    <a:pt x="18961" y="39908"/>
                    <a:pt x="19268" y="39494"/>
                    <a:pt x="19506" y="39039"/>
                  </a:cubicBezTo>
                  <a:cubicBezTo>
                    <a:pt x="19747" y="38570"/>
                    <a:pt x="19917" y="38069"/>
                    <a:pt x="20000" y="37550"/>
                  </a:cubicBezTo>
                  <a:lnTo>
                    <a:pt x="25560" y="2851"/>
                  </a:lnTo>
                  <a:cubicBezTo>
                    <a:pt x="25560" y="2851"/>
                    <a:pt x="26173" y="1333"/>
                    <a:pt x="24598" y="432"/>
                  </a:cubicBezTo>
                  <a:cubicBezTo>
                    <a:pt x="24038" y="110"/>
                    <a:pt x="23543" y="0"/>
                    <a:pt x="2312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8"/>
            <p:cNvSpPr/>
            <p:nvPr/>
          </p:nvSpPr>
          <p:spPr>
            <a:xfrm rot="1102292">
              <a:off x="1947827" y="1600924"/>
              <a:ext cx="143607" cy="641336"/>
            </a:xfrm>
            <a:custGeom>
              <a:rect b="b" l="l" r="r" t="t"/>
              <a:pathLst>
                <a:path extrusionOk="0" h="39041" w="8742">
                  <a:moveTo>
                    <a:pt x="5700" y="0"/>
                  </a:moveTo>
                  <a:cubicBezTo>
                    <a:pt x="4946" y="0"/>
                    <a:pt x="4458" y="363"/>
                    <a:pt x="4328" y="480"/>
                  </a:cubicBezTo>
                  <a:cubicBezTo>
                    <a:pt x="4162" y="627"/>
                    <a:pt x="4028" y="2885"/>
                    <a:pt x="4429" y="4039"/>
                  </a:cubicBezTo>
                  <a:lnTo>
                    <a:pt x="1414" y="7461"/>
                  </a:lnTo>
                  <a:cubicBezTo>
                    <a:pt x="599" y="18139"/>
                    <a:pt x="0" y="37277"/>
                    <a:pt x="0" y="37277"/>
                  </a:cubicBezTo>
                  <a:cubicBezTo>
                    <a:pt x="589" y="38951"/>
                    <a:pt x="1043" y="39036"/>
                    <a:pt x="1642" y="39036"/>
                  </a:cubicBezTo>
                  <a:cubicBezTo>
                    <a:pt x="1710" y="39036"/>
                    <a:pt x="1780" y="39035"/>
                    <a:pt x="1851" y="39035"/>
                  </a:cubicBezTo>
                  <a:cubicBezTo>
                    <a:pt x="1923" y="39035"/>
                    <a:pt x="1997" y="39036"/>
                    <a:pt x="2074" y="39040"/>
                  </a:cubicBezTo>
                  <a:cubicBezTo>
                    <a:pt x="2315" y="38571"/>
                    <a:pt x="2485" y="38070"/>
                    <a:pt x="2568" y="37551"/>
                  </a:cubicBezTo>
                  <a:lnTo>
                    <a:pt x="8128" y="2852"/>
                  </a:lnTo>
                  <a:cubicBezTo>
                    <a:pt x="8128" y="2852"/>
                    <a:pt x="8741" y="1334"/>
                    <a:pt x="7166" y="429"/>
                  </a:cubicBezTo>
                  <a:cubicBezTo>
                    <a:pt x="6607" y="110"/>
                    <a:pt x="6113" y="0"/>
                    <a:pt x="57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8"/>
            <p:cNvSpPr/>
            <p:nvPr/>
          </p:nvSpPr>
          <p:spPr>
            <a:xfrm rot="1102292">
              <a:off x="1647082" y="1549985"/>
              <a:ext cx="375888" cy="854628"/>
            </a:xfrm>
            <a:custGeom>
              <a:rect b="b" l="l" r="r" t="t"/>
              <a:pathLst>
                <a:path extrusionOk="0" h="52025" w="22882">
                  <a:moveTo>
                    <a:pt x="21628" y="1"/>
                  </a:moveTo>
                  <a:cubicBezTo>
                    <a:pt x="21331" y="1"/>
                    <a:pt x="21029" y="119"/>
                    <a:pt x="20792" y="388"/>
                  </a:cubicBezTo>
                  <a:lnTo>
                    <a:pt x="8221" y="14661"/>
                  </a:lnTo>
                  <a:cubicBezTo>
                    <a:pt x="7658" y="15296"/>
                    <a:pt x="7272" y="16071"/>
                    <a:pt x="7103" y="16901"/>
                  </a:cubicBezTo>
                  <a:lnTo>
                    <a:pt x="190" y="50406"/>
                  </a:lnTo>
                  <a:cubicBezTo>
                    <a:pt x="1" y="51325"/>
                    <a:pt x="734" y="52024"/>
                    <a:pt x="1516" y="52024"/>
                  </a:cubicBezTo>
                  <a:cubicBezTo>
                    <a:pt x="1837" y="52024"/>
                    <a:pt x="2167" y="51906"/>
                    <a:pt x="2444" y="51635"/>
                  </a:cubicBezTo>
                  <a:lnTo>
                    <a:pt x="15819" y="38559"/>
                  </a:lnTo>
                  <a:cubicBezTo>
                    <a:pt x="16565" y="37827"/>
                    <a:pt x="17059" y="36872"/>
                    <a:pt x="17225" y="35840"/>
                  </a:cubicBezTo>
                  <a:lnTo>
                    <a:pt x="22761" y="1315"/>
                  </a:lnTo>
                  <a:cubicBezTo>
                    <a:pt x="22881" y="551"/>
                    <a:pt x="22268" y="1"/>
                    <a:pt x="2162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8"/>
            <p:cNvSpPr/>
            <p:nvPr/>
          </p:nvSpPr>
          <p:spPr>
            <a:xfrm rot="1102292">
              <a:off x="1786556" y="1608533"/>
              <a:ext cx="255165" cy="441811"/>
            </a:xfrm>
            <a:custGeom>
              <a:rect b="b" l="l" r="r" t="t"/>
              <a:pathLst>
                <a:path extrusionOk="0" h="26895" w="15533">
                  <a:moveTo>
                    <a:pt x="14936" y="1"/>
                  </a:moveTo>
                  <a:cubicBezTo>
                    <a:pt x="14791" y="1"/>
                    <a:pt x="14643" y="60"/>
                    <a:pt x="14529" y="195"/>
                  </a:cubicBezTo>
                  <a:lnTo>
                    <a:pt x="10786" y="4493"/>
                  </a:lnTo>
                  <a:lnTo>
                    <a:pt x="6137" y="9827"/>
                  </a:lnTo>
                  <a:lnTo>
                    <a:pt x="6134" y="9831"/>
                  </a:lnTo>
                  <a:lnTo>
                    <a:pt x="2964" y="13476"/>
                  </a:lnTo>
                  <a:cubicBezTo>
                    <a:pt x="2903" y="13545"/>
                    <a:pt x="2863" y="13624"/>
                    <a:pt x="2845" y="13714"/>
                  </a:cubicBezTo>
                  <a:lnTo>
                    <a:pt x="2456" y="15485"/>
                  </a:lnTo>
                  <a:lnTo>
                    <a:pt x="1356" y="20461"/>
                  </a:lnTo>
                  <a:lnTo>
                    <a:pt x="454" y="24540"/>
                  </a:lnTo>
                  <a:lnTo>
                    <a:pt x="83" y="26228"/>
                  </a:lnTo>
                  <a:cubicBezTo>
                    <a:pt x="1" y="26606"/>
                    <a:pt x="298" y="26894"/>
                    <a:pt x="617" y="26894"/>
                  </a:cubicBezTo>
                  <a:cubicBezTo>
                    <a:pt x="748" y="26894"/>
                    <a:pt x="882" y="26846"/>
                    <a:pt x="995" y="26736"/>
                  </a:cubicBezTo>
                  <a:lnTo>
                    <a:pt x="5196" y="22607"/>
                  </a:lnTo>
                  <a:lnTo>
                    <a:pt x="10230" y="17659"/>
                  </a:lnTo>
                  <a:lnTo>
                    <a:pt x="13238" y="14706"/>
                  </a:lnTo>
                  <a:cubicBezTo>
                    <a:pt x="13321" y="14623"/>
                    <a:pt x="13375" y="14515"/>
                    <a:pt x="13393" y="14400"/>
                  </a:cubicBezTo>
                  <a:lnTo>
                    <a:pt x="14039" y="10119"/>
                  </a:lnTo>
                  <a:lnTo>
                    <a:pt x="14854" y="4749"/>
                  </a:lnTo>
                  <a:lnTo>
                    <a:pt x="15477" y="628"/>
                  </a:lnTo>
                  <a:lnTo>
                    <a:pt x="15474" y="628"/>
                  </a:lnTo>
                  <a:cubicBezTo>
                    <a:pt x="15532" y="261"/>
                    <a:pt x="15240" y="1"/>
                    <a:pt x="149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8"/>
            <p:cNvSpPr/>
            <p:nvPr/>
          </p:nvSpPr>
          <p:spPr>
            <a:xfrm rot="1102292">
              <a:off x="1659938" y="1963258"/>
              <a:ext cx="228979" cy="264249"/>
            </a:xfrm>
            <a:custGeom>
              <a:rect b="b" l="l" r="r" t="t"/>
              <a:pathLst>
                <a:path extrusionOk="0" h="16086" w="13939">
                  <a:moveTo>
                    <a:pt x="10428" y="1"/>
                  </a:moveTo>
                  <a:cubicBezTo>
                    <a:pt x="8158" y="1"/>
                    <a:pt x="5190" y="2076"/>
                    <a:pt x="3052" y="5390"/>
                  </a:cubicBezTo>
                  <a:cubicBezTo>
                    <a:pt x="347" y="9584"/>
                    <a:pt x="1" y="14171"/>
                    <a:pt x="2269" y="15635"/>
                  </a:cubicBezTo>
                  <a:cubicBezTo>
                    <a:pt x="2745" y="15940"/>
                    <a:pt x="3297" y="16085"/>
                    <a:pt x="3897" y="16085"/>
                  </a:cubicBezTo>
                  <a:cubicBezTo>
                    <a:pt x="5358" y="16085"/>
                    <a:pt x="7105" y="15227"/>
                    <a:pt x="8739" y="13734"/>
                  </a:cubicBezTo>
                  <a:cubicBezTo>
                    <a:pt x="9712" y="12833"/>
                    <a:pt x="10567" y="11812"/>
                    <a:pt x="11281" y="10694"/>
                  </a:cubicBezTo>
                  <a:cubicBezTo>
                    <a:pt x="13214" y="7697"/>
                    <a:pt x="13939" y="4492"/>
                    <a:pt x="13365" y="2378"/>
                  </a:cubicBezTo>
                  <a:cubicBezTo>
                    <a:pt x="13134" y="1538"/>
                    <a:pt x="12702" y="867"/>
                    <a:pt x="12056" y="453"/>
                  </a:cubicBezTo>
                  <a:cubicBezTo>
                    <a:pt x="11581" y="146"/>
                    <a:pt x="11029" y="1"/>
                    <a:pt x="1042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8"/>
            <p:cNvSpPr/>
            <p:nvPr/>
          </p:nvSpPr>
          <p:spPr>
            <a:xfrm rot="1102292">
              <a:off x="1726945" y="2050074"/>
              <a:ext cx="98235" cy="110325"/>
            </a:xfrm>
            <a:custGeom>
              <a:rect b="b" l="l" r="r" t="t"/>
              <a:pathLst>
                <a:path extrusionOk="0" h="6716" w="5980">
                  <a:moveTo>
                    <a:pt x="4351" y="0"/>
                  </a:moveTo>
                  <a:cubicBezTo>
                    <a:pt x="3402" y="0"/>
                    <a:pt x="2163" y="865"/>
                    <a:pt x="1273" y="2251"/>
                  </a:cubicBezTo>
                  <a:cubicBezTo>
                    <a:pt x="145" y="4003"/>
                    <a:pt x="0" y="5915"/>
                    <a:pt x="949" y="6528"/>
                  </a:cubicBezTo>
                  <a:cubicBezTo>
                    <a:pt x="1147" y="6655"/>
                    <a:pt x="1377" y="6716"/>
                    <a:pt x="1627" y="6716"/>
                  </a:cubicBezTo>
                  <a:cubicBezTo>
                    <a:pt x="2575" y="6716"/>
                    <a:pt x="3813" y="5849"/>
                    <a:pt x="4706" y="4465"/>
                  </a:cubicBezTo>
                  <a:cubicBezTo>
                    <a:pt x="5835" y="2712"/>
                    <a:pt x="5979" y="801"/>
                    <a:pt x="5031" y="188"/>
                  </a:cubicBezTo>
                  <a:cubicBezTo>
                    <a:pt x="4832" y="61"/>
                    <a:pt x="4602" y="0"/>
                    <a:pt x="43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8"/>
            <p:cNvSpPr/>
            <p:nvPr/>
          </p:nvSpPr>
          <p:spPr>
            <a:xfrm rot="1102292">
              <a:off x="1808615" y="1746028"/>
              <a:ext cx="784336" cy="882603"/>
            </a:xfrm>
            <a:custGeom>
              <a:rect b="b" l="l" r="r" t="t"/>
              <a:pathLst>
                <a:path extrusionOk="0" h="53728" w="47746">
                  <a:moveTo>
                    <a:pt x="26876" y="0"/>
                  </a:moveTo>
                  <a:cubicBezTo>
                    <a:pt x="26563" y="0"/>
                    <a:pt x="26251" y="25"/>
                    <a:pt x="25943" y="76"/>
                  </a:cubicBezTo>
                  <a:cubicBezTo>
                    <a:pt x="22863" y="584"/>
                    <a:pt x="21323" y="1450"/>
                    <a:pt x="19344" y="3790"/>
                  </a:cubicBezTo>
                  <a:cubicBezTo>
                    <a:pt x="16012" y="7732"/>
                    <a:pt x="15817" y="12322"/>
                    <a:pt x="15680" y="17630"/>
                  </a:cubicBezTo>
                  <a:cubicBezTo>
                    <a:pt x="15676" y="17753"/>
                    <a:pt x="15673" y="17876"/>
                    <a:pt x="15669" y="18002"/>
                  </a:cubicBezTo>
                  <a:cubicBezTo>
                    <a:pt x="15647" y="18723"/>
                    <a:pt x="15629" y="19466"/>
                    <a:pt x="15600" y="20220"/>
                  </a:cubicBezTo>
                  <a:cubicBezTo>
                    <a:pt x="15460" y="24100"/>
                    <a:pt x="15900" y="28160"/>
                    <a:pt x="16325" y="32095"/>
                  </a:cubicBezTo>
                  <a:cubicBezTo>
                    <a:pt x="16549" y="34121"/>
                    <a:pt x="16776" y="36213"/>
                    <a:pt x="16909" y="38200"/>
                  </a:cubicBezTo>
                  <a:cubicBezTo>
                    <a:pt x="17108" y="41121"/>
                    <a:pt x="17212" y="44471"/>
                    <a:pt x="15943" y="47367"/>
                  </a:cubicBezTo>
                  <a:cubicBezTo>
                    <a:pt x="15002" y="49527"/>
                    <a:pt x="12903" y="51597"/>
                    <a:pt x="10473" y="51929"/>
                  </a:cubicBezTo>
                  <a:lnTo>
                    <a:pt x="10451" y="51932"/>
                  </a:lnTo>
                  <a:cubicBezTo>
                    <a:pt x="10227" y="51964"/>
                    <a:pt x="10003" y="51980"/>
                    <a:pt x="9777" y="51980"/>
                  </a:cubicBezTo>
                  <a:cubicBezTo>
                    <a:pt x="9621" y="51980"/>
                    <a:pt x="9464" y="51972"/>
                    <a:pt x="9308" y="51957"/>
                  </a:cubicBezTo>
                  <a:cubicBezTo>
                    <a:pt x="7259" y="51752"/>
                    <a:pt x="5287" y="50234"/>
                    <a:pt x="4158" y="47983"/>
                  </a:cubicBezTo>
                  <a:cubicBezTo>
                    <a:pt x="3163" y="46007"/>
                    <a:pt x="2514" y="43274"/>
                    <a:pt x="2416" y="40674"/>
                  </a:cubicBezTo>
                  <a:cubicBezTo>
                    <a:pt x="2564" y="40483"/>
                    <a:pt x="2669" y="40263"/>
                    <a:pt x="2723" y="40028"/>
                  </a:cubicBezTo>
                  <a:cubicBezTo>
                    <a:pt x="2928" y="39109"/>
                    <a:pt x="2777" y="37601"/>
                    <a:pt x="2528" y="36985"/>
                  </a:cubicBezTo>
                  <a:cubicBezTo>
                    <a:pt x="2507" y="36923"/>
                    <a:pt x="2478" y="36869"/>
                    <a:pt x="2442" y="36819"/>
                  </a:cubicBezTo>
                  <a:cubicBezTo>
                    <a:pt x="2316" y="36662"/>
                    <a:pt x="2116" y="36586"/>
                    <a:pt x="1880" y="36586"/>
                  </a:cubicBezTo>
                  <a:cubicBezTo>
                    <a:pt x="1545" y="36586"/>
                    <a:pt x="1141" y="36738"/>
                    <a:pt x="779" y="37028"/>
                  </a:cubicBezTo>
                  <a:cubicBezTo>
                    <a:pt x="768" y="37035"/>
                    <a:pt x="761" y="37042"/>
                    <a:pt x="754" y="37053"/>
                  </a:cubicBezTo>
                  <a:cubicBezTo>
                    <a:pt x="256" y="37461"/>
                    <a:pt x="0" y="37998"/>
                    <a:pt x="101" y="38387"/>
                  </a:cubicBezTo>
                  <a:lnTo>
                    <a:pt x="94" y="38387"/>
                  </a:lnTo>
                  <a:cubicBezTo>
                    <a:pt x="94" y="38387"/>
                    <a:pt x="69" y="39794"/>
                    <a:pt x="678" y="40850"/>
                  </a:cubicBezTo>
                  <a:cubicBezTo>
                    <a:pt x="794" y="43692"/>
                    <a:pt x="1497" y="46570"/>
                    <a:pt x="2597" y="48766"/>
                  </a:cubicBezTo>
                  <a:cubicBezTo>
                    <a:pt x="3989" y="51550"/>
                    <a:pt x="6495" y="53436"/>
                    <a:pt x="9135" y="53696"/>
                  </a:cubicBezTo>
                  <a:cubicBezTo>
                    <a:pt x="9354" y="53717"/>
                    <a:pt x="9574" y="53727"/>
                    <a:pt x="9794" y="53727"/>
                  </a:cubicBezTo>
                  <a:cubicBezTo>
                    <a:pt x="10173" y="53727"/>
                    <a:pt x="10552" y="53696"/>
                    <a:pt x="10927" y="53634"/>
                  </a:cubicBezTo>
                  <a:cubicBezTo>
                    <a:pt x="11042" y="53616"/>
                    <a:pt x="11158" y="53587"/>
                    <a:pt x="11277" y="53562"/>
                  </a:cubicBezTo>
                  <a:cubicBezTo>
                    <a:pt x="14194" y="52924"/>
                    <a:pt x="16491" y="50479"/>
                    <a:pt x="17548" y="48066"/>
                  </a:cubicBezTo>
                  <a:cubicBezTo>
                    <a:pt x="18972" y="44810"/>
                    <a:pt x="18868" y="41207"/>
                    <a:pt x="18655" y="38085"/>
                  </a:cubicBezTo>
                  <a:cubicBezTo>
                    <a:pt x="18514" y="36058"/>
                    <a:pt x="18291" y="33948"/>
                    <a:pt x="18063" y="31907"/>
                  </a:cubicBezTo>
                  <a:cubicBezTo>
                    <a:pt x="17645" y="28038"/>
                    <a:pt x="17212" y="24031"/>
                    <a:pt x="17353" y="20277"/>
                  </a:cubicBezTo>
                  <a:cubicBezTo>
                    <a:pt x="17378" y="19516"/>
                    <a:pt x="17396" y="18774"/>
                    <a:pt x="17418" y="18042"/>
                  </a:cubicBezTo>
                  <a:cubicBezTo>
                    <a:pt x="17551" y="12914"/>
                    <a:pt x="17667" y="8478"/>
                    <a:pt x="20681" y="4915"/>
                  </a:cubicBezTo>
                  <a:cubicBezTo>
                    <a:pt x="22210" y="3108"/>
                    <a:pt x="23314" y="2275"/>
                    <a:pt x="26224" y="1796"/>
                  </a:cubicBezTo>
                  <a:cubicBezTo>
                    <a:pt x="26441" y="1762"/>
                    <a:pt x="26660" y="1744"/>
                    <a:pt x="26878" y="1744"/>
                  </a:cubicBezTo>
                  <a:cubicBezTo>
                    <a:pt x="27053" y="1744"/>
                    <a:pt x="27227" y="1755"/>
                    <a:pt x="27400" y="1778"/>
                  </a:cubicBezTo>
                  <a:lnTo>
                    <a:pt x="27418" y="1778"/>
                  </a:lnTo>
                  <a:cubicBezTo>
                    <a:pt x="28366" y="1900"/>
                    <a:pt x="29261" y="2275"/>
                    <a:pt x="30018" y="2860"/>
                  </a:cubicBezTo>
                  <a:cubicBezTo>
                    <a:pt x="29920" y="3033"/>
                    <a:pt x="29837" y="3217"/>
                    <a:pt x="29773" y="3408"/>
                  </a:cubicBezTo>
                  <a:cubicBezTo>
                    <a:pt x="29708" y="3574"/>
                    <a:pt x="29675" y="3754"/>
                    <a:pt x="29672" y="3931"/>
                  </a:cubicBezTo>
                  <a:cubicBezTo>
                    <a:pt x="29682" y="4403"/>
                    <a:pt x="29845" y="5189"/>
                    <a:pt x="29845" y="5189"/>
                  </a:cubicBezTo>
                  <a:cubicBezTo>
                    <a:pt x="30945" y="6365"/>
                    <a:pt x="32008" y="7324"/>
                    <a:pt x="32614" y="7371"/>
                  </a:cubicBezTo>
                  <a:cubicBezTo>
                    <a:pt x="32624" y="7372"/>
                    <a:pt x="32634" y="7372"/>
                    <a:pt x="32645" y="7372"/>
                  </a:cubicBezTo>
                  <a:cubicBezTo>
                    <a:pt x="32773" y="7372"/>
                    <a:pt x="32969" y="7313"/>
                    <a:pt x="33198" y="7219"/>
                  </a:cubicBezTo>
                  <a:cubicBezTo>
                    <a:pt x="35734" y="10461"/>
                    <a:pt x="36844" y="15164"/>
                    <a:pt x="36173" y="19967"/>
                  </a:cubicBezTo>
                  <a:cubicBezTo>
                    <a:pt x="35903" y="21864"/>
                    <a:pt x="35395" y="23783"/>
                    <a:pt x="34623" y="25791"/>
                  </a:cubicBezTo>
                  <a:cubicBezTo>
                    <a:pt x="34486" y="26134"/>
                    <a:pt x="34345" y="26480"/>
                    <a:pt x="34197" y="26833"/>
                  </a:cubicBezTo>
                  <a:cubicBezTo>
                    <a:pt x="34071" y="27129"/>
                    <a:pt x="34212" y="27472"/>
                    <a:pt x="34507" y="27594"/>
                  </a:cubicBezTo>
                  <a:cubicBezTo>
                    <a:pt x="34580" y="27625"/>
                    <a:pt x="34658" y="27641"/>
                    <a:pt x="34736" y="27641"/>
                  </a:cubicBezTo>
                  <a:cubicBezTo>
                    <a:pt x="34767" y="27641"/>
                    <a:pt x="34798" y="27639"/>
                    <a:pt x="34828" y="27634"/>
                  </a:cubicBezTo>
                  <a:cubicBezTo>
                    <a:pt x="35027" y="27601"/>
                    <a:pt x="35193" y="27472"/>
                    <a:pt x="35276" y="27288"/>
                  </a:cubicBezTo>
                  <a:cubicBezTo>
                    <a:pt x="36329" y="24796"/>
                    <a:pt x="37003" y="22455"/>
                    <a:pt x="37327" y="20126"/>
                  </a:cubicBezTo>
                  <a:cubicBezTo>
                    <a:pt x="38041" y="15027"/>
                    <a:pt x="36924" y="10195"/>
                    <a:pt x="34259" y="6689"/>
                  </a:cubicBezTo>
                  <a:cubicBezTo>
                    <a:pt x="34673" y="6455"/>
                    <a:pt x="35092" y="6192"/>
                    <a:pt x="35427" y="5968"/>
                  </a:cubicBezTo>
                  <a:cubicBezTo>
                    <a:pt x="38074" y="7995"/>
                    <a:pt x="40995" y="10483"/>
                    <a:pt x="43159" y="13674"/>
                  </a:cubicBezTo>
                  <a:cubicBezTo>
                    <a:pt x="45109" y="16534"/>
                    <a:pt x="46162" y="19635"/>
                    <a:pt x="46213" y="22582"/>
                  </a:cubicBezTo>
                  <a:cubicBezTo>
                    <a:pt x="46224" y="23169"/>
                    <a:pt x="46195" y="23757"/>
                    <a:pt x="46123" y="24338"/>
                  </a:cubicBezTo>
                  <a:cubicBezTo>
                    <a:pt x="46087" y="24659"/>
                    <a:pt x="46314" y="24947"/>
                    <a:pt x="46631" y="24987"/>
                  </a:cubicBezTo>
                  <a:cubicBezTo>
                    <a:pt x="46654" y="24992"/>
                    <a:pt x="46677" y="24994"/>
                    <a:pt x="46701" y="24994"/>
                  </a:cubicBezTo>
                  <a:cubicBezTo>
                    <a:pt x="46733" y="24994"/>
                    <a:pt x="46766" y="24990"/>
                    <a:pt x="46797" y="24983"/>
                  </a:cubicBezTo>
                  <a:cubicBezTo>
                    <a:pt x="47053" y="24944"/>
                    <a:pt x="47248" y="24742"/>
                    <a:pt x="47284" y="24486"/>
                  </a:cubicBezTo>
                  <a:cubicBezTo>
                    <a:pt x="47746" y="20775"/>
                    <a:pt x="46628" y="16700"/>
                    <a:pt x="44125" y="13022"/>
                  </a:cubicBezTo>
                  <a:cubicBezTo>
                    <a:pt x="41882" y="9733"/>
                    <a:pt x="38799" y="7097"/>
                    <a:pt x="36224" y="5110"/>
                  </a:cubicBezTo>
                  <a:cubicBezTo>
                    <a:pt x="36278" y="4742"/>
                    <a:pt x="36170" y="4241"/>
                    <a:pt x="36008" y="3873"/>
                  </a:cubicBezTo>
                  <a:cubicBezTo>
                    <a:pt x="35928" y="3696"/>
                    <a:pt x="35838" y="3548"/>
                    <a:pt x="35744" y="3465"/>
                  </a:cubicBezTo>
                  <a:cubicBezTo>
                    <a:pt x="35391" y="3148"/>
                    <a:pt x="33927" y="2250"/>
                    <a:pt x="33325" y="2005"/>
                  </a:cubicBezTo>
                  <a:cubicBezTo>
                    <a:pt x="33050" y="1895"/>
                    <a:pt x="32390" y="1772"/>
                    <a:pt x="31775" y="1772"/>
                  </a:cubicBezTo>
                  <a:cubicBezTo>
                    <a:pt x="31664" y="1772"/>
                    <a:pt x="31555" y="1776"/>
                    <a:pt x="31449" y="1785"/>
                  </a:cubicBezTo>
                  <a:cubicBezTo>
                    <a:pt x="30235" y="692"/>
                    <a:pt x="28543" y="0"/>
                    <a:pt x="268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8"/>
            <p:cNvSpPr/>
            <p:nvPr/>
          </p:nvSpPr>
          <p:spPr>
            <a:xfrm rot="1102292">
              <a:off x="2183428" y="2206529"/>
              <a:ext cx="205160" cy="183870"/>
            </a:xfrm>
            <a:custGeom>
              <a:rect b="b" l="l" r="r" t="t"/>
              <a:pathLst>
                <a:path extrusionOk="0" h="11193" w="12489">
                  <a:moveTo>
                    <a:pt x="9728" y="1"/>
                  </a:moveTo>
                  <a:cubicBezTo>
                    <a:pt x="9382" y="1"/>
                    <a:pt x="9056" y="185"/>
                    <a:pt x="8698" y="575"/>
                  </a:cubicBezTo>
                  <a:cubicBezTo>
                    <a:pt x="8536" y="755"/>
                    <a:pt x="8385" y="943"/>
                    <a:pt x="8248" y="1145"/>
                  </a:cubicBezTo>
                  <a:cubicBezTo>
                    <a:pt x="7394" y="2365"/>
                    <a:pt x="6827" y="3659"/>
                    <a:pt x="6054" y="3659"/>
                  </a:cubicBezTo>
                  <a:cubicBezTo>
                    <a:pt x="5893" y="3659"/>
                    <a:pt x="5723" y="3603"/>
                    <a:pt x="5539" y="3478"/>
                  </a:cubicBezTo>
                  <a:cubicBezTo>
                    <a:pt x="5539" y="3478"/>
                    <a:pt x="0" y="8357"/>
                    <a:pt x="1630" y="9882"/>
                  </a:cubicBezTo>
                  <a:cubicBezTo>
                    <a:pt x="1926" y="10160"/>
                    <a:pt x="2261" y="10394"/>
                    <a:pt x="2622" y="10578"/>
                  </a:cubicBezTo>
                  <a:cubicBezTo>
                    <a:pt x="3337" y="10963"/>
                    <a:pt x="4180" y="11193"/>
                    <a:pt x="5045" y="11193"/>
                  </a:cubicBezTo>
                  <a:cubicBezTo>
                    <a:pt x="6281" y="11193"/>
                    <a:pt x="7559" y="10721"/>
                    <a:pt x="8565" y="9554"/>
                  </a:cubicBezTo>
                  <a:cubicBezTo>
                    <a:pt x="10635" y="7145"/>
                    <a:pt x="12488" y="1956"/>
                    <a:pt x="11223" y="824"/>
                  </a:cubicBezTo>
                  <a:cubicBezTo>
                    <a:pt x="10626" y="289"/>
                    <a:pt x="10161" y="1"/>
                    <a:pt x="972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8"/>
            <p:cNvSpPr/>
            <p:nvPr/>
          </p:nvSpPr>
          <p:spPr>
            <a:xfrm rot="1102292">
              <a:off x="2174944" y="2222152"/>
              <a:ext cx="131582" cy="145956"/>
            </a:xfrm>
            <a:custGeom>
              <a:rect b="b" l="l" r="r" t="t"/>
              <a:pathLst>
                <a:path extrusionOk="0" h="8885" w="8010">
                  <a:moveTo>
                    <a:pt x="4908" y="1"/>
                  </a:moveTo>
                  <a:cubicBezTo>
                    <a:pt x="4822" y="1"/>
                    <a:pt x="4735" y="5"/>
                    <a:pt x="4649" y="14"/>
                  </a:cubicBezTo>
                  <a:lnTo>
                    <a:pt x="4649" y="43"/>
                  </a:lnTo>
                  <a:cubicBezTo>
                    <a:pt x="3707" y="108"/>
                    <a:pt x="2355" y="1284"/>
                    <a:pt x="1345" y="3029"/>
                  </a:cubicBezTo>
                  <a:cubicBezTo>
                    <a:pt x="372" y="4709"/>
                    <a:pt x="0" y="6393"/>
                    <a:pt x="339" y="7273"/>
                  </a:cubicBezTo>
                  <a:lnTo>
                    <a:pt x="307" y="7288"/>
                  </a:lnTo>
                  <a:cubicBezTo>
                    <a:pt x="534" y="7825"/>
                    <a:pt x="898" y="8265"/>
                    <a:pt x="1389" y="8550"/>
                  </a:cubicBezTo>
                  <a:cubicBezTo>
                    <a:pt x="1780" y="8777"/>
                    <a:pt x="2217" y="8884"/>
                    <a:pt x="2673" y="8884"/>
                  </a:cubicBezTo>
                  <a:cubicBezTo>
                    <a:pt x="4088" y="8884"/>
                    <a:pt x="5689" y="7850"/>
                    <a:pt x="6690" y="6137"/>
                  </a:cubicBezTo>
                  <a:cubicBezTo>
                    <a:pt x="8010" y="3869"/>
                    <a:pt x="7768" y="1273"/>
                    <a:pt x="6163" y="335"/>
                  </a:cubicBezTo>
                  <a:cubicBezTo>
                    <a:pt x="5780" y="115"/>
                    <a:pt x="5347" y="1"/>
                    <a:pt x="4908" y="1"/>
                  </a:cubicBezTo>
                  <a:close/>
                </a:path>
              </a:pathLst>
            </a:custGeom>
            <a:solidFill>
              <a:srgbClr val="E9EA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8"/>
            <p:cNvSpPr/>
            <p:nvPr/>
          </p:nvSpPr>
          <p:spPr>
            <a:xfrm rot="1102292">
              <a:off x="2174944" y="2222152"/>
              <a:ext cx="131582" cy="145956"/>
            </a:xfrm>
            <a:custGeom>
              <a:rect b="b" l="l" r="r" t="t"/>
              <a:pathLst>
                <a:path extrusionOk="0" h="8885" w="8010">
                  <a:moveTo>
                    <a:pt x="4908" y="1"/>
                  </a:moveTo>
                  <a:cubicBezTo>
                    <a:pt x="4822" y="1"/>
                    <a:pt x="4735" y="5"/>
                    <a:pt x="4649" y="14"/>
                  </a:cubicBezTo>
                  <a:lnTo>
                    <a:pt x="4649" y="43"/>
                  </a:lnTo>
                  <a:cubicBezTo>
                    <a:pt x="3707" y="108"/>
                    <a:pt x="2355" y="1284"/>
                    <a:pt x="1345" y="3029"/>
                  </a:cubicBezTo>
                  <a:cubicBezTo>
                    <a:pt x="372" y="4709"/>
                    <a:pt x="0" y="6393"/>
                    <a:pt x="339" y="7273"/>
                  </a:cubicBezTo>
                  <a:lnTo>
                    <a:pt x="307" y="7288"/>
                  </a:lnTo>
                  <a:cubicBezTo>
                    <a:pt x="534" y="7825"/>
                    <a:pt x="898" y="8265"/>
                    <a:pt x="1389" y="8550"/>
                  </a:cubicBezTo>
                  <a:cubicBezTo>
                    <a:pt x="1780" y="8777"/>
                    <a:pt x="2217" y="8884"/>
                    <a:pt x="2673" y="8884"/>
                  </a:cubicBezTo>
                  <a:cubicBezTo>
                    <a:pt x="4088" y="8884"/>
                    <a:pt x="5689" y="7850"/>
                    <a:pt x="6690" y="6137"/>
                  </a:cubicBezTo>
                  <a:cubicBezTo>
                    <a:pt x="8010" y="3869"/>
                    <a:pt x="7768" y="1273"/>
                    <a:pt x="6163" y="335"/>
                  </a:cubicBezTo>
                  <a:cubicBezTo>
                    <a:pt x="5780" y="115"/>
                    <a:pt x="5347" y="1"/>
                    <a:pt x="490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8"/>
            <p:cNvSpPr/>
            <p:nvPr/>
          </p:nvSpPr>
          <p:spPr>
            <a:xfrm rot="1102292">
              <a:off x="2178218" y="2218185"/>
              <a:ext cx="99713" cy="129020"/>
            </a:xfrm>
            <a:custGeom>
              <a:rect b="b" l="l" r="r" t="t"/>
              <a:pathLst>
                <a:path extrusionOk="0" h="7854" w="6070">
                  <a:moveTo>
                    <a:pt x="4723" y="0"/>
                  </a:moveTo>
                  <a:cubicBezTo>
                    <a:pt x="4698" y="0"/>
                    <a:pt x="4673" y="1"/>
                    <a:pt x="4649" y="3"/>
                  </a:cubicBezTo>
                  <a:cubicBezTo>
                    <a:pt x="3707" y="68"/>
                    <a:pt x="2355" y="1247"/>
                    <a:pt x="1345" y="2989"/>
                  </a:cubicBezTo>
                  <a:cubicBezTo>
                    <a:pt x="372" y="4669"/>
                    <a:pt x="0" y="6357"/>
                    <a:pt x="343" y="7237"/>
                  </a:cubicBezTo>
                  <a:cubicBezTo>
                    <a:pt x="433" y="7461"/>
                    <a:pt x="567" y="7634"/>
                    <a:pt x="743" y="7738"/>
                  </a:cubicBezTo>
                  <a:cubicBezTo>
                    <a:pt x="878" y="7816"/>
                    <a:pt x="1031" y="7854"/>
                    <a:pt x="1198" y="7854"/>
                  </a:cubicBezTo>
                  <a:cubicBezTo>
                    <a:pt x="2144" y="7854"/>
                    <a:pt x="3542" y="6661"/>
                    <a:pt x="4580" y="4871"/>
                  </a:cubicBezTo>
                  <a:cubicBezTo>
                    <a:pt x="5803" y="2765"/>
                    <a:pt x="6069" y="638"/>
                    <a:pt x="5182" y="115"/>
                  </a:cubicBezTo>
                  <a:cubicBezTo>
                    <a:pt x="5039" y="40"/>
                    <a:pt x="4882" y="0"/>
                    <a:pt x="472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8"/>
            <p:cNvSpPr/>
            <p:nvPr/>
          </p:nvSpPr>
          <p:spPr>
            <a:xfrm rot="1102292">
              <a:off x="1815266" y="1674318"/>
              <a:ext cx="154991" cy="262392"/>
            </a:xfrm>
            <a:custGeom>
              <a:rect b="b" l="l" r="r" t="t"/>
              <a:pathLst>
                <a:path extrusionOk="0" h="15973" w="9435">
                  <a:moveTo>
                    <a:pt x="9434" y="1"/>
                  </a:moveTo>
                  <a:lnTo>
                    <a:pt x="4786" y="5334"/>
                  </a:lnTo>
                  <a:lnTo>
                    <a:pt x="4782" y="5342"/>
                  </a:lnTo>
                  <a:lnTo>
                    <a:pt x="1101" y="10996"/>
                  </a:lnTo>
                  <a:lnTo>
                    <a:pt x="1" y="15972"/>
                  </a:lnTo>
                  <a:lnTo>
                    <a:pt x="9434" y="1"/>
                  </a:ln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8"/>
            <p:cNvSpPr/>
            <p:nvPr/>
          </p:nvSpPr>
          <p:spPr>
            <a:xfrm rot="1102292">
              <a:off x="1948664" y="1797005"/>
              <a:ext cx="62571" cy="123878"/>
            </a:xfrm>
            <a:custGeom>
              <a:rect b="b" l="l" r="r" t="t"/>
              <a:pathLst>
                <a:path extrusionOk="0" h="7541" w="3809">
                  <a:moveTo>
                    <a:pt x="3809" y="0"/>
                  </a:moveTo>
                  <a:lnTo>
                    <a:pt x="0" y="7540"/>
                  </a:lnTo>
                  <a:lnTo>
                    <a:pt x="3008" y="4587"/>
                  </a:lnTo>
                  <a:cubicBezTo>
                    <a:pt x="3091" y="4504"/>
                    <a:pt x="3145" y="4396"/>
                    <a:pt x="3163" y="4281"/>
                  </a:cubicBezTo>
                  <a:lnTo>
                    <a:pt x="3809" y="0"/>
                  </a:ln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8"/>
            <p:cNvSpPr/>
            <p:nvPr/>
          </p:nvSpPr>
          <p:spPr>
            <a:xfrm rot="1102292">
              <a:off x="1786511" y="1608808"/>
              <a:ext cx="255082" cy="441515"/>
            </a:xfrm>
            <a:custGeom>
              <a:rect b="b" l="l" r="r" t="t"/>
              <a:pathLst>
                <a:path extrusionOk="0" h="26877" w="15528">
                  <a:moveTo>
                    <a:pt x="15055" y="0"/>
                  </a:moveTo>
                  <a:lnTo>
                    <a:pt x="454" y="24522"/>
                  </a:lnTo>
                  <a:lnTo>
                    <a:pt x="83" y="26210"/>
                  </a:lnTo>
                  <a:cubicBezTo>
                    <a:pt x="1" y="26588"/>
                    <a:pt x="298" y="26876"/>
                    <a:pt x="617" y="26876"/>
                  </a:cubicBezTo>
                  <a:cubicBezTo>
                    <a:pt x="748" y="26876"/>
                    <a:pt x="882" y="26828"/>
                    <a:pt x="995" y="26718"/>
                  </a:cubicBezTo>
                  <a:lnTo>
                    <a:pt x="5196" y="22589"/>
                  </a:lnTo>
                  <a:lnTo>
                    <a:pt x="14854" y="4731"/>
                  </a:lnTo>
                  <a:lnTo>
                    <a:pt x="15477" y="610"/>
                  </a:lnTo>
                  <a:cubicBezTo>
                    <a:pt x="15528" y="325"/>
                    <a:pt x="15337" y="54"/>
                    <a:pt x="15055" y="0"/>
                  </a:cubicBez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8"/>
            <p:cNvSpPr/>
            <p:nvPr/>
          </p:nvSpPr>
          <p:spPr>
            <a:xfrm rot="1102292">
              <a:off x="1860445" y="2537409"/>
              <a:ext cx="5700" cy="1199"/>
            </a:xfrm>
            <a:custGeom>
              <a:rect b="b" l="l" r="r" t="t"/>
              <a:pathLst>
                <a:path extrusionOk="0" h="73" w="347">
                  <a:moveTo>
                    <a:pt x="347" y="0"/>
                  </a:moveTo>
                  <a:lnTo>
                    <a:pt x="347" y="0"/>
                  </a:lnTo>
                  <a:cubicBezTo>
                    <a:pt x="231" y="25"/>
                    <a:pt x="116" y="51"/>
                    <a:pt x="0" y="72"/>
                  </a:cubicBezTo>
                  <a:cubicBezTo>
                    <a:pt x="112" y="54"/>
                    <a:pt x="228" y="29"/>
                    <a:pt x="347" y="0"/>
                  </a:cubicBezTo>
                  <a:close/>
                </a:path>
              </a:pathLst>
            </a:custGeom>
            <a:solidFill>
              <a:srgbClr val="514A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8"/>
            <p:cNvSpPr/>
            <p:nvPr/>
          </p:nvSpPr>
          <p:spPr>
            <a:xfrm rot="1102292">
              <a:off x="2457148" y="2240547"/>
              <a:ext cx="142539" cy="211287"/>
            </a:xfrm>
            <a:custGeom>
              <a:rect b="b" l="l" r="r" t="t"/>
              <a:pathLst>
                <a:path extrusionOk="0" h="12862" w="8677">
                  <a:moveTo>
                    <a:pt x="5070" y="1"/>
                  </a:moveTo>
                  <a:cubicBezTo>
                    <a:pt x="4778" y="1"/>
                    <a:pt x="4540" y="54"/>
                    <a:pt x="4346" y="173"/>
                  </a:cubicBezTo>
                  <a:cubicBezTo>
                    <a:pt x="3946" y="421"/>
                    <a:pt x="3740" y="952"/>
                    <a:pt x="3650" y="1878"/>
                  </a:cubicBezTo>
                  <a:cubicBezTo>
                    <a:pt x="3479" y="3609"/>
                    <a:pt x="3703" y="5241"/>
                    <a:pt x="2555" y="5241"/>
                  </a:cubicBezTo>
                  <a:cubicBezTo>
                    <a:pt x="2517" y="5241"/>
                    <a:pt x="2477" y="5239"/>
                    <a:pt x="2435" y="5236"/>
                  </a:cubicBezTo>
                  <a:cubicBezTo>
                    <a:pt x="2435" y="5236"/>
                    <a:pt x="1" y="12203"/>
                    <a:pt x="2171" y="12736"/>
                  </a:cubicBezTo>
                  <a:cubicBezTo>
                    <a:pt x="2478" y="12809"/>
                    <a:pt x="2795" y="12848"/>
                    <a:pt x="3109" y="12859"/>
                  </a:cubicBezTo>
                  <a:cubicBezTo>
                    <a:pt x="3162" y="12861"/>
                    <a:pt x="3214" y="12862"/>
                    <a:pt x="3267" y="12862"/>
                  </a:cubicBezTo>
                  <a:cubicBezTo>
                    <a:pt x="5260" y="12862"/>
                    <a:pt x="7519" y="11668"/>
                    <a:pt x="8049" y="9055"/>
                  </a:cubicBezTo>
                  <a:cubicBezTo>
                    <a:pt x="8677" y="5946"/>
                    <a:pt x="7747" y="508"/>
                    <a:pt x="6091" y="140"/>
                  </a:cubicBezTo>
                  <a:cubicBezTo>
                    <a:pt x="5693" y="51"/>
                    <a:pt x="5356" y="1"/>
                    <a:pt x="507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8"/>
            <p:cNvSpPr/>
            <p:nvPr/>
          </p:nvSpPr>
          <p:spPr>
            <a:xfrm rot="1102292">
              <a:off x="2474436" y="2441240"/>
              <a:ext cx="131" cy="394"/>
            </a:xfrm>
            <a:custGeom>
              <a:rect b="b" l="l" r="r" t="t"/>
              <a:pathLst>
                <a:path extrusionOk="0" h="24" w="8">
                  <a:moveTo>
                    <a:pt x="1" y="0"/>
                  </a:moveTo>
                  <a:cubicBezTo>
                    <a:pt x="1" y="0"/>
                    <a:pt x="1" y="5"/>
                    <a:pt x="1" y="15"/>
                  </a:cubicBezTo>
                  <a:cubicBezTo>
                    <a:pt x="1" y="21"/>
                    <a:pt x="2" y="24"/>
                    <a:pt x="3" y="24"/>
                  </a:cubicBezTo>
                  <a:cubicBezTo>
                    <a:pt x="5" y="24"/>
                    <a:pt x="6" y="22"/>
                    <a:pt x="8" y="18"/>
                  </a:cubicBezTo>
                  <a:cubicBezTo>
                    <a:pt x="4" y="7"/>
                    <a:pt x="2" y="0"/>
                    <a:pt x="1" y="0"/>
                  </a:cubicBezTo>
                  <a:close/>
                </a:path>
              </a:pathLst>
            </a:custGeom>
            <a:solidFill>
              <a:srgbClr val="514A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8"/>
            <p:cNvSpPr/>
            <p:nvPr/>
          </p:nvSpPr>
          <p:spPr>
            <a:xfrm rot="1102292">
              <a:off x="2431271" y="2293235"/>
              <a:ext cx="102621" cy="156059"/>
            </a:xfrm>
            <a:custGeom>
              <a:rect b="b" l="l" r="r" t="t"/>
              <a:pathLst>
                <a:path extrusionOk="0" h="9500" w="6247">
                  <a:moveTo>
                    <a:pt x="2886" y="1"/>
                  </a:moveTo>
                  <a:cubicBezTo>
                    <a:pt x="2366" y="1"/>
                    <a:pt x="1857" y="163"/>
                    <a:pt x="1429" y="462"/>
                  </a:cubicBezTo>
                  <a:lnTo>
                    <a:pt x="1443" y="491"/>
                  </a:lnTo>
                  <a:cubicBezTo>
                    <a:pt x="653" y="1007"/>
                    <a:pt x="51" y="2694"/>
                    <a:pt x="26" y="4710"/>
                  </a:cubicBezTo>
                  <a:cubicBezTo>
                    <a:pt x="1" y="6647"/>
                    <a:pt x="502" y="8302"/>
                    <a:pt x="1230" y="8901"/>
                  </a:cubicBezTo>
                  <a:lnTo>
                    <a:pt x="1209" y="8929"/>
                  </a:lnTo>
                  <a:cubicBezTo>
                    <a:pt x="1667" y="9286"/>
                    <a:pt x="2200" y="9492"/>
                    <a:pt x="2770" y="9499"/>
                  </a:cubicBezTo>
                  <a:cubicBezTo>
                    <a:pt x="2781" y="9499"/>
                    <a:pt x="2792" y="9499"/>
                    <a:pt x="2803" y="9499"/>
                  </a:cubicBezTo>
                  <a:cubicBezTo>
                    <a:pt x="4645" y="9499"/>
                    <a:pt x="6164" y="7406"/>
                    <a:pt x="6210" y="4797"/>
                  </a:cubicBezTo>
                  <a:cubicBezTo>
                    <a:pt x="6246" y="2175"/>
                    <a:pt x="4764" y="29"/>
                    <a:pt x="2903" y="1"/>
                  </a:cubicBezTo>
                  <a:cubicBezTo>
                    <a:pt x="2898" y="1"/>
                    <a:pt x="2892" y="1"/>
                    <a:pt x="2886" y="1"/>
                  </a:cubicBezTo>
                  <a:close/>
                </a:path>
              </a:pathLst>
            </a:custGeom>
            <a:solidFill>
              <a:srgbClr val="E9EA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8"/>
            <p:cNvSpPr/>
            <p:nvPr/>
          </p:nvSpPr>
          <p:spPr>
            <a:xfrm rot="1102292">
              <a:off x="2431271" y="2293235"/>
              <a:ext cx="102621" cy="156059"/>
            </a:xfrm>
            <a:custGeom>
              <a:rect b="b" l="l" r="r" t="t"/>
              <a:pathLst>
                <a:path extrusionOk="0" h="9500" w="6247">
                  <a:moveTo>
                    <a:pt x="2886" y="1"/>
                  </a:moveTo>
                  <a:cubicBezTo>
                    <a:pt x="2366" y="1"/>
                    <a:pt x="1857" y="163"/>
                    <a:pt x="1429" y="462"/>
                  </a:cubicBezTo>
                  <a:lnTo>
                    <a:pt x="1443" y="491"/>
                  </a:lnTo>
                  <a:cubicBezTo>
                    <a:pt x="653" y="1007"/>
                    <a:pt x="51" y="2694"/>
                    <a:pt x="26" y="4710"/>
                  </a:cubicBezTo>
                  <a:cubicBezTo>
                    <a:pt x="1" y="6647"/>
                    <a:pt x="502" y="8302"/>
                    <a:pt x="1230" y="8901"/>
                  </a:cubicBezTo>
                  <a:lnTo>
                    <a:pt x="1209" y="8929"/>
                  </a:lnTo>
                  <a:cubicBezTo>
                    <a:pt x="1667" y="9286"/>
                    <a:pt x="2200" y="9492"/>
                    <a:pt x="2770" y="9499"/>
                  </a:cubicBezTo>
                  <a:cubicBezTo>
                    <a:pt x="2781" y="9499"/>
                    <a:pt x="2792" y="9499"/>
                    <a:pt x="2803" y="9499"/>
                  </a:cubicBezTo>
                  <a:cubicBezTo>
                    <a:pt x="4645" y="9499"/>
                    <a:pt x="6164" y="7406"/>
                    <a:pt x="6210" y="4797"/>
                  </a:cubicBezTo>
                  <a:cubicBezTo>
                    <a:pt x="6246" y="2175"/>
                    <a:pt x="4764" y="29"/>
                    <a:pt x="2903" y="1"/>
                  </a:cubicBezTo>
                  <a:cubicBezTo>
                    <a:pt x="2898" y="1"/>
                    <a:pt x="2892" y="1"/>
                    <a:pt x="288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8"/>
            <p:cNvSpPr/>
            <p:nvPr/>
          </p:nvSpPr>
          <p:spPr>
            <a:xfrm rot="1102292">
              <a:off x="2432377" y="2292258"/>
              <a:ext cx="62456" cy="144856"/>
            </a:xfrm>
            <a:custGeom>
              <a:rect b="b" l="l" r="r" t="t"/>
              <a:pathLst>
                <a:path extrusionOk="0" h="8818" w="3802">
                  <a:moveTo>
                    <a:pt x="1962" y="0"/>
                  </a:moveTo>
                  <a:cubicBezTo>
                    <a:pt x="1778" y="4"/>
                    <a:pt x="1598" y="61"/>
                    <a:pt x="1447" y="166"/>
                  </a:cubicBezTo>
                  <a:cubicBezTo>
                    <a:pt x="657" y="682"/>
                    <a:pt x="55" y="2369"/>
                    <a:pt x="26" y="4385"/>
                  </a:cubicBezTo>
                  <a:cubicBezTo>
                    <a:pt x="1" y="6322"/>
                    <a:pt x="502" y="7977"/>
                    <a:pt x="1234" y="8576"/>
                  </a:cubicBezTo>
                  <a:cubicBezTo>
                    <a:pt x="1421" y="8727"/>
                    <a:pt x="1623" y="8814"/>
                    <a:pt x="1829" y="8817"/>
                  </a:cubicBezTo>
                  <a:cubicBezTo>
                    <a:pt x="1833" y="8817"/>
                    <a:pt x="1836" y="8817"/>
                    <a:pt x="1840" y="8817"/>
                  </a:cubicBezTo>
                  <a:cubicBezTo>
                    <a:pt x="2870" y="8817"/>
                    <a:pt x="3733" y="6865"/>
                    <a:pt x="3769" y="4439"/>
                  </a:cubicBezTo>
                  <a:cubicBezTo>
                    <a:pt x="3801" y="2005"/>
                    <a:pt x="2994" y="18"/>
                    <a:pt x="196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0_1_1_1">
    <p:spTree>
      <p:nvGrpSpPr>
        <p:cNvPr id="410" name="Shape 410"/>
        <p:cNvGrpSpPr/>
        <p:nvPr/>
      </p:nvGrpSpPr>
      <p:grpSpPr>
        <a:xfrm>
          <a:off x="0" y="0"/>
          <a:ext cx="0" cy="0"/>
          <a:chOff x="0" y="0"/>
          <a:chExt cx="0" cy="0"/>
        </a:xfrm>
      </p:grpSpPr>
      <p:sp>
        <p:nvSpPr>
          <p:cNvPr id="411" name="Google Shape;411;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412" name="Google Shape;412;p19"/>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3" name="Google Shape;413;p19"/>
          <p:cNvGrpSpPr/>
          <p:nvPr/>
        </p:nvGrpSpPr>
        <p:grpSpPr>
          <a:xfrm>
            <a:off x="8185835" y="3924395"/>
            <a:ext cx="824700" cy="1065009"/>
            <a:chOff x="8185835" y="3924395"/>
            <a:chExt cx="824700" cy="1065009"/>
          </a:xfrm>
        </p:grpSpPr>
        <p:sp>
          <p:nvSpPr>
            <p:cNvPr id="414" name="Google Shape;414;p19"/>
            <p:cNvSpPr/>
            <p:nvPr/>
          </p:nvSpPr>
          <p:spPr>
            <a:xfrm>
              <a:off x="8185835" y="4847045"/>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9"/>
            <p:cNvSpPr/>
            <p:nvPr/>
          </p:nvSpPr>
          <p:spPr>
            <a:xfrm>
              <a:off x="8796787" y="4829204"/>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9"/>
            <p:cNvSpPr/>
            <p:nvPr/>
          </p:nvSpPr>
          <p:spPr>
            <a:xfrm>
              <a:off x="8474438" y="463424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9"/>
            <p:cNvSpPr/>
            <p:nvPr/>
          </p:nvSpPr>
          <p:spPr>
            <a:xfrm>
              <a:off x="8886635" y="4225545"/>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9"/>
            <p:cNvSpPr/>
            <p:nvPr/>
          </p:nvSpPr>
          <p:spPr>
            <a:xfrm>
              <a:off x="8660235" y="3924395"/>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9" name="Google Shape;419;p19"/>
            <p:cNvCxnSpPr>
              <a:stCxn id="418" idx="5"/>
              <a:endCxn id="417" idx="1"/>
            </p:cNvCxnSpPr>
            <p:nvPr/>
          </p:nvCxnSpPr>
          <p:spPr>
            <a:xfrm>
              <a:off x="8765990" y="4030663"/>
              <a:ext cx="138900" cy="213000"/>
            </a:xfrm>
            <a:prstGeom prst="straightConnector1">
              <a:avLst/>
            </a:prstGeom>
            <a:noFill/>
            <a:ln cap="flat" cmpd="sng" w="19050">
              <a:solidFill>
                <a:schemeClr val="dk2"/>
              </a:solidFill>
              <a:prstDash val="solid"/>
              <a:round/>
              <a:headEnd len="med" w="med" type="none"/>
              <a:tailEnd len="med" w="med" type="none"/>
            </a:ln>
          </p:spPr>
        </p:cxnSp>
        <p:cxnSp>
          <p:nvCxnSpPr>
            <p:cNvPr id="420" name="Google Shape;420;p19"/>
            <p:cNvCxnSpPr>
              <a:stCxn id="416" idx="7"/>
              <a:endCxn id="417" idx="3"/>
            </p:cNvCxnSpPr>
            <p:nvPr/>
          </p:nvCxnSpPr>
          <p:spPr>
            <a:xfrm flipH="1" rot="10800000">
              <a:off x="8559708" y="4331820"/>
              <a:ext cx="345000" cy="317100"/>
            </a:xfrm>
            <a:prstGeom prst="straightConnector1">
              <a:avLst/>
            </a:prstGeom>
            <a:noFill/>
            <a:ln cap="flat" cmpd="sng" w="19050">
              <a:solidFill>
                <a:schemeClr val="dk2"/>
              </a:solidFill>
              <a:prstDash val="solid"/>
              <a:round/>
              <a:headEnd len="med" w="med" type="none"/>
              <a:tailEnd len="med" w="med" type="none"/>
            </a:ln>
          </p:spPr>
        </p:cxnSp>
        <p:cxnSp>
          <p:nvCxnSpPr>
            <p:cNvPr id="421" name="Google Shape;421;p19"/>
            <p:cNvCxnSpPr>
              <a:stCxn id="415" idx="0"/>
              <a:endCxn id="417" idx="4"/>
            </p:cNvCxnSpPr>
            <p:nvPr/>
          </p:nvCxnSpPr>
          <p:spPr>
            <a:xfrm flipH="1" rot="10800000">
              <a:off x="8876587" y="4350104"/>
              <a:ext cx="72000" cy="479100"/>
            </a:xfrm>
            <a:prstGeom prst="straightConnector1">
              <a:avLst/>
            </a:prstGeom>
            <a:noFill/>
            <a:ln cap="flat" cmpd="sng" w="19050">
              <a:solidFill>
                <a:schemeClr val="dk2"/>
              </a:solidFill>
              <a:prstDash val="solid"/>
              <a:round/>
              <a:headEnd len="med" w="med" type="none"/>
              <a:tailEnd len="med" w="med" type="none"/>
            </a:ln>
          </p:spPr>
        </p:cxnSp>
        <p:cxnSp>
          <p:nvCxnSpPr>
            <p:cNvPr id="422" name="Google Shape;422;p19"/>
            <p:cNvCxnSpPr>
              <a:stCxn id="415" idx="2"/>
              <a:endCxn id="414" idx="6"/>
            </p:cNvCxnSpPr>
            <p:nvPr/>
          </p:nvCxnSpPr>
          <p:spPr>
            <a:xfrm rot="10800000">
              <a:off x="8309587" y="4909304"/>
              <a:ext cx="487200" cy="0"/>
            </a:xfrm>
            <a:prstGeom prst="straightConnector1">
              <a:avLst/>
            </a:prstGeom>
            <a:noFill/>
            <a:ln cap="flat" cmpd="sng" w="19050">
              <a:solidFill>
                <a:schemeClr val="dk2"/>
              </a:solidFill>
              <a:prstDash val="solid"/>
              <a:round/>
              <a:headEnd len="med" w="med" type="none"/>
              <a:tailEnd len="med" w="med" type="none"/>
            </a:ln>
          </p:spPr>
        </p:cxnSp>
      </p:grpSp>
      <p:grpSp>
        <p:nvGrpSpPr>
          <p:cNvPr id="423" name="Google Shape;423;p19"/>
          <p:cNvGrpSpPr/>
          <p:nvPr/>
        </p:nvGrpSpPr>
        <p:grpSpPr>
          <a:xfrm rot="-5040343">
            <a:off x="8306279" y="3514346"/>
            <a:ext cx="891502" cy="445983"/>
            <a:chOff x="6086682" y="1657156"/>
            <a:chExt cx="1017475" cy="509002"/>
          </a:xfrm>
        </p:grpSpPr>
        <p:sp>
          <p:nvSpPr>
            <p:cNvPr id="424" name="Google Shape;424;p19"/>
            <p:cNvSpPr/>
            <p:nvPr/>
          </p:nvSpPr>
          <p:spPr>
            <a:xfrm>
              <a:off x="7038826" y="1923197"/>
              <a:ext cx="64048" cy="53988"/>
            </a:xfrm>
            <a:custGeom>
              <a:rect b="b" l="l" r="r" t="t"/>
              <a:pathLst>
                <a:path extrusionOk="0" h="2678" w="3177">
                  <a:moveTo>
                    <a:pt x="3103" y="1"/>
                  </a:moveTo>
                  <a:lnTo>
                    <a:pt x="0" y="1337"/>
                  </a:lnTo>
                  <a:lnTo>
                    <a:pt x="3103" y="2678"/>
                  </a:lnTo>
                  <a:cubicBezTo>
                    <a:pt x="3177" y="1199"/>
                    <a:pt x="3103" y="1"/>
                    <a:pt x="3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5" name="Google Shape;425;p19"/>
            <p:cNvGrpSpPr/>
            <p:nvPr/>
          </p:nvGrpSpPr>
          <p:grpSpPr>
            <a:xfrm>
              <a:off x="6086682" y="1657156"/>
              <a:ext cx="1017475" cy="509002"/>
              <a:chOff x="6086682" y="1657156"/>
              <a:chExt cx="1017475" cy="509002"/>
            </a:xfrm>
          </p:grpSpPr>
          <p:sp>
            <p:nvSpPr>
              <p:cNvPr id="426" name="Google Shape;426;p19"/>
              <p:cNvSpPr/>
              <p:nvPr/>
            </p:nvSpPr>
            <p:spPr>
              <a:xfrm>
                <a:off x="6088234" y="1818139"/>
                <a:ext cx="53323" cy="59311"/>
              </a:xfrm>
              <a:custGeom>
                <a:rect b="b" l="l" r="r" t="t"/>
                <a:pathLst>
                  <a:path extrusionOk="0" h="2942" w="2645">
                    <a:moveTo>
                      <a:pt x="49" y="1"/>
                    </a:moveTo>
                    <a:cubicBezTo>
                      <a:pt x="1" y="979"/>
                      <a:pt x="1" y="1958"/>
                      <a:pt x="49" y="2941"/>
                    </a:cubicBezTo>
                    <a:lnTo>
                      <a:pt x="2645" y="1861"/>
                    </a:lnTo>
                    <a:lnTo>
                      <a:pt x="4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9"/>
              <p:cNvSpPr/>
              <p:nvPr/>
            </p:nvSpPr>
            <p:spPr>
              <a:xfrm>
                <a:off x="6086682" y="1708989"/>
                <a:ext cx="1017475" cy="457168"/>
              </a:xfrm>
              <a:custGeom>
                <a:rect b="b" l="l" r="r" t="t"/>
                <a:pathLst>
                  <a:path extrusionOk="0" h="22677" w="50470">
                    <a:moveTo>
                      <a:pt x="18072" y="0"/>
                    </a:moveTo>
                    <a:cubicBezTo>
                      <a:pt x="17710" y="0"/>
                      <a:pt x="17347" y="57"/>
                      <a:pt x="16999" y="171"/>
                    </a:cubicBezTo>
                    <a:cubicBezTo>
                      <a:pt x="9408" y="2669"/>
                      <a:pt x="2978" y="6056"/>
                      <a:pt x="488" y="7445"/>
                    </a:cubicBezTo>
                    <a:cubicBezTo>
                      <a:pt x="0" y="7718"/>
                      <a:pt x="8" y="8416"/>
                      <a:pt x="500" y="8680"/>
                    </a:cubicBezTo>
                    <a:cubicBezTo>
                      <a:pt x="12576" y="15127"/>
                      <a:pt x="26598" y="20748"/>
                      <a:pt x="30924" y="22438"/>
                    </a:cubicBezTo>
                    <a:cubicBezTo>
                      <a:pt x="31332" y="22597"/>
                      <a:pt x="31761" y="22676"/>
                      <a:pt x="32191" y="22676"/>
                    </a:cubicBezTo>
                    <a:cubicBezTo>
                      <a:pt x="32672" y="22676"/>
                      <a:pt x="33152" y="22577"/>
                      <a:pt x="33600" y="22377"/>
                    </a:cubicBezTo>
                    <a:cubicBezTo>
                      <a:pt x="40136" y="19501"/>
                      <a:pt x="47301" y="15427"/>
                      <a:pt x="49990" y="13867"/>
                    </a:cubicBezTo>
                    <a:cubicBezTo>
                      <a:pt x="50470" y="13587"/>
                      <a:pt x="50453" y="12884"/>
                      <a:pt x="49958" y="12633"/>
                    </a:cubicBezTo>
                    <a:cubicBezTo>
                      <a:pt x="40579" y="7848"/>
                      <a:pt x="23689" y="1779"/>
                      <a:pt x="19225" y="199"/>
                    </a:cubicBezTo>
                    <a:cubicBezTo>
                      <a:pt x="18853" y="66"/>
                      <a:pt x="18462" y="0"/>
                      <a:pt x="18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9"/>
              <p:cNvSpPr/>
              <p:nvPr/>
            </p:nvSpPr>
            <p:spPr>
              <a:xfrm>
                <a:off x="6086682" y="1657156"/>
                <a:ext cx="1017475" cy="457168"/>
              </a:xfrm>
              <a:custGeom>
                <a:rect b="b" l="l" r="r" t="t"/>
                <a:pathLst>
                  <a:path extrusionOk="0" h="22677" w="50470">
                    <a:moveTo>
                      <a:pt x="18072" y="0"/>
                    </a:moveTo>
                    <a:cubicBezTo>
                      <a:pt x="17710" y="0"/>
                      <a:pt x="17347" y="57"/>
                      <a:pt x="16999" y="170"/>
                    </a:cubicBezTo>
                    <a:cubicBezTo>
                      <a:pt x="9408" y="2668"/>
                      <a:pt x="2978" y="6056"/>
                      <a:pt x="488" y="7445"/>
                    </a:cubicBezTo>
                    <a:cubicBezTo>
                      <a:pt x="0" y="7717"/>
                      <a:pt x="8" y="8416"/>
                      <a:pt x="500" y="8680"/>
                    </a:cubicBezTo>
                    <a:cubicBezTo>
                      <a:pt x="12576" y="15126"/>
                      <a:pt x="26598" y="20752"/>
                      <a:pt x="30924" y="22438"/>
                    </a:cubicBezTo>
                    <a:cubicBezTo>
                      <a:pt x="31332" y="22597"/>
                      <a:pt x="31761" y="22676"/>
                      <a:pt x="32191" y="22676"/>
                    </a:cubicBezTo>
                    <a:cubicBezTo>
                      <a:pt x="32672" y="22676"/>
                      <a:pt x="33152" y="22576"/>
                      <a:pt x="33600" y="22377"/>
                    </a:cubicBezTo>
                    <a:cubicBezTo>
                      <a:pt x="40136" y="19501"/>
                      <a:pt x="47301" y="15427"/>
                      <a:pt x="49990" y="13867"/>
                    </a:cubicBezTo>
                    <a:cubicBezTo>
                      <a:pt x="50470" y="13587"/>
                      <a:pt x="50453" y="12884"/>
                      <a:pt x="49958" y="12632"/>
                    </a:cubicBezTo>
                    <a:cubicBezTo>
                      <a:pt x="40579" y="7847"/>
                      <a:pt x="23689" y="1779"/>
                      <a:pt x="19225" y="199"/>
                    </a:cubicBezTo>
                    <a:cubicBezTo>
                      <a:pt x="18853" y="66"/>
                      <a:pt x="18462" y="0"/>
                      <a:pt x="18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9"/>
              <p:cNvSpPr/>
              <p:nvPr/>
            </p:nvSpPr>
            <p:spPr>
              <a:xfrm>
                <a:off x="6139583" y="1675502"/>
                <a:ext cx="862707" cy="374049"/>
              </a:xfrm>
              <a:custGeom>
                <a:rect b="b" l="l" r="r" t="t"/>
                <a:pathLst>
                  <a:path extrusionOk="0" h="18554" w="42793">
                    <a:moveTo>
                      <a:pt x="15310" y="1"/>
                    </a:moveTo>
                    <a:cubicBezTo>
                      <a:pt x="15007" y="1"/>
                      <a:pt x="14703" y="47"/>
                      <a:pt x="14408" y="138"/>
                    </a:cubicBezTo>
                    <a:cubicBezTo>
                      <a:pt x="7974" y="2181"/>
                      <a:pt x="2523" y="4955"/>
                      <a:pt x="407" y="6088"/>
                    </a:cubicBezTo>
                    <a:cubicBezTo>
                      <a:pt x="0" y="6308"/>
                      <a:pt x="8" y="6893"/>
                      <a:pt x="419" y="7104"/>
                    </a:cubicBezTo>
                    <a:cubicBezTo>
                      <a:pt x="630" y="7214"/>
                      <a:pt x="837" y="7319"/>
                      <a:pt x="1052" y="7425"/>
                    </a:cubicBezTo>
                    <a:cubicBezTo>
                      <a:pt x="2332" y="8079"/>
                      <a:pt x="3636" y="8725"/>
                      <a:pt x="4944" y="9346"/>
                    </a:cubicBezTo>
                    <a:cubicBezTo>
                      <a:pt x="6272" y="9984"/>
                      <a:pt x="7604" y="10601"/>
                      <a:pt x="8920" y="11198"/>
                    </a:cubicBezTo>
                    <a:cubicBezTo>
                      <a:pt x="11422" y="12332"/>
                      <a:pt x="13868" y="13392"/>
                      <a:pt x="16118" y="14326"/>
                    </a:cubicBezTo>
                    <a:cubicBezTo>
                      <a:pt x="17044" y="14720"/>
                      <a:pt x="17938" y="15090"/>
                      <a:pt x="18787" y="15435"/>
                    </a:cubicBezTo>
                    <a:cubicBezTo>
                      <a:pt x="22117" y="16796"/>
                      <a:pt x="24790" y="17823"/>
                      <a:pt x="26212" y="18364"/>
                    </a:cubicBezTo>
                    <a:cubicBezTo>
                      <a:pt x="26555" y="18491"/>
                      <a:pt x="26915" y="18554"/>
                      <a:pt x="27275" y="18554"/>
                    </a:cubicBezTo>
                    <a:cubicBezTo>
                      <a:pt x="27686" y="18554"/>
                      <a:pt x="28097" y="18471"/>
                      <a:pt x="28482" y="18307"/>
                    </a:cubicBezTo>
                    <a:cubicBezTo>
                      <a:pt x="30538" y="17437"/>
                      <a:pt x="32678" y="16426"/>
                      <a:pt x="34661" y="15435"/>
                    </a:cubicBezTo>
                    <a:cubicBezTo>
                      <a:pt x="35412" y="15061"/>
                      <a:pt x="36143" y="14692"/>
                      <a:pt x="36842" y="14330"/>
                    </a:cubicBezTo>
                    <a:cubicBezTo>
                      <a:pt x="39259" y="13079"/>
                      <a:pt x="41269" y="11970"/>
                      <a:pt x="42382" y="11349"/>
                    </a:cubicBezTo>
                    <a:cubicBezTo>
                      <a:pt x="42793" y="11125"/>
                      <a:pt x="42776" y="10528"/>
                      <a:pt x="42354" y="10329"/>
                    </a:cubicBezTo>
                    <a:cubicBezTo>
                      <a:pt x="42175" y="10240"/>
                      <a:pt x="41996" y="10154"/>
                      <a:pt x="41814" y="10065"/>
                    </a:cubicBezTo>
                    <a:cubicBezTo>
                      <a:pt x="40550" y="9460"/>
                      <a:pt x="39141" y="8826"/>
                      <a:pt x="37654" y="8193"/>
                    </a:cubicBezTo>
                    <a:cubicBezTo>
                      <a:pt x="35741" y="7368"/>
                      <a:pt x="33698" y="6543"/>
                      <a:pt x="31647" y="5743"/>
                    </a:cubicBezTo>
                    <a:lnTo>
                      <a:pt x="31639" y="5743"/>
                    </a:lnTo>
                    <a:cubicBezTo>
                      <a:pt x="30022" y="5114"/>
                      <a:pt x="28393" y="4500"/>
                      <a:pt x="26837" y="3915"/>
                    </a:cubicBezTo>
                    <a:lnTo>
                      <a:pt x="26829" y="3915"/>
                    </a:lnTo>
                    <a:cubicBezTo>
                      <a:pt x="22162" y="2189"/>
                      <a:pt x="18076" y="771"/>
                      <a:pt x="16293" y="166"/>
                    </a:cubicBezTo>
                    <a:cubicBezTo>
                      <a:pt x="15974" y="56"/>
                      <a:pt x="15642" y="1"/>
                      <a:pt x="153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9"/>
              <p:cNvSpPr/>
              <p:nvPr/>
            </p:nvSpPr>
            <p:spPr>
              <a:xfrm>
                <a:off x="6141781" y="1754592"/>
                <a:ext cx="635806" cy="70600"/>
              </a:xfrm>
              <a:custGeom>
                <a:rect b="b" l="l" r="r" t="t"/>
                <a:pathLst>
                  <a:path extrusionOk="0" h="3502" w="31538">
                    <a:moveTo>
                      <a:pt x="26724" y="0"/>
                    </a:moveTo>
                    <a:cubicBezTo>
                      <a:pt x="19828" y="564"/>
                      <a:pt x="4290" y="1801"/>
                      <a:pt x="1556" y="1801"/>
                    </a:cubicBezTo>
                    <a:cubicBezTo>
                      <a:pt x="1334" y="1801"/>
                      <a:pt x="1196" y="1793"/>
                      <a:pt x="1155" y="1776"/>
                    </a:cubicBezTo>
                    <a:lnTo>
                      <a:pt x="1" y="2641"/>
                    </a:lnTo>
                    <a:lnTo>
                      <a:pt x="943" y="3502"/>
                    </a:lnTo>
                    <a:lnTo>
                      <a:pt x="31534" y="1828"/>
                    </a:lnTo>
                    <a:lnTo>
                      <a:pt x="31538" y="1828"/>
                    </a:lnTo>
                    <a:lnTo>
                      <a:pt x="26728" y="0"/>
                    </a:ln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9"/>
              <p:cNvSpPr/>
              <p:nvPr/>
            </p:nvSpPr>
            <p:spPr>
              <a:xfrm>
                <a:off x="6239237" y="1840820"/>
                <a:ext cx="743319" cy="60540"/>
              </a:xfrm>
              <a:custGeom>
                <a:rect b="b" l="l" r="r" t="t"/>
                <a:pathLst>
                  <a:path extrusionOk="0" h="3003" w="36871">
                    <a:moveTo>
                      <a:pt x="32711" y="1"/>
                    </a:moveTo>
                    <a:lnTo>
                      <a:pt x="1" y="1150"/>
                    </a:lnTo>
                    <a:cubicBezTo>
                      <a:pt x="1329" y="1792"/>
                      <a:pt x="2661" y="2409"/>
                      <a:pt x="3981" y="3002"/>
                    </a:cubicBezTo>
                    <a:lnTo>
                      <a:pt x="36871" y="1873"/>
                    </a:lnTo>
                    <a:lnTo>
                      <a:pt x="32711" y="1"/>
                    </a:ln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9"/>
              <p:cNvSpPr/>
              <p:nvPr/>
            </p:nvSpPr>
            <p:spPr>
              <a:xfrm>
                <a:off x="6464512" y="1964405"/>
                <a:ext cx="417816" cy="22357"/>
              </a:xfrm>
              <a:custGeom>
                <a:rect b="b" l="l" r="r" t="t"/>
                <a:pathLst>
                  <a:path extrusionOk="0" h="1109" w="20725">
                    <a:moveTo>
                      <a:pt x="1" y="0"/>
                    </a:moveTo>
                    <a:lnTo>
                      <a:pt x="2670" y="1109"/>
                    </a:lnTo>
                    <a:lnTo>
                      <a:pt x="18544" y="1109"/>
                    </a:lnTo>
                    <a:lnTo>
                      <a:pt x="19100" y="825"/>
                    </a:lnTo>
                    <a:lnTo>
                      <a:pt x="20725" y="0"/>
                    </a:ln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9"/>
              <p:cNvSpPr/>
              <p:nvPr/>
            </p:nvSpPr>
            <p:spPr>
              <a:xfrm>
                <a:off x="6883307" y="1982913"/>
                <a:ext cx="40723" cy="27861"/>
              </a:xfrm>
              <a:custGeom>
                <a:rect b="b" l="l" r="r" t="t"/>
                <a:pathLst>
                  <a:path extrusionOk="0" h="1382" w="2020">
                    <a:moveTo>
                      <a:pt x="1012" y="0"/>
                    </a:moveTo>
                    <a:cubicBezTo>
                      <a:pt x="451" y="0"/>
                      <a:pt x="1" y="309"/>
                      <a:pt x="1" y="691"/>
                    </a:cubicBezTo>
                    <a:cubicBezTo>
                      <a:pt x="1" y="1072"/>
                      <a:pt x="451" y="1381"/>
                      <a:pt x="1012" y="1381"/>
                    </a:cubicBezTo>
                    <a:cubicBezTo>
                      <a:pt x="1569" y="1381"/>
                      <a:pt x="2019" y="1072"/>
                      <a:pt x="2019" y="691"/>
                    </a:cubicBezTo>
                    <a:cubicBezTo>
                      <a:pt x="2019" y="309"/>
                      <a:pt x="1569" y="0"/>
                      <a:pt x="10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4" name="Google Shape;434;p19"/>
          <p:cNvGrpSpPr/>
          <p:nvPr/>
        </p:nvGrpSpPr>
        <p:grpSpPr>
          <a:xfrm>
            <a:off x="351213" y="3234820"/>
            <a:ext cx="359349" cy="1653584"/>
            <a:chOff x="351213" y="3234820"/>
            <a:chExt cx="359349" cy="1653584"/>
          </a:xfrm>
        </p:grpSpPr>
        <p:sp>
          <p:nvSpPr>
            <p:cNvPr id="435" name="Google Shape;435;p19"/>
            <p:cNvSpPr/>
            <p:nvPr/>
          </p:nvSpPr>
          <p:spPr>
            <a:xfrm>
              <a:off x="568810" y="3234820"/>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9"/>
            <p:cNvSpPr/>
            <p:nvPr/>
          </p:nvSpPr>
          <p:spPr>
            <a:xfrm>
              <a:off x="413987" y="3475454"/>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9"/>
            <p:cNvSpPr/>
            <p:nvPr/>
          </p:nvSpPr>
          <p:spPr>
            <a:xfrm>
              <a:off x="584313" y="380619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9"/>
            <p:cNvSpPr/>
            <p:nvPr/>
          </p:nvSpPr>
          <p:spPr>
            <a:xfrm>
              <a:off x="550962" y="4728204"/>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9"/>
            <p:cNvSpPr/>
            <p:nvPr/>
          </p:nvSpPr>
          <p:spPr>
            <a:xfrm>
              <a:off x="351213" y="433404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0" name="Google Shape;440;p19"/>
            <p:cNvCxnSpPr>
              <a:stCxn id="436" idx="4"/>
              <a:endCxn id="437" idx="1"/>
            </p:cNvCxnSpPr>
            <p:nvPr/>
          </p:nvCxnSpPr>
          <p:spPr>
            <a:xfrm>
              <a:off x="493787" y="3635654"/>
              <a:ext cx="105300" cy="185100"/>
            </a:xfrm>
            <a:prstGeom prst="straightConnector1">
              <a:avLst/>
            </a:prstGeom>
            <a:noFill/>
            <a:ln cap="flat" cmpd="sng" w="19050">
              <a:solidFill>
                <a:schemeClr val="dk2"/>
              </a:solidFill>
              <a:prstDash val="solid"/>
              <a:round/>
              <a:headEnd len="med" w="med" type="none"/>
              <a:tailEnd len="med" w="med" type="none"/>
            </a:ln>
          </p:spPr>
        </p:cxnSp>
        <p:cxnSp>
          <p:nvCxnSpPr>
            <p:cNvPr id="441" name="Google Shape;441;p19"/>
            <p:cNvCxnSpPr>
              <a:stCxn id="435" idx="3"/>
              <a:endCxn id="436" idx="0"/>
            </p:cNvCxnSpPr>
            <p:nvPr/>
          </p:nvCxnSpPr>
          <p:spPr>
            <a:xfrm flipH="1">
              <a:off x="493654" y="3341088"/>
              <a:ext cx="93300" cy="134400"/>
            </a:xfrm>
            <a:prstGeom prst="straightConnector1">
              <a:avLst/>
            </a:prstGeom>
            <a:noFill/>
            <a:ln cap="flat" cmpd="sng" w="19050">
              <a:solidFill>
                <a:schemeClr val="dk2"/>
              </a:solidFill>
              <a:prstDash val="solid"/>
              <a:round/>
              <a:headEnd len="med" w="med" type="none"/>
              <a:tailEnd len="med" w="med" type="none"/>
            </a:ln>
          </p:spPr>
        </p:cxnSp>
        <p:cxnSp>
          <p:nvCxnSpPr>
            <p:cNvPr id="442" name="Google Shape;442;p19"/>
            <p:cNvCxnSpPr>
              <a:stCxn id="439" idx="0"/>
              <a:endCxn id="436" idx="3"/>
            </p:cNvCxnSpPr>
            <p:nvPr/>
          </p:nvCxnSpPr>
          <p:spPr>
            <a:xfrm flipH="1" rot="10800000">
              <a:off x="401163" y="3612246"/>
              <a:ext cx="36300" cy="721800"/>
            </a:xfrm>
            <a:prstGeom prst="straightConnector1">
              <a:avLst/>
            </a:prstGeom>
            <a:noFill/>
            <a:ln cap="flat" cmpd="sng" w="19050">
              <a:solidFill>
                <a:schemeClr val="dk2"/>
              </a:solidFill>
              <a:prstDash val="solid"/>
              <a:round/>
              <a:headEnd len="med" w="med" type="none"/>
              <a:tailEnd len="med" w="med" type="none"/>
            </a:ln>
          </p:spPr>
        </p:cxnSp>
        <p:cxnSp>
          <p:nvCxnSpPr>
            <p:cNvPr id="443" name="Google Shape;443;p19"/>
            <p:cNvCxnSpPr>
              <a:stCxn id="439" idx="4"/>
              <a:endCxn id="438" idx="1"/>
            </p:cNvCxnSpPr>
            <p:nvPr/>
          </p:nvCxnSpPr>
          <p:spPr>
            <a:xfrm>
              <a:off x="401163" y="4434246"/>
              <a:ext cx="173100" cy="317400"/>
            </a:xfrm>
            <a:prstGeom prst="straightConnector1">
              <a:avLst/>
            </a:prstGeom>
            <a:noFill/>
            <a:ln cap="flat" cmpd="sng" w="19050">
              <a:solidFill>
                <a:schemeClr val="dk2"/>
              </a:solidFill>
              <a:prstDash val="solid"/>
              <a:round/>
              <a:headEnd len="med" w="med" type="none"/>
              <a:tailEnd len="med" w="med" type="none"/>
            </a:ln>
          </p:spPr>
        </p:cxnSp>
      </p:grpSp>
      <p:grpSp>
        <p:nvGrpSpPr>
          <p:cNvPr id="444" name="Google Shape;444;p19"/>
          <p:cNvGrpSpPr/>
          <p:nvPr/>
        </p:nvGrpSpPr>
        <p:grpSpPr>
          <a:xfrm>
            <a:off x="569412" y="4453430"/>
            <a:ext cx="658472" cy="512828"/>
            <a:chOff x="7432381" y="878104"/>
            <a:chExt cx="1041062" cy="810795"/>
          </a:xfrm>
        </p:grpSpPr>
        <p:sp>
          <p:nvSpPr>
            <p:cNvPr id="445" name="Google Shape;445;p19"/>
            <p:cNvSpPr/>
            <p:nvPr/>
          </p:nvSpPr>
          <p:spPr>
            <a:xfrm>
              <a:off x="7432381" y="878104"/>
              <a:ext cx="1041062" cy="810795"/>
            </a:xfrm>
            <a:custGeom>
              <a:rect b="b" l="l" r="r" t="t"/>
              <a:pathLst>
                <a:path extrusionOk="0" h="40218" w="51640">
                  <a:moveTo>
                    <a:pt x="27239" y="0"/>
                  </a:moveTo>
                  <a:cubicBezTo>
                    <a:pt x="14735" y="0"/>
                    <a:pt x="5611" y="8132"/>
                    <a:pt x="3116" y="15696"/>
                  </a:cubicBezTo>
                  <a:cubicBezTo>
                    <a:pt x="322" y="24157"/>
                    <a:pt x="1" y="34937"/>
                    <a:pt x="5907" y="35969"/>
                  </a:cubicBezTo>
                  <a:cubicBezTo>
                    <a:pt x="6282" y="36037"/>
                    <a:pt x="6661" y="36071"/>
                    <a:pt x="7040" y="36071"/>
                  </a:cubicBezTo>
                  <a:cubicBezTo>
                    <a:pt x="7116" y="36071"/>
                    <a:pt x="7192" y="36069"/>
                    <a:pt x="7267" y="36067"/>
                  </a:cubicBezTo>
                  <a:cubicBezTo>
                    <a:pt x="9701" y="35953"/>
                    <a:pt x="11313" y="34271"/>
                    <a:pt x="12483" y="32252"/>
                  </a:cubicBezTo>
                  <a:cubicBezTo>
                    <a:pt x="13685" y="30181"/>
                    <a:pt x="14421" y="27764"/>
                    <a:pt x="15087" y="26314"/>
                  </a:cubicBezTo>
                  <a:cubicBezTo>
                    <a:pt x="15148" y="26180"/>
                    <a:pt x="15213" y="26054"/>
                    <a:pt x="15286" y="25928"/>
                  </a:cubicBezTo>
                  <a:cubicBezTo>
                    <a:pt x="15294" y="25912"/>
                    <a:pt x="15302" y="25900"/>
                    <a:pt x="15310" y="25883"/>
                  </a:cubicBezTo>
                  <a:cubicBezTo>
                    <a:pt x="15367" y="25774"/>
                    <a:pt x="15436" y="25668"/>
                    <a:pt x="15509" y="25571"/>
                  </a:cubicBezTo>
                  <a:cubicBezTo>
                    <a:pt x="15655" y="25343"/>
                    <a:pt x="15822" y="25132"/>
                    <a:pt x="16009" y="24937"/>
                  </a:cubicBezTo>
                  <a:lnTo>
                    <a:pt x="16025" y="24921"/>
                  </a:lnTo>
                  <a:cubicBezTo>
                    <a:pt x="16066" y="24876"/>
                    <a:pt x="16106" y="24831"/>
                    <a:pt x="16151" y="24791"/>
                  </a:cubicBezTo>
                  <a:cubicBezTo>
                    <a:pt x="16220" y="24726"/>
                    <a:pt x="16277" y="24665"/>
                    <a:pt x="16350" y="24604"/>
                  </a:cubicBezTo>
                  <a:cubicBezTo>
                    <a:pt x="16362" y="24596"/>
                    <a:pt x="16378" y="24584"/>
                    <a:pt x="16395" y="24567"/>
                  </a:cubicBezTo>
                  <a:cubicBezTo>
                    <a:pt x="16610" y="24389"/>
                    <a:pt x="16837" y="24226"/>
                    <a:pt x="17077" y="24088"/>
                  </a:cubicBezTo>
                  <a:cubicBezTo>
                    <a:pt x="17203" y="24011"/>
                    <a:pt x="17329" y="23942"/>
                    <a:pt x="17463" y="23885"/>
                  </a:cubicBezTo>
                  <a:cubicBezTo>
                    <a:pt x="17573" y="23832"/>
                    <a:pt x="17678" y="23783"/>
                    <a:pt x="17804" y="23731"/>
                  </a:cubicBezTo>
                  <a:cubicBezTo>
                    <a:pt x="17930" y="23682"/>
                    <a:pt x="18064" y="23633"/>
                    <a:pt x="18202" y="23588"/>
                  </a:cubicBezTo>
                  <a:cubicBezTo>
                    <a:pt x="18292" y="23556"/>
                    <a:pt x="18385" y="23527"/>
                    <a:pt x="18478" y="23499"/>
                  </a:cubicBezTo>
                  <a:lnTo>
                    <a:pt x="18608" y="23466"/>
                  </a:lnTo>
                  <a:cubicBezTo>
                    <a:pt x="18698" y="23438"/>
                    <a:pt x="18791" y="23418"/>
                    <a:pt x="18885" y="23397"/>
                  </a:cubicBezTo>
                  <a:lnTo>
                    <a:pt x="18901" y="23397"/>
                  </a:lnTo>
                  <a:cubicBezTo>
                    <a:pt x="19023" y="23369"/>
                    <a:pt x="19140" y="23345"/>
                    <a:pt x="19258" y="23324"/>
                  </a:cubicBezTo>
                  <a:cubicBezTo>
                    <a:pt x="19923" y="23202"/>
                    <a:pt x="20654" y="23146"/>
                    <a:pt x="21449" y="23146"/>
                  </a:cubicBezTo>
                  <a:cubicBezTo>
                    <a:pt x="21660" y="23146"/>
                    <a:pt x="21874" y="23150"/>
                    <a:pt x="22093" y="23158"/>
                  </a:cubicBezTo>
                  <a:cubicBezTo>
                    <a:pt x="22130" y="23158"/>
                    <a:pt x="22167" y="23158"/>
                    <a:pt x="22203" y="23166"/>
                  </a:cubicBezTo>
                  <a:cubicBezTo>
                    <a:pt x="22886" y="23190"/>
                    <a:pt x="23609" y="23255"/>
                    <a:pt x="24380" y="23357"/>
                  </a:cubicBezTo>
                  <a:cubicBezTo>
                    <a:pt x="24734" y="23401"/>
                    <a:pt x="25095" y="23454"/>
                    <a:pt x="25469" y="23515"/>
                  </a:cubicBezTo>
                  <a:cubicBezTo>
                    <a:pt x="25802" y="23572"/>
                    <a:pt x="26119" y="23625"/>
                    <a:pt x="26428" y="23686"/>
                  </a:cubicBezTo>
                  <a:cubicBezTo>
                    <a:pt x="26452" y="23698"/>
                    <a:pt x="26480" y="23702"/>
                    <a:pt x="26505" y="23702"/>
                  </a:cubicBezTo>
                  <a:cubicBezTo>
                    <a:pt x="26805" y="23763"/>
                    <a:pt x="27090" y="23832"/>
                    <a:pt x="27366" y="23901"/>
                  </a:cubicBezTo>
                  <a:cubicBezTo>
                    <a:pt x="27805" y="24011"/>
                    <a:pt x="28219" y="24125"/>
                    <a:pt x="28613" y="24259"/>
                  </a:cubicBezTo>
                  <a:cubicBezTo>
                    <a:pt x="28739" y="24295"/>
                    <a:pt x="28861" y="24340"/>
                    <a:pt x="28978" y="24384"/>
                  </a:cubicBezTo>
                  <a:cubicBezTo>
                    <a:pt x="29405" y="24531"/>
                    <a:pt x="29819" y="24705"/>
                    <a:pt x="30225" y="24904"/>
                  </a:cubicBezTo>
                  <a:cubicBezTo>
                    <a:pt x="30323" y="24945"/>
                    <a:pt x="30420" y="24998"/>
                    <a:pt x="30514" y="25043"/>
                  </a:cubicBezTo>
                  <a:cubicBezTo>
                    <a:pt x="30843" y="25213"/>
                    <a:pt x="31160" y="25404"/>
                    <a:pt x="31464" y="25619"/>
                  </a:cubicBezTo>
                  <a:cubicBezTo>
                    <a:pt x="31537" y="25668"/>
                    <a:pt x="31611" y="25717"/>
                    <a:pt x="31676" y="25770"/>
                  </a:cubicBezTo>
                  <a:cubicBezTo>
                    <a:pt x="31765" y="25835"/>
                    <a:pt x="31842" y="25900"/>
                    <a:pt x="31923" y="25965"/>
                  </a:cubicBezTo>
                  <a:cubicBezTo>
                    <a:pt x="31996" y="26025"/>
                    <a:pt x="32065" y="26086"/>
                    <a:pt x="32130" y="26147"/>
                  </a:cubicBezTo>
                  <a:cubicBezTo>
                    <a:pt x="32281" y="26281"/>
                    <a:pt x="32423" y="26419"/>
                    <a:pt x="32553" y="26574"/>
                  </a:cubicBezTo>
                  <a:cubicBezTo>
                    <a:pt x="32598" y="26619"/>
                    <a:pt x="32638" y="26663"/>
                    <a:pt x="32679" y="26716"/>
                  </a:cubicBezTo>
                  <a:cubicBezTo>
                    <a:pt x="32711" y="26749"/>
                    <a:pt x="32740" y="26785"/>
                    <a:pt x="32764" y="26826"/>
                  </a:cubicBezTo>
                  <a:cubicBezTo>
                    <a:pt x="32817" y="26883"/>
                    <a:pt x="32862" y="26948"/>
                    <a:pt x="32902" y="27013"/>
                  </a:cubicBezTo>
                  <a:cubicBezTo>
                    <a:pt x="33032" y="27195"/>
                    <a:pt x="33150" y="27386"/>
                    <a:pt x="33243" y="27585"/>
                  </a:cubicBezTo>
                  <a:cubicBezTo>
                    <a:pt x="33276" y="27650"/>
                    <a:pt x="33308" y="27711"/>
                    <a:pt x="33333" y="27780"/>
                  </a:cubicBezTo>
                  <a:cubicBezTo>
                    <a:pt x="33353" y="27825"/>
                    <a:pt x="33373" y="27874"/>
                    <a:pt x="33394" y="27926"/>
                  </a:cubicBezTo>
                  <a:cubicBezTo>
                    <a:pt x="33414" y="27983"/>
                    <a:pt x="33430" y="28032"/>
                    <a:pt x="33455" y="28089"/>
                  </a:cubicBezTo>
                  <a:cubicBezTo>
                    <a:pt x="33503" y="28243"/>
                    <a:pt x="33544" y="28406"/>
                    <a:pt x="33576" y="28568"/>
                  </a:cubicBezTo>
                  <a:cubicBezTo>
                    <a:pt x="33593" y="28637"/>
                    <a:pt x="33605" y="28710"/>
                    <a:pt x="33613" y="28784"/>
                  </a:cubicBezTo>
                  <a:cubicBezTo>
                    <a:pt x="33930" y="31103"/>
                    <a:pt x="33373" y="39162"/>
                    <a:pt x="37923" y="40124"/>
                  </a:cubicBezTo>
                  <a:cubicBezTo>
                    <a:pt x="38231" y="40185"/>
                    <a:pt x="38544" y="40218"/>
                    <a:pt x="38861" y="40218"/>
                  </a:cubicBezTo>
                  <a:lnTo>
                    <a:pt x="38865" y="40218"/>
                  </a:lnTo>
                  <a:cubicBezTo>
                    <a:pt x="40656" y="40218"/>
                    <a:pt x="42801" y="39267"/>
                    <a:pt x="44795" y="37517"/>
                  </a:cubicBezTo>
                  <a:cubicBezTo>
                    <a:pt x="44800" y="37509"/>
                    <a:pt x="44808" y="37509"/>
                    <a:pt x="44812" y="37504"/>
                  </a:cubicBezTo>
                  <a:cubicBezTo>
                    <a:pt x="47943" y="34755"/>
                    <a:pt x="50685" y="30051"/>
                    <a:pt x="51100" y="23995"/>
                  </a:cubicBezTo>
                  <a:cubicBezTo>
                    <a:pt x="51640" y="16009"/>
                    <a:pt x="48878" y="7970"/>
                    <a:pt x="41152" y="3494"/>
                  </a:cubicBezTo>
                  <a:cubicBezTo>
                    <a:pt x="39328" y="2442"/>
                    <a:pt x="37224" y="1581"/>
                    <a:pt x="34823" y="972"/>
                  </a:cubicBezTo>
                  <a:cubicBezTo>
                    <a:pt x="34815" y="972"/>
                    <a:pt x="34807" y="968"/>
                    <a:pt x="34799" y="963"/>
                  </a:cubicBezTo>
                  <a:cubicBezTo>
                    <a:pt x="34783" y="963"/>
                    <a:pt x="34763" y="959"/>
                    <a:pt x="34746" y="955"/>
                  </a:cubicBezTo>
                  <a:cubicBezTo>
                    <a:pt x="33824" y="724"/>
                    <a:pt x="32862" y="517"/>
                    <a:pt x="31858" y="366"/>
                  </a:cubicBezTo>
                  <a:cubicBezTo>
                    <a:pt x="31070" y="236"/>
                    <a:pt x="30294" y="151"/>
                    <a:pt x="29527" y="90"/>
                  </a:cubicBezTo>
                  <a:cubicBezTo>
                    <a:pt x="28752" y="30"/>
                    <a:pt x="27989" y="0"/>
                    <a:pt x="2723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9"/>
            <p:cNvSpPr/>
            <p:nvPr/>
          </p:nvSpPr>
          <p:spPr>
            <a:xfrm>
              <a:off x="8122074" y="1104025"/>
              <a:ext cx="257544" cy="252564"/>
            </a:xfrm>
            <a:custGeom>
              <a:rect b="b" l="l" r="r" t="t"/>
              <a:pathLst>
                <a:path extrusionOk="0" h="12528" w="12775">
                  <a:moveTo>
                    <a:pt x="7430" y="1"/>
                  </a:moveTo>
                  <a:cubicBezTo>
                    <a:pt x="5345" y="1"/>
                    <a:pt x="3125" y="1340"/>
                    <a:pt x="1808" y="3621"/>
                  </a:cubicBezTo>
                  <a:cubicBezTo>
                    <a:pt x="0" y="6757"/>
                    <a:pt x="581" y="10481"/>
                    <a:pt x="3108" y="11940"/>
                  </a:cubicBezTo>
                  <a:cubicBezTo>
                    <a:pt x="3798" y="12339"/>
                    <a:pt x="4561" y="12527"/>
                    <a:pt x="5344" y="12527"/>
                  </a:cubicBezTo>
                  <a:cubicBezTo>
                    <a:pt x="7428" y="12527"/>
                    <a:pt x="9646" y="11186"/>
                    <a:pt x="10963" y="8905"/>
                  </a:cubicBezTo>
                  <a:cubicBezTo>
                    <a:pt x="12775" y="5770"/>
                    <a:pt x="12194" y="2049"/>
                    <a:pt x="9663" y="587"/>
                  </a:cubicBezTo>
                  <a:cubicBezTo>
                    <a:pt x="8974" y="189"/>
                    <a:pt x="8212" y="1"/>
                    <a:pt x="743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9"/>
            <p:cNvSpPr/>
            <p:nvPr/>
          </p:nvSpPr>
          <p:spPr>
            <a:xfrm>
              <a:off x="7588061" y="1015197"/>
              <a:ext cx="257564" cy="252585"/>
            </a:xfrm>
            <a:custGeom>
              <a:rect b="b" l="l" r="r" t="t"/>
              <a:pathLst>
                <a:path extrusionOk="0" h="12529" w="12776">
                  <a:moveTo>
                    <a:pt x="7435" y="0"/>
                  </a:moveTo>
                  <a:cubicBezTo>
                    <a:pt x="5349" y="0"/>
                    <a:pt x="3130" y="1342"/>
                    <a:pt x="1812" y="3624"/>
                  </a:cubicBezTo>
                  <a:cubicBezTo>
                    <a:pt x="0" y="6759"/>
                    <a:pt x="581" y="10484"/>
                    <a:pt x="3112" y="11942"/>
                  </a:cubicBezTo>
                  <a:cubicBezTo>
                    <a:pt x="3801" y="12340"/>
                    <a:pt x="4564" y="12528"/>
                    <a:pt x="5345" y="12528"/>
                  </a:cubicBezTo>
                  <a:cubicBezTo>
                    <a:pt x="7430" y="12528"/>
                    <a:pt x="9649" y="11189"/>
                    <a:pt x="10964" y="8908"/>
                  </a:cubicBezTo>
                  <a:cubicBezTo>
                    <a:pt x="12775" y="5772"/>
                    <a:pt x="12194" y="2048"/>
                    <a:pt x="9668" y="585"/>
                  </a:cubicBezTo>
                  <a:cubicBezTo>
                    <a:pt x="8978" y="188"/>
                    <a:pt x="8216" y="0"/>
                    <a:pt x="74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9"/>
            <p:cNvSpPr/>
            <p:nvPr/>
          </p:nvSpPr>
          <p:spPr>
            <a:xfrm>
              <a:off x="7815311" y="879918"/>
              <a:ext cx="446705" cy="517709"/>
            </a:xfrm>
            <a:custGeom>
              <a:rect b="b" l="l" r="r" t="t"/>
              <a:pathLst>
                <a:path extrusionOk="0" h="25680" w="22158">
                  <a:moveTo>
                    <a:pt x="10533" y="0"/>
                  </a:moveTo>
                  <a:cubicBezTo>
                    <a:pt x="10301" y="146"/>
                    <a:pt x="10029" y="333"/>
                    <a:pt x="9720" y="569"/>
                  </a:cubicBezTo>
                  <a:lnTo>
                    <a:pt x="9716" y="569"/>
                  </a:lnTo>
                  <a:cubicBezTo>
                    <a:pt x="8047" y="1852"/>
                    <a:pt x="5325" y="4602"/>
                    <a:pt x="2722" y="10098"/>
                  </a:cubicBezTo>
                  <a:cubicBezTo>
                    <a:pt x="1483" y="12718"/>
                    <a:pt x="776" y="14993"/>
                    <a:pt x="398" y="16890"/>
                  </a:cubicBezTo>
                  <a:cubicBezTo>
                    <a:pt x="276" y="17507"/>
                    <a:pt x="187" y="18092"/>
                    <a:pt x="126" y="18632"/>
                  </a:cubicBezTo>
                  <a:lnTo>
                    <a:pt x="126" y="18636"/>
                  </a:lnTo>
                  <a:cubicBezTo>
                    <a:pt x="53" y="19266"/>
                    <a:pt x="12" y="19895"/>
                    <a:pt x="8" y="20529"/>
                  </a:cubicBezTo>
                  <a:lnTo>
                    <a:pt x="8" y="20558"/>
                  </a:lnTo>
                  <a:cubicBezTo>
                    <a:pt x="0" y="21813"/>
                    <a:pt x="142" y="22710"/>
                    <a:pt x="264" y="23230"/>
                  </a:cubicBezTo>
                  <a:lnTo>
                    <a:pt x="264" y="23234"/>
                  </a:lnTo>
                  <a:cubicBezTo>
                    <a:pt x="929" y="23112"/>
                    <a:pt x="1660" y="23056"/>
                    <a:pt x="2455" y="23056"/>
                  </a:cubicBezTo>
                  <a:cubicBezTo>
                    <a:pt x="2666" y="23056"/>
                    <a:pt x="2880" y="23060"/>
                    <a:pt x="3099" y="23068"/>
                  </a:cubicBezTo>
                  <a:cubicBezTo>
                    <a:pt x="3136" y="23068"/>
                    <a:pt x="3173" y="23072"/>
                    <a:pt x="3209" y="23076"/>
                  </a:cubicBezTo>
                  <a:cubicBezTo>
                    <a:pt x="3892" y="23100"/>
                    <a:pt x="4615" y="23165"/>
                    <a:pt x="5386" y="23267"/>
                  </a:cubicBezTo>
                  <a:cubicBezTo>
                    <a:pt x="5736" y="23311"/>
                    <a:pt x="6101" y="23364"/>
                    <a:pt x="6475" y="23425"/>
                  </a:cubicBezTo>
                  <a:cubicBezTo>
                    <a:pt x="6808" y="23482"/>
                    <a:pt x="7125" y="23535"/>
                    <a:pt x="7434" y="23596"/>
                  </a:cubicBezTo>
                  <a:cubicBezTo>
                    <a:pt x="7458" y="23608"/>
                    <a:pt x="7486" y="23612"/>
                    <a:pt x="7511" y="23612"/>
                  </a:cubicBezTo>
                  <a:cubicBezTo>
                    <a:pt x="7811" y="23673"/>
                    <a:pt x="8096" y="23742"/>
                    <a:pt x="8372" y="23811"/>
                  </a:cubicBezTo>
                  <a:cubicBezTo>
                    <a:pt x="8811" y="23921"/>
                    <a:pt x="9225" y="24035"/>
                    <a:pt x="9615" y="24169"/>
                  </a:cubicBezTo>
                  <a:cubicBezTo>
                    <a:pt x="9745" y="24205"/>
                    <a:pt x="9863" y="24250"/>
                    <a:pt x="9984" y="24294"/>
                  </a:cubicBezTo>
                  <a:cubicBezTo>
                    <a:pt x="10411" y="24445"/>
                    <a:pt x="10825" y="24615"/>
                    <a:pt x="11231" y="24814"/>
                  </a:cubicBezTo>
                  <a:cubicBezTo>
                    <a:pt x="11329" y="24855"/>
                    <a:pt x="11422" y="24908"/>
                    <a:pt x="11516" y="24953"/>
                  </a:cubicBezTo>
                  <a:cubicBezTo>
                    <a:pt x="11849" y="25123"/>
                    <a:pt x="12166" y="25314"/>
                    <a:pt x="12470" y="25529"/>
                  </a:cubicBezTo>
                  <a:cubicBezTo>
                    <a:pt x="12543" y="25578"/>
                    <a:pt x="12612" y="25627"/>
                    <a:pt x="12682" y="25680"/>
                  </a:cubicBezTo>
                  <a:cubicBezTo>
                    <a:pt x="12682" y="24863"/>
                    <a:pt x="12706" y="23645"/>
                    <a:pt x="12840" y="22170"/>
                  </a:cubicBezTo>
                  <a:cubicBezTo>
                    <a:pt x="12844" y="22146"/>
                    <a:pt x="12848" y="22121"/>
                    <a:pt x="12848" y="22097"/>
                  </a:cubicBezTo>
                  <a:cubicBezTo>
                    <a:pt x="13116" y="19197"/>
                    <a:pt x="13790" y="15330"/>
                    <a:pt x="15415" y="11638"/>
                  </a:cubicBezTo>
                  <a:cubicBezTo>
                    <a:pt x="17873" y="6073"/>
                    <a:pt x="20899" y="4046"/>
                    <a:pt x="22158" y="3404"/>
                  </a:cubicBezTo>
                  <a:cubicBezTo>
                    <a:pt x="20334" y="2352"/>
                    <a:pt x="18230" y="1491"/>
                    <a:pt x="15829" y="882"/>
                  </a:cubicBezTo>
                  <a:cubicBezTo>
                    <a:pt x="15821" y="882"/>
                    <a:pt x="15813" y="882"/>
                    <a:pt x="15809" y="878"/>
                  </a:cubicBezTo>
                  <a:cubicBezTo>
                    <a:pt x="15789" y="878"/>
                    <a:pt x="15769" y="873"/>
                    <a:pt x="15752" y="865"/>
                  </a:cubicBezTo>
                  <a:cubicBezTo>
                    <a:pt x="14830" y="634"/>
                    <a:pt x="13868" y="431"/>
                    <a:pt x="12864" y="276"/>
                  </a:cubicBezTo>
                  <a:cubicBezTo>
                    <a:pt x="12076" y="150"/>
                    <a:pt x="11300" y="61"/>
                    <a:pt x="1053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9"/>
            <p:cNvSpPr/>
            <p:nvPr/>
          </p:nvSpPr>
          <p:spPr>
            <a:xfrm>
              <a:off x="7578807" y="1283476"/>
              <a:ext cx="637036" cy="405377"/>
            </a:xfrm>
            <a:custGeom>
              <a:rect b="b" l="l" r="r" t="t"/>
              <a:pathLst>
                <a:path extrusionOk="0" h="20108" w="31599">
                  <a:moveTo>
                    <a:pt x="16485" y="0"/>
                  </a:moveTo>
                  <a:cubicBezTo>
                    <a:pt x="14668" y="0"/>
                    <a:pt x="13148" y="174"/>
                    <a:pt x="11869" y="480"/>
                  </a:cubicBezTo>
                  <a:lnTo>
                    <a:pt x="11857" y="480"/>
                  </a:lnTo>
                  <a:cubicBezTo>
                    <a:pt x="11821" y="492"/>
                    <a:pt x="11780" y="504"/>
                    <a:pt x="11739" y="508"/>
                  </a:cubicBezTo>
                  <a:cubicBezTo>
                    <a:pt x="5317" y="2129"/>
                    <a:pt x="5159" y="7255"/>
                    <a:pt x="4233" y="11154"/>
                  </a:cubicBezTo>
                  <a:cubicBezTo>
                    <a:pt x="4083" y="11808"/>
                    <a:pt x="3863" y="12442"/>
                    <a:pt x="3579" y="13043"/>
                  </a:cubicBezTo>
                  <a:cubicBezTo>
                    <a:pt x="2214" y="15886"/>
                    <a:pt x="0" y="15955"/>
                    <a:pt x="0" y="15955"/>
                  </a:cubicBezTo>
                  <a:cubicBezTo>
                    <a:pt x="4" y="15955"/>
                    <a:pt x="4" y="15955"/>
                    <a:pt x="4" y="15960"/>
                  </a:cubicBezTo>
                  <a:cubicBezTo>
                    <a:pt x="2438" y="15846"/>
                    <a:pt x="4050" y="14164"/>
                    <a:pt x="5220" y="12145"/>
                  </a:cubicBezTo>
                  <a:cubicBezTo>
                    <a:pt x="6422" y="10074"/>
                    <a:pt x="7158" y="7657"/>
                    <a:pt x="7824" y="6207"/>
                  </a:cubicBezTo>
                  <a:cubicBezTo>
                    <a:pt x="7885" y="6073"/>
                    <a:pt x="7950" y="5947"/>
                    <a:pt x="8023" y="5821"/>
                  </a:cubicBezTo>
                  <a:cubicBezTo>
                    <a:pt x="8031" y="5805"/>
                    <a:pt x="8039" y="5793"/>
                    <a:pt x="8047" y="5776"/>
                  </a:cubicBezTo>
                  <a:cubicBezTo>
                    <a:pt x="8104" y="5667"/>
                    <a:pt x="8173" y="5561"/>
                    <a:pt x="8246" y="5464"/>
                  </a:cubicBezTo>
                  <a:cubicBezTo>
                    <a:pt x="8392" y="5236"/>
                    <a:pt x="8559" y="5025"/>
                    <a:pt x="8746" y="4830"/>
                  </a:cubicBezTo>
                  <a:lnTo>
                    <a:pt x="8762" y="4814"/>
                  </a:lnTo>
                  <a:cubicBezTo>
                    <a:pt x="8803" y="4769"/>
                    <a:pt x="8843" y="4724"/>
                    <a:pt x="8888" y="4684"/>
                  </a:cubicBezTo>
                  <a:cubicBezTo>
                    <a:pt x="8957" y="4619"/>
                    <a:pt x="9014" y="4558"/>
                    <a:pt x="9087" y="4497"/>
                  </a:cubicBezTo>
                  <a:cubicBezTo>
                    <a:pt x="9099" y="4485"/>
                    <a:pt x="9115" y="4477"/>
                    <a:pt x="9132" y="4460"/>
                  </a:cubicBezTo>
                  <a:cubicBezTo>
                    <a:pt x="9347" y="4282"/>
                    <a:pt x="9574" y="4119"/>
                    <a:pt x="9814" y="3981"/>
                  </a:cubicBezTo>
                  <a:cubicBezTo>
                    <a:pt x="9940" y="3904"/>
                    <a:pt x="10066" y="3835"/>
                    <a:pt x="10200" y="3778"/>
                  </a:cubicBezTo>
                  <a:cubicBezTo>
                    <a:pt x="10310" y="3725"/>
                    <a:pt x="10415" y="3672"/>
                    <a:pt x="10541" y="3624"/>
                  </a:cubicBezTo>
                  <a:cubicBezTo>
                    <a:pt x="10667" y="3575"/>
                    <a:pt x="10801" y="3526"/>
                    <a:pt x="10939" y="3481"/>
                  </a:cubicBezTo>
                  <a:cubicBezTo>
                    <a:pt x="11029" y="3449"/>
                    <a:pt x="11122" y="3420"/>
                    <a:pt x="11215" y="3392"/>
                  </a:cubicBezTo>
                  <a:lnTo>
                    <a:pt x="11345" y="3359"/>
                  </a:lnTo>
                  <a:cubicBezTo>
                    <a:pt x="11435" y="3331"/>
                    <a:pt x="11528" y="3311"/>
                    <a:pt x="11622" y="3286"/>
                  </a:cubicBezTo>
                  <a:lnTo>
                    <a:pt x="11638" y="3286"/>
                  </a:lnTo>
                  <a:cubicBezTo>
                    <a:pt x="11756" y="3262"/>
                    <a:pt x="11877" y="3234"/>
                    <a:pt x="11995" y="3209"/>
                  </a:cubicBezTo>
                  <a:cubicBezTo>
                    <a:pt x="12659" y="3094"/>
                    <a:pt x="13388" y="3039"/>
                    <a:pt x="14180" y="3039"/>
                  </a:cubicBezTo>
                  <a:cubicBezTo>
                    <a:pt x="14393" y="3039"/>
                    <a:pt x="14609" y="3043"/>
                    <a:pt x="14830" y="3051"/>
                  </a:cubicBezTo>
                  <a:cubicBezTo>
                    <a:pt x="14867" y="3051"/>
                    <a:pt x="14904" y="3051"/>
                    <a:pt x="14940" y="3055"/>
                  </a:cubicBezTo>
                  <a:cubicBezTo>
                    <a:pt x="15623" y="3083"/>
                    <a:pt x="16346" y="3148"/>
                    <a:pt x="17117" y="3250"/>
                  </a:cubicBezTo>
                  <a:cubicBezTo>
                    <a:pt x="17471" y="3294"/>
                    <a:pt x="17832" y="3347"/>
                    <a:pt x="18206" y="3408"/>
                  </a:cubicBezTo>
                  <a:cubicBezTo>
                    <a:pt x="18539" y="3465"/>
                    <a:pt x="18856" y="3518"/>
                    <a:pt x="19165" y="3579"/>
                  </a:cubicBezTo>
                  <a:cubicBezTo>
                    <a:pt x="19189" y="3591"/>
                    <a:pt x="19217" y="3595"/>
                    <a:pt x="19242" y="3595"/>
                  </a:cubicBezTo>
                  <a:cubicBezTo>
                    <a:pt x="19542" y="3656"/>
                    <a:pt x="19827" y="3725"/>
                    <a:pt x="20103" y="3794"/>
                  </a:cubicBezTo>
                  <a:cubicBezTo>
                    <a:pt x="20542" y="3904"/>
                    <a:pt x="20956" y="4018"/>
                    <a:pt x="21350" y="4152"/>
                  </a:cubicBezTo>
                  <a:cubicBezTo>
                    <a:pt x="21476" y="4188"/>
                    <a:pt x="21598" y="4233"/>
                    <a:pt x="21715" y="4277"/>
                  </a:cubicBezTo>
                  <a:cubicBezTo>
                    <a:pt x="22142" y="4424"/>
                    <a:pt x="22556" y="4598"/>
                    <a:pt x="22962" y="4793"/>
                  </a:cubicBezTo>
                  <a:cubicBezTo>
                    <a:pt x="23060" y="4838"/>
                    <a:pt x="23157" y="4891"/>
                    <a:pt x="23251" y="4931"/>
                  </a:cubicBezTo>
                  <a:cubicBezTo>
                    <a:pt x="23580" y="5106"/>
                    <a:pt x="23897" y="5297"/>
                    <a:pt x="24201" y="5512"/>
                  </a:cubicBezTo>
                  <a:cubicBezTo>
                    <a:pt x="24274" y="5561"/>
                    <a:pt x="24348" y="5610"/>
                    <a:pt x="24413" y="5663"/>
                  </a:cubicBezTo>
                  <a:cubicBezTo>
                    <a:pt x="24502" y="5728"/>
                    <a:pt x="24579" y="5793"/>
                    <a:pt x="24660" y="5858"/>
                  </a:cubicBezTo>
                  <a:cubicBezTo>
                    <a:pt x="24733" y="5918"/>
                    <a:pt x="24802" y="5979"/>
                    <a:pt x="24867" y="6040"/>
                  </a:cubicBezTo>
                  <a:cubicBezTo>
                    <a:pt x="25018" y="6174"/>
                    <a:pt x="25160" y="6312"/>
                    <a:pt x="25290" y="6467"/>
                  </a:cubicBezTo>
                  <a:cubicBezTo>
                    <a:pt x="25335" y="6512"/>
                    <a:pt x="25375" y="6556"/>
                    <a:pt x="25416" y="6609"/>
                  </a:cubicBezTo>
                  <a:cubicBezTo>
                    <a:pt x="25448" y="6642"/>
                    <a:pt x="25477" y="6678"/>
                    <a:pt x="25501" y="6719"/>
                  </a:cubicBezTo>
                  <a:cubicBezTo>
                    <a:pt x="25554" y="6776"/>
                    <a:pt x="25599" y="6841"/>
                    <a:pt x="25639" y="6906"/>
                  </a:cubicBezTo>
                  <a:cubicBezTo>
                    <a:pt x="25769" y="7088"/>
                    <a:pt x="25887" y="7279"/>
                    <a:pt x="25980" y="7478"/>
                  </a:cubicBezTo>
                  <a:cubicBezTo>
                    <a:pt x="26013" y="7543"/>
                    <a:pt x="26045" y="7604"/>
                    <a:pt x="26070" y="7673"/>
                  </a:cubicBezTo>
                  <a:cubicBezTo>
                    <a:pt x="26090" y="7718"/>
                    <a:pt x="26110" y="7767"/>
                    <a:pt x="26131" y="7819"/>
                  </a:cubicBezTo>
                  <a:cubicBezTo>
                    <a:pt x="26151" y="7876"/>
                    <a:pt x="26167" y="7925"/>
                    <a:pt x="26192" y="7982"/>
                  </a:cubicBezTo>
                  <a:cubicBezTo>
                    <a:pt x="26240" y="8136"/>
                    <a:pt x="26281" y="8299"/>
                    <a:pt x="26313" y="8461"/>
                  </a:cubicBezTo>
                  <a:cubicBezTo>
                    <a:pt x="26330" y="8530"/>
                    <a:pt x="26342" y="8603"/>
                    <a:pt x="26350" y="8677"/>
                  </a:cubicBezTo>
                  <a:cubicBezTo>
                    <a:pt x="26667" y="10996"/>
                    <a:pt x="26110" y="19055"/>
                    <a:pt x="30660" y="20017"/>
                  </a:cubicBezTo>
                  <a:cubicBezTo>
                    <a:pt x="30951" y="20075"/>
                    <a:pt x="31246" y="20107"/>
                    <a:pt x="31545" y="20107"/>
                  </a:cubicBezTo>
                  <a:cubicBezTo>
                    <a:pt x="31563" y="20107"/>
                    <a:pt x="31580" y="20107"/>
                    <a:pt x="31598" y="20107"/>
                  </a:cubicBezTo>
                  <a:cubicBezTo>
                    <a:pt x="31574" y="20107"/>
                    <a:pt x="31553" y="20103"/>
                    <a:pt x="31529" y="20103"/>
                  </a:cubicBezTo>
                  <a:cubicBezTo>
                    <a:pt x="28263" y="19806"/>
                    <a:pt x="27942" y="16102"/>
                    <a:pt x="28584" y="12267"/>
                  </a:cubicBezTo>
                  <a:cubicBezTo>
                    <a:pt x="29019" y="9651"/>
                    <a:pt x="28523" y="4907"/>
                    <a:pt x="24571" y="2149"/>
                  </a:cubicBezTo>
                  <a:cubicBezTo>
                    <a:pt x="24445" y="2056"/>
                    <a:pt x="24311" y="1970"/>
                    <a:pt x="24173" y="1885"/>
                  </a:cubicBezTo>
                  <a:cubicBezTo>
                    <a:pt x="22377" y="756"/>
                    <a:pt x="19920" y="17"/>
                    <a:pt x="16610" y="0"/>
                  </a:cubicBezTo>
                  <a:cubicBezTo>
                    <a:pt x="16568" y="0"/>
                    <a:pt x="16526" y="0"/>
                    <a:pt x="1648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9"/>
            <p:cNvSpPr/>
            <p:nvPr/>
          </p:nvSpPr>
          <p:spPr>
            <a:xfrm>
              <a:off x="7563747" y="1007637"/>
              <a:ext cx="257544" cy="252524"/>
            </a:xfrm>
            <a:custGeom>
              <a:rect b="b" l="l" r="r" t="t"/>
              <a:pathLst>
                <a:path extrusionOk="0" h="12526" w="12775">
                  <a:moveTo>
                    <a:pt x="7430" y="1"/>
                  </a:moveTo>
                  <a:cubicBezTo>
                    <a:pt x="5345" y="1"/>
                    <a:pt x="3125" y="1340"/>
                    <a:pt x="1808" y="3621"/>
                  </a:cubicBezTo>
                  <a:cubicBezTo>
                    <a:pt x="0" y="6757"/>
                    <a:pt x="581" y="10481"/>
                    <a:pt x="3107" y="11940"/>
                  </a:cubicBezTo>
                  <a:cubicBezTo>
                    <a:pt x="3797" y="12337"/>
                    <a:pt x="4561" y="12526"/>
                    <a:pt x="5343" y="12526"/>
                  </a:cubicBezTo>
                  <a:cubicBezTo>
                    <a:pt x="7428" y="12526"/>
                    <a:pt x="9646" y="11186"/>
                    <a:pt x="10963" y="8905"/>
                  </a:cubicBezTo>
                  <a:cubicBezTo>
                    <a:pt x="12775" y="5770"/>
                    <a:pt x="12190" y="2045"/>
                    <a:pt x="9663" y="587"/>
                  </a:cubicBezTo>
                  <a:cubicBezTo>
                    <a:pt x="8974" y="189"/>
                    <a:pt x="8212" y="1"/>
                    <a:pt x="74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9"/>
            <p:cNvSpPr/>
            <p:nvPr/>
          </p:nvSpPr>
          <p:spPr>
            <a:xfrm>
              <a:off x="7909723" y="1156362"/>
              <a:ext cx="89531" cy="87837"/>
            </a:xfrm>
            <a:custGeom>
              <a:rect b="b" l="l" r="r" t="t"/>
              <a:pathLst>
                <a:path extrusionOk="0" h="4357" w="4441">
                  <a:moveTo>
                    <a:pt x="2584" y="1"/>
                  </a:moveTo>
                  <a:cubicBezTo>
                    <a:pt x="1859" y="1"/>
                    <a:pt x="1088" y="468"/>
                    <a:pt x="630" y="1260"/>
                  </a:cubicBezTo>
                  <a:cubicBezTo>
                    <a:pt x="1" y="2349"/>
                    <a:pt x="200" y="3645"/>
                    <a:pt x="1081" y="4152"/>
                  </a:cubicBezTo>
                  <a:cubicBezTo>
                    <a:pt x="1320" y="4291"/>
                    <a:pt x="1584" y="4356"/>
                    <a:pt x="1855" y="4356"/>
                  </a:cubicBezTo>
                  <a:cubicBezTo>
                    <a:pt x="2580" y="4356"/>
                    <a:pt x="3352" y="3889"/>
                    <a:pt x="3811" y="3096"/>
                  </a:cubicBezTo>
                  <a:cubicBezTo>
                    <a:pt x="4440" y="2008"/>
                    <a:pt x="4237" y="712"/>
                    <a:pt x="3360" y="204"/>
                  </a:cubicBezTo>
                  <a:cubicBezTo>
                    <a:pt x="3120" y="66"/>
                    <a:pt x="2855" y="1"/>
                    <a:pt x="258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9"/>
            <p:cNvSpPr/>
            <p:nvPr/>
          </p:nvSpPr>
          <p:spPr>
            <a:xfrm>
              <a:off x="7821117" y="1207752"/>
              <a:ext cx="63726" cy="62536"/>
            </a:xfrm>
            <a:custGeom>
              <a:rect b="b" l="l" r="r" t="t"/>
              <a:pathLst>
                <a:path extrusionOk="0" h="3102" w="3161">
                  <a:moveTo>
                    <a:pt x="1841" y="0"/>
                  </a:moveTo>
                  <a:cubicBezTo>
                    <a:pt x="1325" y="0"/>
                    <a:pt x="775" y="332"/>
                    <a:pt x="447" y="897"/>
                  </a:cubicBezTo>
                  <a:cubicBezTo>
                    <a:pt x="1" y="1673"/>
                    <a:pt x="147" y="2595"/>
                    <a:pt x="768" y="2956"/>
                  </a:cubicBezTo>
                  <a:cubicBezTo>
                    <a:pt x="939" y="3055"/>
                    <a:pt x="1128" y="3101"/>
                    <a:pt x="1321" y="3101"/>
                  </a:cubicBezTo>
                  <a:cubicBezTo>
                    <a:pt x="1838" y="3101"/>
                    <a:pt x="2389" y="2769"/>
                    <a:pt x="2714" y="2205"/>
                  </a:cubicBezTo>
                  <a:cubicBezTo>
                    <a:pt x="3161" y="1433"/>
                    <a:pt x="3015" y="507"/>
                    <a:pt x="2393" y="145"/>
                  </a:cubicBezTo>
                  <a:cubicBezTo>
                    <a:pt x="2223" y="47"/>
                    <a:pt x="2034" y="0"/>
                    <a:pt x="184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9"/>
            <p:cNvSpPr/>
            <p:nvPr/>
          </p:nvSpPr>
          <p:spPr>
            <a:xfrm>
              <a:off x="8003974" y="1219708"/>
              <a:ext cx="63746" cy="62536"/>
            </a:xfrm>
            <a:custGeom>
              <a:rect b="b" l="l" r="r" t="t"/>
              <a:pathLst>
                <a:path extrusionOk="0" h="3102" w="3162">
                  <a:moveTo>
                    <a:pt x="1840" y="0"/>
                  </a:moveTo>
                  <a:cubicBezTo>
                    <a:pt x="1323" y="0"/>
                    <a:pt x="773" y="332"/>
                    <a:pt x="448" y="897"/>
                  </a:cubicBezTo>
                  <a:cubicBezTo>
                    <a:pt x="1" y="1673"/>
                    <a:pt x="147" y="2595"/>
                    <a:pt x="769" y="2956"/>
                  </a:cubicBezTo>
                  <a:cubicBezTo>
                    <a:pt x="939" y="3055"/>
                    <a:pt x="1128" y="3101"/>
                    <a:pt x="1322" y="3101"/>
                  </a:cubicBezTo>
                  <a:cubicBezTo>
                    <a:pt x="1838" y="3101"/>
                    <a:pt x="2389" y="2769"/>
                    <a:pt x="2714" y="2205"/>
                  </a:cubicBezTo>
                  <a:cubicBezTo>
                    <a:pt x="3161" y="1429"/>
                    <a:pt x="3015" y="507"/>
                    <a:pt x="2393" y="145"/>
                  </a:cubicBezTo>
                  <a:cubicBezTo>
                    <a:pt x="2223" y="47"/>
                    <a:pt x="2034" y="0"/>
                    <a:pt x="184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9"/>
            <p:cNvSpPr/>
            <p:nvPr/>
          </p:nvSpPr>
          <p:spPr>
            <a:xfrm>
              <a:off x="8097660" y="1096404"/>
              <a:ext cx="257564" cy="252605"/>
            </a:xfrm>
            <a:custGeom>
              <a:rect b="b" l="l" r="r" t="t"/>
              <a:pathLst>
                <a:path extrusionOk="0" h="12530" w="12776">
                  <a:moveTo>
                    <a:pt x="7431" y="1"/>
                  </a:moveTo>
                  <a:cubicBezTo>
                    <a:pt x="5346" y="1"/>
                    <a:pt x="3127" y="1340"/>
                    <a:pt x="1812" y="3621"/>
                  </a:cubicBezTo>
                  <a:cubicBezTo>
                    <a:pt x="1" y="6757"/>
                    <a:pt x="582" y="10482"/>
                    <a:pt x="3112" y="11944"/>
                  </a:cubicBezTo>
                  <a:cubicBezTo>
                    <a:pt x="3800" y="12341"/>
                    <a:pt x="4562" y="12529"/>
                    <a:pt x="5343" y="12529"/>
                  </a:cubicBezTo>
                  <a:cubicBezTo>
                    <a:pt x="7428" y="12529"/>
                    <a:pt x="9649" y="11187"/>
                    <a:pt x="10964" y="8906"/>
                  </a:cubicBezTo>
                  <a:cubicBezTo>
                    <a:pt x="12775" y="5770"/>
                    <a:pt x="12195" y="2045"/>
                    <a:pt x="9664" y="587"/>
                  </a:cubicBezTo>
                  <a:cubicBezTo>
                    <a:pt x="8975" y="189"/>
                    <a:pt x="8212" y="1"/>
                    <a:pt x="74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9"/>
            <p:cNvSpPr/>
            <p:nvPr/>
          </p:nvSpPr>
          <p:spPr>
            <a:xfrm>
              <a:off x="8215176" y="1123097"/>
              <a:ext cx="56186" cy="55097"/>
            </a:xfrm>
            <a:custGeom>
              <a:rect b="b" l="l" r="r" t="t"/>
              <a:pathLst>
                <a:path extrusionOk="0" h="2733" w="2787">
                  <a:moveTo>
                    <a:pt x="1620" y="0"/>
                  </a:moveTo>
                  <a:cubicBezTo>
                    <a:pt x="1166" y="0"/>
                    <a:pt x="684" y="291"/>
                    <a:pt x="395" y="790"/>
                  </a:cubicBezTo>
                  <a:cubicBezTo>
                    <a:pt x="1" y="1472"/>
                    <a:pt x="126" y="2285"/>
                    <a:pt x="679" y="2606"/>
                  </a:cubicBezTo>
                  <a:cubicBezTo>
                    <a:pt x="829" y="2692"/>
                    <a:pt x="995" y="2733"/>
                    <a:pt x="1165" y="2733"/>
                  </a:cubicBezTo>
                  <a:cubicBezTo>
                    <a:pt x="1620" y="2733"/>
                    <a:pt x="2103" y="2440"/>
                    <a:pt x="2393" y="1944"/>
                  </a:cubicBezTo>
                  <a:cubicBezTo>
                    <a:pt x="2787" y="1261"/>
                    <a:pt x="2661" y="449"/>
                    <a:pt x="2109" y="128"/>
                  </a:cubicBezTo>
                  <a:cubicBezTo>
                    <a:pt x="1958" y="41"/>
                    <a:pt x="1791" y="0"/>
                    <a:pt x="16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9"/>
            <p:cNvSpPr/>
            <p:nvPr/>
          </p:nvSpPr>
          <p:spPr>
            <a:xfrm>
              <a:off x="8136892" y="1183257"/>
              <a:ext cx="56186" cy="55097"/>
            </a:xfrm>
            <a:custGeom>
              <a:rect b="b" l="l" r="r" t="t"/>
              <a:pathLst>
                <a:path extrusionOk="0" h="2733" w="2787">
                  <a:moveTo>
                    <a:pt x="1619" y="0"/>
                  </a:moveTo>
                  <a:cubicBezTo>
                    <a:pt x="1165" y="0"/>
                    <a:pt x="684" y="292"/>
                    <a:pt x="398" y="788"/>
                  </a:cubicBezTo>
                  <a:cubicBezTo>
                    <a:pt x="0" y="1474"/>
                    <a:pt x="130" y="2282"/>
                    <a:pt x="679" y="2603"/>
                  </a:cubicBezTo>
                  <a:cubicBezTo>
                    <a:pt x="830" y="2691"/>
                    <a:pt x="997" y="2733"/>
                    <a:pt x="1169" y="2733"/>
                  </a:cubicBezTo>
                  <a:cubicBezTo>
                    <a:pt x="1623" y="2733"/>
                    <a:pt x="2107" y="2440"/>
                    <a:pt x="2393" y="1941"/>
                  </a:cubicBezTo>
                  <a:cubicBezTo>
                    <a:pt x="2787" y="1259"/>
                    <a:pt x="2661" y="446"/>
                    <a:pt x="2108" y="129"/>
                  </a:cubicBezTo>
                  <a:cubicBezTo>
                    <a:pt x="1957" y="42"/>
                    <a:pt x="1790" y="0"/>
                    <a:pt x="16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9"/>
            <p:cNvSpPr/>
            <p:nvPr/>
          </p:nvSpPr>
          <p:spPr>
            <a:xfrm>
              <a:off x="8178826" y="1263658"/>
              <a:ext cx="56186" cy="55117"/>
            </a:xfrm>
            <a:custGeom>
              <a:rect b="b" l="l" r="r" t="t"/>
              <a:pathLst>
                <a:path extrusionOk="0" h="2734" w="2787">
                  <a:moveTo>
                    <a:pt x="1618" y="1"/>
                  </a:moveTo>
                  <a:cubicBezTo>
                    <a:pt x="1163" y="1"/>
                    <a:pt x="680" y="293"/>
                    <a:pt x="394" y="788"/>
                  </a:cubicBezTo>
                  <a:cubicBezTo>
                    <a:pt x="0" y="1471"/>
                    <a:pt x="126" y="2283"/>
                    <a:pt x="678" y="2604"/>
                  </a:cubicBezTo>
                  <a:cubicBezTo>
                    <a:pt x="830" y="2692"/>
                    <a:pt x="997" y="2733"/>
                    <a:pt x="1168" y="2733"/>
                  </a:cubicBezTo>
                  <a:cubicBezTo>
                    <a:pt x="1621" y="2733"/>
                    <a:pt x="2103" y="2440"/>
                    <a:pt x="2393" y="1942"/>
                  </a:cubicBezTo>
                  <a:cubicBezTo>
                    <a:pt x="2787" y="1259"/>
                    <a:pt x="2661" y="447"/>
                    <a:pt x="2108" y="130"/>
                  </a:cubicBezTo>
                  <a:cubicBezTo>
                    <a:pt x="1957" y="42"/>
                    <a:pt x="1789" y="1"/>
                    <a:pt x="161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9"/>
            <p:cNvSpPr/>
            <p:nvPr/>
          </p:nvSpPr>
          <p:spPr>
            <a:xfrm>
              <a:off x="8256525" y="1210756"/>
              <a:ext cx="56206" cy="55117"/>
            </a:xfrm>
            <a:custGeom>
              <a:rect b="b" l="l" r="r" t="t"/>
              <a:pathLst>
                <a:path extrusionOk="0" h="2734" w="2788">
                  <a:moveTo>
                    <a:pt x="1619" y="1"/>
                  </a:moveTo>
                  <a:cubicBezTo>
                    <a:pt x="1166" y="1"/>
                    <a:pt x="685" y="293"/>
                    <a:pt x="399" y="788"/>
                  </a:cubicBezTo>
                  <a:cubicBezTo>
                    <a:pt x="1" y="1475"/>
                    <a:pt x="131" y="2283"/>
                    <a:pt x="679" y="2604"/>
                  </a:cubicBezTo>
                  <a:cubicBezTo>
                    <a:pt x="830" y="2692"/>
                    <a:pt x="998" y="2733"/>
                    <a:pt x="1169" y="2733"/>
                  </a:cubicBezTo>
                  <a:cubicBezTo>
                    <a:pt x="1624" y="2733"/>
                    <a:pt x="2107" y="2441"/>
                    <a:pt x="2393" y="1946"/>
                  </a:cubicBezTo>
                  <a:cubicBezTo>
                    <a:pt x="2787" y="1259"/>
                    <a:pt x="2661" y="451"/>
                    <a:pt x="2109" y="130"/>
                  </a:cubicBezTo>
                  <a:cubicBezTo>
                    <a:pt x="1958" y="42"/>
                    <a:pt x="1790" y="1"/>
                    <a:pt x="161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9"/>
            <p:cNvSpPr/>
            <p:nvPr/>
          </p:nvSpPr>
          <p:spPr>
            <a:xfrm>
              <a:off x="7619431" y="1065861"/>
              <a:ext cx="155917" cy="146745"/>
            </a:xfrm>
            <a:custGeom>
              <a:rect b="b" l="l" r="r" t="t"/>
              <a:pathLst>
                <a:path extrusionOk="0" h="7279" w="7734">
                  <a:moveTo>
                    <a:pt x="4178" y="1"/>
                  </a:moveTo>
                  <a:cubicBezTo>
                    <a:pt x="3713" y="1"/>
                    <a:pt x="3298" y="297"/>
                    <a:pt x="3152" y="741"/>
                  </a:cubicBezTo>
                  <a:cubicBezTo>
                    <a:pt x="2884" y="1545"/>
                    <a:pt x="2620" y="2467"/>
                    <a:pt x="2620" y="2467"/>
                  </a:cubicBezTo>
                  <a:lnTo>
                    <a:pt x="1198" y="2467"/>
                  </a:lnTo>
                  <a:cubicBezTo>
                    <a:pt x="687" y="2467"/>
                    <a:pt x="244" y="2829"/>
                    <a:pt x="138" y="3333"/>
                  </a:cubicBezTo>
                  <a:lnTo>
                    <a:pt x="134" y="3365"/>
                  </a:lnTo>
                  <a:cubicBezTo>
                    <a:pt x="0" y="4015"/>
                    <a:pt x="488" y="4632"/>
                    <a:pt x="1154" y="4657"/>
                  </a:cubicBezTo>
                  <a:cubicBezTo>
                    <a:pt x="1771" y="4677"/>
                    <a:pt x="2380" y="4701"/>
                    <a:pt x="2380" y="4701"/>
                  </a:cubicBezTo>
                  <a:cubicBezTo>
                    <a:pt x="2242" y="5071"/>
                    <a:pt x="2137" y="5550"/>
                    <a:pt x="2060" y="5977"/>
                  </a:cubicBezTo>
                  <a:cubicBezTo>
                    <a:pt x="1954" y="6598"/>
                    <a:pt x="2397" y="7183"/>
                    <a:pt x="3026" y="7240"/>
                  </a:cubicBezTo>
                  <a:cubicBezTo>
                    <a:pt x="3201" y="7256"/>
                    <a:pt x="3372" y="7269"/>
                    <a:pt x="3526" y="7277"/>
                  </a:cubicBezTo>
                  <a:cubicBezTo>
                    <a:pt x="3549" y="7278"/>
                    <a:pt x="3572" y="7279"/>
                    <a:pt x="3595" y="7279"/>
                  </a:cubicBezTo>
                  <a:cubicBezTo>
                    <a:pt x="4067" y="7279"/>
                    <a:pt x="4483" y="6966"/>
                    <a:pt x="4619" y="6513"/>
                  </a:cubicBezTo>
                  <a:cubicBezTo>
                    <a:pt x="4805" y="5887"/>
                    <a:pt x="5013" y="5181"/>
                    <a:pt x="5013" y="5181"/>
                  </a:cubicBezTo>
                  <a:lnTo>
                    <a:pt x="6536" y="5181"/>
                  </a:lnTo>
                  <a:cubicBezTo>
                    <a:pt x="6539" y="5181"/>
                    <a:pt x="6542" y="5181"/>
                    <a:pt x="6545" y="5181"/>
                  </a:cubicBezTo>
                  <a:cubicBezTo>
                    <a:pt x="7045" y="5181"/>
                    <a:pt x="7479" y="4837"/>
                    <a:pt x="7588" y="4348"/>
                  </a:cubicBezTo>
                  <a:cubicBezTo>
                    <a:pt x="7608" y="4246"/>
                    <a:pt x="7628" y="4145"/>
                    <a:pt x="7641" y="4043"/>
                  </a:cubicBezTo>
                  <a:cubicBezTo>
                    <a:pt x="7734" y="3446"/>
                    <a:pt x="7295" y="2898"/>
                    <a:pt x="6694" y="2825"/>
                  </a:cubicBezTo>
                  <a:cubicBezTo>
                    <a:pt x="5991" y="2740"/>
                    <a:pt x="5252" y="2707"/>
                    <a:pt x="5252" y="2707"/>
                  </a:cubicBezTo>
                  <a:lnTo>
                    <a:pt x="5614" y="1399"/>
                  </a:lnTo>
                  <a:cubicBezTo>
                    <a:pt x="5788" y="761"/>
                    <a:pt x="5358" y="120"/>
                    <a:pt x="4700" y="42"/>
                  </a:cubicBezTo>
                  <a:cubicBezTo>
                    <a:pt x="4537" y="22"/>
                    <a:pt x="4375" y="10"/>
                    <a:pt x="4225" y="2"/>
                  </a:cubicBezTo>
                  <a:cubicBezTo>
                    <a:pt x="4209" y="1"/>
                    <a:pt x="4194" y="1"/>
                    <a:pt x="417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9"/>
            <p:cNvSpPr/>
            <p:nvPr/>
          </p:nvSpPr>
          <p:spPr>
            <a:xfrm>
              <a:off x="7875652" y="1119468"/>
              <a:ext cx="58081" cy="25019"/>
            </a:xfrm>
            <a:custGeom>
              <a:rect b="b" l="l" r="r" t="t"/>
              <a:pathLst>
                <a:path extrusionOk="0" h="1241" w="2881">
                  <a:moveTo>
                    <a:pt x="664" y="1"/>
                  </a:moveTo>
                  <a:cubicBezTo>
                    <a:pt x="464" y="1"/>
                    <a:pt x="281" y="108"/>
                    <a:pt x="188" y="288"/>
                  </a:cubicBezTo>
                  <a:lnTo>
                    <a:pt x="180" y="300"/>
                  </a:lnTo>
                  <a:cubicBezTo>
                    <a:pt x="1" y="637"/>
                    <a:pt x="220" y="1047"/>
                    <a:pt x="598" y="1084"/>
                  </a:cubicBezTo>
                  <a:lnTo>
                    <a:pt x="2186" y="1238"/>
                  </a:lnTo>
                  <a:cubicBezTo>
                    <a:pt x="2203" y="1240"/>
                    <a:pt x="2219" y="1240"/>
                    <a:pt x="2235" y="1240"/>
                  </a:cubicBezTo>
                  <a:cubicBezTo>
                    <a:pt x="2444" y="1240"/>
                    <a:pt x="2636" y="1122"/>
                    <a:pt x="2722" y="929"/>
                  </a:cubicBezTo>
                  <a:cubicBezTo>
                    <a:pt x="2881" y="596"/>
                    <a:pt x="2661" y="206"/>
                    <a:pt x="2292" y="170"/>
                  </a:cubicBezTo>
                  <a:lnTo>
                    <a:pt x="716" y="3"/>
                  </a:lnTo>
                  <a:cubicBezTo>
                    <a:pt x="698" y="2"/>
                    <a:pt x="681" y="1"/>
                    <a:pt x="6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9"/>
            <p:cNvSpPr/>
            <p:nvPr/>
          </p:nvSpPr>
          <p:spPr>
            <a:xfrm>
              <a:off x="8015606" y="1138298"/>
              <a:ext cx="58162" cy="24938"/>
            </a:xfrm>
            <a:custGeom>
              <a:rect b="b" l="l" r="r" t="t"/>
              <a:pathLst>
                <a:path extrusionOk="0" h="1237" w="2885">
                  <a:moveTo>
                    <a:pt x="657" y="0"/>
                  </a:moveTo>
                  <a:cubicBezTo>
                    <a:pt x="460" y="0"/>
                    <a:pt x="280" y="110"/>
                    <a:pt x="188" y="284"/>
                  </a:cubicBezTo>
                  <a:lnTo>
                    <a:pt x="179" y="296"/>
                  </a:lnTo>
                  <a:cubicBezTo>
                    <a:pt x="1" y="633"/>
                    <a:pt x="224" y="1043"/>
                    <a:pt x="602" y="1080"/>
                  </a:cubicBezTo>
                  <a:lnTo>
                    <a:pt x="2190" y="1234"/>
                  </a:lnTo>
                  <a:cubicBezTo>
                    <a:pt x="2206" y="1236"/>
                    <a:pt x="2222" y="1237"/>
                    <a:pt x="2238" y="1237"/>
                  </a:cubicBezTo>
                  <a:cubicBezTo>
                    <a:pt x="2444" y="1237"/>
                    <a:pt x="2636" y="1118"/>
                    <a:pt x="2726" y="930"/>
                  </a:cubicBezTo>
                  <a:cubicBezTo>
                    <a:pt x="2885" y="593"/>
                    <a:pt x="2665" y="203"/>
                    <a:pt x="2296" y="166"/>
                  </a:cubicBezTo>
                  <a:lnTo>
                    <a:pt x="716" y="4"/>
                  </a:lnTo>
                  <a:cubicBezTo>
                    <a:pt x="696" y="1"/>
                    <a:pt x="676" y="0"/>
                    <a:pt x="65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9"/>
            <p:cNvSpPr/>
            <p:nvPr/>
          </p:nvSpPr>
          <p:spPr>
            <a:xfrm>
              <a:off x="7896296" y="1154387"/>
              <a:ext cx="89531" cy="87777"/>
            </a:xfrm>
            <a:custGeom>
              <a:rect b="b" l="l" r="r" t="t"/>
              <a:pathLst>
                <a:path extrusionOk="0" h="4354" w="4441">
                  <a:moveTo>
                    <a:pt x="2583" y="0"/>
                  </a:moveTo>
                  <a:cubicBezTo>
                    <a:pt x="1859" y="0"/>
                    <a:pt x="1088" y="466"/>
                    <a:pt x="630" y="1257"/>
                  </a:cubicBezTo>
                  <a:cubicBezTo>
                    <a:pt x="0" y="2349"/>
                    <a:pt x="204" y="3641"/>
                    <a:pt x="1081" y="4149"/>
                  </a:cubicBezTo>
                  <a:cubicBezTo>
                    <a:pt x="1322" y="4288"/>
                    <a:pt x="1588" y="4353"/>
                    <a:pt x="1860" y="4353"/>
                  </a:cubicBezTo>
                  <a:cubicBezTo>
                    <a:pt x="2584" y="4353"/>
                    <a:pt x="3353" y="3888"/>
                    <a:pt x="3811" y="3097"/>
                  </a:cubicBezTo>
                  <a:cubicBezTo>
                    <a:pt x="4440" y="2004"/>
                    <a:pt x="4237" y="708"/>
                    <a:pt x="3360" y="205"/>
                  </a:cubicBezTo>
                  <a:cubicBezTo>
                    <a:pt x="3120" y="66"/>
                    <a:pt x="2855" y="0"/>
                    <a:pt x="258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9"/>
            <p:cNvSpPr/>
            <p:nvPr/>
          </p:nvSpPr>
          <p:spPr>
            <a:xfrm>
              <a:off x="7811622" y="1206361"/>
              <a:ext cx="63726" cy="62536"/>
            </a:xfrm>
            <a:custGeom>
              <a:rect b="b" l="l" r="r" t="t"/>
              <a:pathLst>
                <a:path extrusionOk="0" h="3102" w="3161">
                  <a:moveTo>
                    <a:pt x="1838" y="0"/>
                  </a:moveTo>
                  <a:cubicBezTo>
                    <a:pt x="1323" y="0"/>
                    <a:pt x="772" y="332"/>
                    <a:pt x="447" y="897"/>
                  </a:cubicBezTo>
                  <a:cubicBezTo>
                    <a:pt x="0" y="1672"/>
                    <a:pt x="147" y="2595"/>
                    <a:pt x="768" y="2956"/>
                  </a:cubicBezTo>
                  <a:cubicBezTo>
                    <a:pt x="939" y="3055"/>
                    <a:pt x="1127" y="3101"/>
                    <a:pt x="1320" y="3101"/>
                  </a:cubicBezTo>
                  <a:cubicBezTo>
                    <a:pt x="1836" y="3101"/>
                    <a:pt x="2386" y="2769"/>
                    <a:pt x="2714" y="2205"/>
                  </a:cubicBezTo>
                  <a:cubicBezTo>
                    <a:pt x="3161" y="1429"/>
                    <a:pt x="3014" y="507"/>
                    <a:pt x="2389" y="145"/>
                  </a:cubicBezTo>
                  <a:cubicBezTo>
                    <a:pt x="2219" y="47"/>
                    <a:pt x="2031" y="0"/>
                    <a:pt x="18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9"/>
            <p:cNvSpPr/>
            <p:nvPr/>
          </p:nvSpPr>
          <p:spPr>
            <a:xfrm>
              <a:off x="7994478" y="1218256"/>
              <a:ext cx="63726" cy="62516"/>
            </a:xfrm>
            <a:custGeom>
              <a:rect b="b" l="l" r="r" t="t"/>
              <a:pathLst>
                <a:path extrusionOk="0" h="3101" w="3161">
                  <a:moveTo>
                    <a:pt x="1839" y="1"/>
                  </a:moveTo>
                  <a:cubicBezTo>
                    <a:pt x="1324" y="1"/>
                    <a:pt x="773" y="331"/>
                    <a:pt x="448" y="896"/>
                  </a:cubicBezTo>
                  <a:cubicBezTo>
                    <a:pt x="1" y="1671"/>
                    <a:pt x="143" y="2594"/>
                    <a:pt x="768" y="2955"/>
                  </a:cubicBezTo>
                  <a:cubicBezTo>
                    <a:pt x="939" y="3054"/>
                    <a:pt x="1127" y="3100"/>
                    <a:pt x="1321" y="3100"/>
                  </a:cubicBezTo>
                  <a:cubicBezTo>
                    <a:pt x="1837" y="3100"/>
                    <a:pt x="2386" y="2768"/>
                    <a:pt x="2714" y="2204"/>
                  </a:cubicBezTo>
                  <a:cubicBezTo>
                    <a:pt x="3161" y="1432"/>
                    <a:pt x="3015" y="506"/>
                    <a:pt x="2389" y="144"/>
                  </a:cubicBezTo>
                  <a:cubicBezTo>
                    <a:pt x="2220" y="47"/>
                    <a:pt x="2032" y="1"/>
                    <a:pt x="18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465" name="Shape 465"/>
        <p:cNvGrpSpPr/>
        <p:nvPr/>
      </p:nvGrpSpPr>
      <p:grpSpPr>
        <a:xfrm>
          <a:off x="0" y="0"/>
          <a:ext cx="0" cy="0"/>
          <a:chOff x="0" y="0"/>
          <a:chExt cx="0" cy="0"/>
        </a:xfrm>
      </p:grpSpPr>
      <p:sp>
        <p:nvSpPr>
          <p:cNvPr id="466" name="Google Shape;466;p20"/>
          <p:cNvSpPr txBox="1"/>
          <p:nvPr>
            <p:ph type="title"/>
          </p:nvPr>
        </p:nvSpPr>
        <p:spPr>
          <a:xfrm>
            <a:off x="713250"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467" name="Google Shape;467;p20"/>
          <p:cNvSpPr txBox="1"/>
          <p:nvPr>
            <p:ph idx="1" type="subTitle"/>
          </p:nvPr>
        </p:nvSpPr>
        <p:spPr>
          <a:xfrm>
            <a:off x="713213" y="2471525"/>
            <a:ext cx="3144900" cy="805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68" name="Google Shape;468;p20"/>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9" name="Google Shape;469;p20"/>
          <p:cNvGrpSpPr/>
          <p:nvPr/>
        </p:nvGrpSpPr>
        <p:grpSpPr>
          <a:xfrm>
            <a:off x="451937" y="3824920"/>
            <a:ext cx="1906126" cy="1163759"/>
            <a:chOff x="459487" y="3779570"/>
            <a:chExt cx="1906126" cy="1163759"/>
          </a:xfrm>
        </p:grpSpPr>
        <p:sp>
          <p:nvSpPr>
            <p:cNvPr id="470" name="Google Shape;470;p20"/>
            <p:cNvSpPr/>
            <p:nvPr/>
          </p:nvSpPr>
          <p:spPr>
            <a:xfrm>
              <a:off x="698110" y="4797670"/>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0"/>
            <p:cNvSpPr/>
            <p:nvPr/>
          </p:nvSpPr>
          <p:spPr>
            <a:xfrm>
              <a:off x="459487" y="4375679"/>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0"/>
            <p:cNvSpPr/>
            <p:nvPr/>
          </p:nvSpPr>
          <p:spPr>
            <a:xfrm>
              <a:off x="1153263" y="481312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0"/>
            <p:cNvSpPr/>
            <p:nvPr/>
          </p:nvSpPr>
          <p:spPr>
            <a:xfrm>
              <a:off x="1477960" y="4603995"/>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0"/>
            <p:cNvSpPr/>
            <p:nvPr/>
          </p:nvSpPr>
          <p:spPr>
            <a:xfrm>
              <a:off x="1745812" y="4783129"/>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0"/>
            <p:cNvSpPr/>
            <p:nvPr/>
          </p:nvSpPr>
          <p:spPr>
            <a:xfrm>
              <a:off x="2265713" y="468292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0"/>
            <p:cNvSpPr/>
            <p:nvPr/>
          </p:nvSpPr>
          <p:spPr>
            <a:xfrm>
              <a:off x="574210" y="3779570"/>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7" name="Google Shape;477;p20"/>
            <p:cNvCxnSpPr>
              <a:stCxn id="476" idx="4"/>
              <a:endCxn id="471" idx="0"/>
            </p:cNvCxnSpPr>
            <p:nvPr/>
          </p:nvCxnSpPr>
          <p:spPr>
            <a:xfrm flipH="1">
              <a:off x="539260" y="3904070"/>
              <a:ext cx="96900" cy="471600"/>
            </a:xfrm>
            <a:prstGeom prst="straightConnector1">
              <a:avLst/>
            </a:prstGeom>
            <a:noFill/>
            <a:ln cap="flat" cmpd="sng" w="19050">
              <a:solidFill>
                <a:schemeClr val="dk2"/>
              </a:solidFill>
              <a:prstDash val="solid"/>
              <a:round/>
              <a:headEnd len="med" w="med" type="none"/>
              <a:tailEnd len="med" w="med" type="none"/>
            </a:ln>
          </p:spPr>
        </p:cxnSp>
        <p:cxnSp>
          <p:nvCxnSpPr>
            <p:cNvPr id="478" name="Google Shape;478;p20"/>
            <p:cNvCxnSpPr>
              <a:stCxn id="471" idx="5"/>
              <a:endCxn id="470" idx="1"/>
            </p:cNvCxnSpPr>
            <p:nvPr/>
          </p:nvCxnSpPr>
          <p:spPr>
            <a:xfrm>
              <a:off x="595714" y="4512418"/>
              <a:ext cx="120600" cy="303600"/>
            </a:xfrm>
            <a:prstGeom prst="straightConnector1">
              <a:avLst/>
            </a:prstGeom>
            <a:noFill/>
            <a:ln cap="flat" cmpd="sng" w="19050">
              <a:solidFill>
                <a:schemeClr val="dk2"/>
              </a:solidFill>
              <a:prstDash val="solid"/>
              <a:round/>
              <a:headEnd len="med" w="med" type="none"/>
              <a:tailEnd len="med" w="med" type="none"/>
            </a:ln>
          </p:spPr>
        </p:cxnSp>
        <p:cxnSp>
          <p:nvCxnSpPr>
            <p:cNvPr id="479" name="Google Shape;479;p20"/>
            <p:cNvCxnSpPr>
              <a:stCxn id="471" idx="6"/>
              <a:endCxn id="472" idx="1"/>
            </p:cNvCxnSpPr>
            <p:nvPr/>
          </p:nvCxnSpPr>
          <p:spPr>
            <a:xfrm>
              <a:off x="619087" y="4455779"/>
              <a:ext cx="548700" cy="372000"/>
            </a:xfrm>
            <a:prstGeom prst="straightConnector1">
              <a:avLst/>
            </a:prstGeom>
            <a:noFill/>
            <a:ln cap="flat" cmpd="sng" w="19050">
              <a:solidFill>
                <a:schemeClr val="dk2"/>
              </a:solidFill>
              <a:prstDash val="solid"/>
              <a:round/>
              <a:headEnd len="med" w="med" type="none"/>
              <a:tailEnd len="med" w="med" type="none"/>
            </a:ln>
          </p:spPr>
        </p:cxnSp>
        <p:cxnSp>
          <p:nvCxnSpPr>
            <p:cNvPr id="480" name="Google Shape;480;p20"/>
            <p:cNvCxnSpPr>
              <a:stCxn id="472" idx="7"/>
              <a:endCxn id="473" idx="2"/>
            </p:cNvCxnSpPr>
            <p:nvPr/>
          </p:nvCxnSpPr>
          <p:spPr>
            <a:xfrm flipH="1" rot="10800000">
              <a:off x="1238533" y="4666095"/>
              <a:ext cx="239400" cy="161700"/>
            </a:xfrm>
            <a:prstGeom prst="straightConnector1">
              <a:avLst/>
            </a:prstGeom>
            <a:noFill/>
            <a:ln cap="flat" cmpd="sng" w="19050">
              <a:solidFill>
                <a:schemeClr val="dk2"/>
              </a:solidFill>
              <a:prstDash val="solid"/>
              <a:round/>
              <a:headEnd len="med" w="med" type="none"/>
              <a:tailEnd len="med" w="med" type="none"/>
            </a:ln>
          </p:spPr>
        </p:cxnSp>
        <p:cxnSp>
          <p:nvCxnSpPr>
            <p:cNvPr id="481" name="Google Shape;481;p20"/>
            <p:cNvCxnSpPr>
              <a:stCxn id="472" idx="6"/>
              <a:endCxn id="474" idx="2"/>
            </p:cNvCxnSpPr>
            <p:nvPr/>
          </p:nvCxnSpPr>
          <p:spPr>
            <a:xfrm>
              <a:off x="1253163" y="4863221"/>
              <a:ext cx="492600" cy="0"/>
            </a:xfrm>
            <a:prstGeom prst="straightConnector1">
              <a:avLst/>
            </a:prstGeom>
            <a:noFill/>
            <a:ln cap="flat" cmpd="sng" w="19050">
              <a:solidFill>
                <a:schemeClr val="dk2"/>
              </a:solidFill>
              <a:prstDash val="solid"/>
              <a:round/>
              <a:headEnd len="med" w="med" type="none"/>
              <a:tailEnd len="med" w="med" type="none"/>
            </a:ln>
          </p:spPr>
        </p:cxnSp>
        <p:cxnSp>
          <p:nvCxnSpPr>
            <p:cNvPr id="482" name="Google Shape;482;p20"/>
            <p:cNvCxnSpPr>
              <a:stCxn id="474" idx="6"/>
              <a:endCxn id="475" idx="2"/>
            </p:cNvCxnSpPr>
            <p:nvPr/>
          </p:nvCxnSpPr>
          <p:spPr>
            <a:xfrm flipH="1" rot="10800000">
              <a:off x="1905412" y="4733029"/>
              <a:ext cx="360300" cy="130200"/>
            </a:xfrm>
            <a:prstGeom prst="straightConnector1">
              <a:avLst/>
            </a:prstGeom>
            <a:noFill/>
            <a:ln cap="flat" cmpd="sng" w="19050">
              <a:solidFill>
                <a:schemeClr val="dk2"/>
              </a:solidFill>
              <a:prstDash val="solid"/>
              <a:round/>
              <a:headEnd len="med" w="med" type="none"/>
              <a:tailEnd len="med" w="med" type="none"/>
            </a:ln>
          </p:spPr>
        </p:cxnSp>
      </p:grpSp>
      <p:grpSp>
        <p:nvGrpSpPr>
          <p:cNvPr id="483" name="Google Shape;483;p20"/>
          <p:cNvGrpSpPr/>
          <p:nvPr/>
        </p:nvGrpSpPr>
        <p:grpSpPr>
          <a:xfrm>
            <a:off x="6932363" y="4418595"/>
            <a:ext cx="2102922" cy="628851"/>
            <a:chOff x="6894563" y="4393520"/>
            <a:chExt cx="2102922" cy="628851"/>
          </a:xfrm>
        </p:grpSpPr>
        <p:sp>
          <p:nvSpPr>
            <p:cNvPr id="484" name="Google Shape;484;p20"/>
            <p:cNvSpPr/>
            <p:nvPr/>
          </p:nvSpPr>
          <p:spPr>
            <a:xfrm>
              <a:off x="8777387" y="4813129"/>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0"/>
            <p:cNvSpPr/>
            <p:nvPr/>
          </p:nvSpPr>
          <p:spPr>
            <a:xfrm>
              <a:off x="8430738" y="492217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0"/>
            <p:cNvSpPr/>
            <p:nvPr/>
          </p:nvSpPr>
          <p:spPr>
            <a:xfrm>
              <a:off x="8873585" y="4393520"/>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0"/>
            <p:cNvSpPr/>
            <p:nvPr/>
          </p:nvSpPr>
          <p:spPr>
            <a:xfrm>
              <a:off x="7811212" y="4653329"/>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0"/>
            <p:cNvSpPr/>
            <p:nvPr/>
          </p:nvSpPr>
          <p:spPr>
            <a:xfrm>
              <a:off x="6894563" y="474802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0"/>
            <p:cNvSpPr/>
            <p:nvPr/>
          </p:nvSpPr>
          <p:spPr>
            <a:xfrm>
              <a:off x="7166088" y="459167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0" name="Google Shape;490;p20"/>
            <p:cNvCxnSpPr>
              <a:stCxn id="487" idx="2"/>
              <a:endCxn id="488" idx="5"/>
            </p:cNvCxnSpPr>
            <p:nvPr/>
          </p:nvCxnSpPr>
          <p:spPr>
            <a:xfrm flipH="1">
              <a:off x="6979912" y="4733429"/>
              <a:ext cx="831300" cy="100200"/>
            </a:xfrm>
            <a:prstGeom prst="straightConnector1">
              <a:avLst/>
            </a:prstGeom>
            <a:noFill/>
            <a:ln cap="flat" cmpd="sng" w="19050">
              <a:solidFill>
                <a:schemeClr val="dk2"/>
              </a:solidFill>
              <a:prstDash val="solid"/>
              <a:round/>
              <a:headEnd len="med" w="med" type="none"/>
              <a:tailEnd len="med" w="med" type="none"/>
            </a:ln>
          </p:spPr>
        </p:cxnSp>
        <p:cxnSp>
          <p:nvCxnSpPr>
            <p:cNvPr id="491" name="Google Shape;491;p20"/>
            <p:cNvCxnSpPr>
              <a:stCxn id="488" idx="7"/>
              <a:endCxn id="489" idx="2"/>
            </p:cNvCxnSpPr>
            <p:nvPr/>
          </p:nvCxnSpPr>
          <p:spPr>
            <a:xfrm flipH="1" rot="10800000">
              <a:off x="6979833" y="4641795"/>
              <a:ext cx="186300" cy="120900"/>
            </a:xfrm>
            <a:prstGeom prst="straightConnector1">
              <a:avLst/>
            </a:prstGeom>
            <a:noFill/>
            <a:ln cap="flat" cmpd="sng" w="19050">
              <a:solidFill>
                <a:schemeClr val="dk2"/>
              </a:solidFill>
              <a:prstDash val="solid"/>
              <a:round/>
              <a:headEnd len="med" w="med" type="none"/>
              <a:tailEnd len="med" w="med" type="none"/>
            </a:ln>
          </p:spPr>
        </p:cxnSp>
        <p:cxnSp>
          <p:nvCxnSpPr>
            <p:cNvPr id="492" name="Google Shape;492;p20"/>
            <p:cNvCxnSpPr>
              <a:stCxn id="487" idx="6"/>
              <a:endCxn id="485" idx="2"/>
            </p:cNvCxnSpPr>
            <p:nvPr/>
          </p:nvCxnSpPr>
          <p:spPr>
            <a:xfrm>
              <a:off x="7970812" y="4733429"/>
              <a:ext cx="459900" cy="238800"/>
            </a:xfrm>
            <a:prstGeom prst="straightConnector1">
              <a:avLst/>
            </a:prstGeom>
            <a:noFill/>
            <a:ln cap="flat" cmpd="sng" w="19050">
              <a:solidFill>
                <a:schemeClr val="dk2"/>
              </a:solidFill>
              <a:prstDash val="solid"/>
              <a:round/>
              <a:headEnd len="med" w="med" type="none"/>
              <a:tailEnd len="med" w="med" type="none"/>
            </a:ln>
          </p:spPr>
        </p:cxnSp>
        <p:cxnSp>
          <p:nvCxnSpPr>
            <p:cNvPr id="493" name="Google Shape;493;p20"/>
            <p:cNvCxnSpPr>
              <a:stCxn id="485" idx="6"/>
              <a:endCxn id="484" idx="2"/>
            </p:cNvCxnSpPr>
            <p:nvPr/>
          </p:nvCxnSpPr>
          <p:spPr>
            <a:xfrm flipH="1" rot="10800000">
              <a:off x="8530638" y="4893371"/>
              <a:ext cx="246600" cy="78900"/>
            </a:xfrm>
            <a:prstGeom prst="straightConnector1">
              <a:avLst/>
            </a:prstGeom>
            <a:noFill/>
            <a:ln cap="flat" cmpd="sng" w="19050">
              <a:solidFill>
                <a:schemeClr val="dk2"/>
              </a:solidFill>
              <a:prstDash val="solid"/>
              <a:round/>
              <a:headEnd len="med" w="med" type="none"/>
              <a:tailEnd len="med" w="med" type="none"/>
            </a:ln>
          </p:spPr>
        </p:cxnSp>
        <p:cxnSp>
          <p:nvCxnSpPr>
            <p:cNvPr id="494" name="Google Shape;494;p20"/>
            <p:cNvCxnSpPr>
              <a:stCxn id="485" idx="7"/>
              <a:endCxn id="486" idx="3"/>
            </p:cNvCxnSpPr>
            <p:nvPr/>
          </p:nvCxnSpPr>
          <p:spPr>
            <a:xfrm flipH="1" rot="10800000">
              <a:off x="8516008" y="4499745"/>
              <a:ext cx="375600" cy="437100"/>
            </a:xfrm>
            <a:prstGeom prst="straightConnector1">
              <a:avLst/>
            </a:prstGeom>
            <a:noFill/>
            <a:ln cap="flat" cmpd="sng" w="19050">
              <a:solidFill>
                <a:schemeClr val="dk2"/>
              </a:solidFill>
              <a:prstDash val="solid"/>
              <a:round/>
              <a:headEnd len="med" w="med" type="none"/>
              <a:tailEnd len="med" w="med" type="none"/>
            </a:ln>
          </p:spPr>
        </p:cxn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495" name="Shape 495"/>
        <p:cNvGrpSpPr/>
        <p:nvPr/>
      </p:nvGrpSpPr>
      <p:grpSpPr>
        <a:xfrm>
          <a:off x="0" y="0"/>
          <a:ext cx="0" cy="0"/>
          <a:chOff x="0" y="0"/>
          <a:chExt cx="0" cy="0"/>
        </a:xfrm>
      </p:grpSpPr>
      <p:sp>
        <p:nvSpPr>
          <p:cNvPr id="496" name="Google Shape;496;p21"/>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497" name="Google Shape;497;p21"/>
          <p:cNvSpPr txBox="1"/>
          <p:nvPr>
            <p:ph idx="1" type="subTitle"/>
          </p:nvPr>
        </p:nvSpPr>
        <p:spPr>
          <a:xfrm>
            <a:off x="5065925" y="2402650"/>
            <a:ext cx="3364800" cy="1080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8" name="Google Shape;498;p21"/>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9" name="Google Shape;499;p21"/>
          <p:cNvGrpSpPr/>
          <p:nvPr/>
        </p:nvGrpSpPr>
        <p:grpSpPr>
          <a:xfrm>
            <a:off x="6564212" y="3201846"/>
            <a:ext cx="2367476" cy="1810233"/>
            <a:chOff x="6636012" y="3171621"/>
            <a:chExt cx="2367476" cy="1810233"/>
          </a:xfrm>
        </p:grpSpPr>
        <p:sp>
          <p:nvSpPr>
            <p:cNvPr id="500" name="Google Shape;500;p21"/>
            <p:cNvSpPr/>
            <p:nvPr/>
          </p:nvSpPr>
          <p:spPr>
            <a:xfrm>
              <a:off x="8586810" y="3868295"/>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1"/>
            <p:cNvSpPr/>
            <p:nvPr/>
          </p:nvSpPr>
          <p:spPr>
            <a:xfrm>
              <a:off x="8710712" y="4821654"/>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1"/>
            <p:cNvSpPr/>
            <p:nvPr/>
          </p:nvSpPr>
          <p:spPr>
            <a:xfrm>
              <a:off x="8870288" y="432702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1"/>
            <p:cNvSpPr/>
            <p:nvPr/>
          </p:nvSpPr>
          <p:spPr>
            <a:xfrm>
              <a:off x="8142010" y="4780245"/>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1"/>
            <p:cNvSpPr/>
            <p:nvPr/>
          </p:nvSpPr>
          <p:spPr>
            <a:xfrm>
              <a:off x="7389012" y="4762404"/>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1"/>
            <p:cNvSpPr/>
            <p:nvPr/>
          </p:nvSpPr>
          <p:spPr>
            <a:xfrm>
              <a:off x="8826138" y="317162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1"/>
            <p:cNvSpPr/>
            <p:nvPr/>
          </p:nvSpPr>
          <p:spPr>
            <a:xfrm>
              <a:off x="8430735" y="4479495"/>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1"/>
            <p:cNvSpPr/>
            <p:nvPr/>
          </p:nvSpPr>
          <p:spPr>
            <a:xfrm>
              <a:off x="6636012" y="4821654"/>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1"/>
            <p:cNvSpPr/>
            <p:nvPr/>
          </p:nvSpPr>
          <p:spPr>
            <a:xfrm>
              <a:off x="8903588" y="3672359"/>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1"/>
            <p:cNvSpPr/>
            <p:nvPr/>
          </p:nvSpPr>
          <p:spPr>
            <a:xfrm>
              <a:off x="6963935" y="4541745"/>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0" name="Google Shape;510;p21"/>
            <p:cNvCxnSpPr>
              <a:stCxn id="507" idx="7"/>
              <a:endCxn id="509" idx="3"/>
            </p:cNvCxnSpPr>
            <p:nvPr/>
          </p:nvCxnSpPr>
          <p:spPr>
            <a:xfrm flipH="1" rot="10800000">
              <a:off x="6772239" y="4648015"/>
              <a:ext cx="209700" cy="197100"/>
            </a:xfrm>
            <a:prstGeom prst="straightConnector1">
              <a:avLst/>
            </a:prstGeom>
            <a:noFill/>
            <a:ln cap="flat" cmpd="sng" w="19050">
              <a:solidFill>
                <a:schemeClr val="dk2"/>
              </a:solidFill>
              <a:prstDash val="solid"/>
              <a:round/>
              <a:headEnd len="med" w="med" type="none"/>
              <a:tailEnd len="med" w="med" type="none"/>
            </a:ln>
          </p:spPr>
        </p:cxnSp>
        <p:cxnSp>
          <p:nvCxnSpPr>
            <p:cNvPr id="511" name="Google Shape;511;p21"/>
            <p:cNvCxnSpPr>
              <a:stCxn id="509" idx="6"/>
              <a:endCxn id="504" idx="1"/>
            </p:cNvCxnSpPr>
            <p:nvPr/>
          </p:nvCxnSpPr>
          <p:spPr>
            <a:xfrm>
              <a:off x="7087835" y="4603995"/>
              <a:ext cx="324600" cy="181800"/>
            </a:xfrm>
            <a:prstGeom prst="straightConnector1">
              <a:avLst/>
            </a:prstGeom>
            <a:noFill/>
            <a:ln cap="flat" cmpd="sng" w="19050">
              <a:solidFill>
                <a:schemeClr val="dk2"/>
              </a:solidFill>
              <a:prstDash val="solid"/>
              <a:round/>
              <a:headEnd len="med" w="med" type="none"/>
              <a:tailEnd len="med" w="med" type="none"/>
            </a:ln>
          </p:spPr>
        </p:cxnSp>
        <p:cxnSp>
          <p:nvCxnSpPr>
            <p:cNvPr id="512" name="Google Shape;512;p21"/>
            <p:cNvCxnSpPr>
              <a:stCxn id="504" idx="6"/>
              <a:endCxn id="503" idx="2"/>
            </p:cNvCxnSpPr>
            <p:nvPr/>
          </p:nvCxnSpPr>
          <p:spPr>
            <a:xfrm>
              <a:off x="7548612" y="4842504"/>
              <a:ext cx="593400" cy="0"/>
            </a:xfrm>
            <a:prstGeom prst="straightConnector1">
              <a:avLst/>
            </a:prstGeom>
            <a:noFill/>
            <a:ln cap="flat" cmpd="sng" w="19050">
              <a:solidFill>
                <a:schemeClr val="dk2"/>
              </a:solidFill>
              <a:prstDash val="solid"/>
              <a:round/>
              <a:headEnd len="med" w="med" type="none"/>
              <a:tailEnd len="med" w="med" type="none"/>
            </a:ln>
          </p:spPr>
        </p:cxnSp>
        <p:cxnSp>
          <p:nvCxnSpPr>
            <p:cNvPr id="513" name="Google Shape;513;p21"/>
            <p:cNvCxnSpPr>
              <a:stCxn id="503" idx="7"/>
              <a:endCxn id="506" idx="3"/>
            </p:cNvCxnSpPr>
            <p:nvPr/>
          </p:nvCxnSpPr>
          <p:spPr>
            <a:xfrm flipH="1" rot="10800000">
              <a:off x="8247765" y="4585778"/>
              <a:ext cx="201000" cy="212700"/>
            </a:xfrm>
            <a:prstGeom prst="straightConnector1">
              <a:avLst/>
            </a:prstGeom>
            <a:noFill/>
            <a:ln cap="flat" cmpd="sng" w="19050">
              <a:solidFill>
                <a:schemeClr val="dk2"/>
              </a:solidFill>
              <a:prstDash val="solid"/>
              <a:round/>
              <a:headEnd len="med" w="med" type="none"/>
              <a:tailEnd len="med" w="med" type="none"/>
            </a:ln>
          </p:spPr>
        </p:cxnSp>
        <p:cxnSp>
          <p:nvCxnSpPr>
            <p:cNvPr id="514" name="Google Shape;514;p21"/>
            <p:cNvCxnSpPr>
              <a:stCxn id="506" idx="5"/>
              <a:endCxn id="501" idx="1"/>
            </p:cNvCxnSpPr>
            <p:nvPr/>
          </p:nvCxnSpPr>
          <p:spPr>
            <a:xfrm>
              <a:off x="8536490" y="4585763"/>
              <a:ext cx="197700" cy="259500"/>
            </a:xfrm>
            <a:prstGeom prst="straightConnector1">
              <a:avLst/>
            </a:prstGeom>
            <a:noFill/>
            <a:ln cap="flat" cmpd="sng" w="19050">
              <a:solidFill>
                <a:schemeClr val="dk2"/>
              </a:solidFill>
              <a:prstDash val="solid"/>
              <a:round/>
              <a:headEnd len="med" w="med" type="none"/>
              <a:tailEnd len="med" w="med" type="none"/>
            </a:ln>
          </p:spPr>
        </p:cxnSp>
        <p:cxnSp>
          <p:nvCxnSpPr>
            <p:cNvPr id="515" name="Google Shape;515;p21"/>
            <p:cNvCxnSpPr>
              <a:stCxn id="506" idx="6"/>
              <a:endCxn id="502" idx="3"/>
            </p:cNvCxnSpPr>
            <p:nvPr/>
          </p:nvCxnSpPr>
          <p:spPr>
            <a:xfrm flipH="1" rot="10800000">
              <a:off x="8554635" y="4412445"/>
              <a:ext cx="330300" cy="129300"/>
            </a:xfrm>
            <a:prstGeom prst="straightConnector1">
              <a:avLst/>
            </a:prstGeom>
            <a:noFill/>
            <a:ln cap="flat" cmpd="sng" w="19050">
              <a:solidFill>
                <a:schemeClr val="dk2"/>
              </a:solidFill>
              <a:prstDash val="solid"/>
              <a:round/>
              <a:headEnd len="med" w="med" type="none"/>
              <a:tailEnd len="med" w="med" type="none"/>
            </a:ln>
          </p:spPr>
        </p:cxnSp>
        <p:cxnSp>
          <p:nvCxnSpPr>
            <p:cNvPr id="516" name="Google Shape;516;p21"/>
            <p:cNvCxnSpPr>
              <a:stCxn id="506" idx="0"/>
              <a:endCxn id="500" idx="3"/>
            </p:cNvCxnSpPr>
            <p:nvPr/>
          </p:nvCxnSpPr>
          <p:spPr>
            <a:xfrm flipH="1" rot="10800000">
              <a:off x="8492685" y="3974595"/>
              <a:ext cx="112200" cy="504900"/>
            </a:xfrm>
            <a:prstGeom prst="straightConnector1">
              <a:avLst/>
            </a:prstGeom>
            <a:noFill/>
            <a:ln cap="flat" cmpd="sng" w="19050">
              <a:solidFill>
                <a:schemeClr val="dk2"/>
              </a:solidFill>
              <a:prstDash val="solid"/>
              <a:round/>
              <a:headEnd len="med" w="med" type="none"/>
              <a:tailEnd len="med" w="med" type="none"/>
            </a:ln>
          </p:spPr>
        </p:cxnSp>
        <p:cxnSp>
          <p:nvCxnSpPr>
            <p:cNvPr id="517" name="Google Shape;517;p21"/>
            <p:cNvCxnSpPr>
              <a:stCxn id="500" idx="7"/>
              <a:endCxn id="508" idx="3"/>
            </p:cNvCxnSpPr>
            <p:nvPr/>
          </p:nvCxnSpPr>
          <p:spPr>
            <a:xfrm flipH="1" rot="10800000">
              <a:off x="8692565" y="3757828"/>
              <a:ext cx="225600" cy="128700"/>
            </a:xfrm>
            <a:prstGeom prst="straightConnector1">
              <a:avLst/>
            </a:prstGeom>
            <a:noFill/>
            <a:ln cap="flat" cmpd="sng" w="19050">
              <a:solidFill>
                <a:schemeClr val="dk2"/>
              </a:solidFill>
              <a:prstDash val="solid"/>
              <a:round/>
              <a:headEnd len="med" w="med" type="none"/>
              <a:tailEnd len="med" w="med" type="none"/>
            </a:ln>
          </p:spPr>
        </p:cxnSp>
        <p:cxnSp>
          <p:nvCxnSpPr>
            <p:cNvPr id="518" name="Google Shape;518;p21"/>
            <p:cNvCxnSpPr>
              <a:stCxn id="508" idx="0"/>
              <a:endCxn id="505" idx="4"/>
            </p:cNvCxnSpPr>
            <p:nvPr/>
          </p:nvCxnSpPr>
          <p:spPr>
            <a:xfrm rot="10800000">
              <a:off x="8876138" y="3271859"/>
              <a:ext cx="77400" cy="400500"/>
            </a:xfrm>
            <a:prstGeom prst="straightConnector1">
              <a:avLst/>
            </a:prstGeom>
            <a:noFill/>
            <a:ln cap="flat" cmpd="sng" w="19050">
              <a:solidFill>
                <a:schemeClr val="dk2"/>
              </a:solidFill>
              <a:prstDash val="solid"/>
              <a:round/>
              <a:headEnd len="med" w="med" type="none"/>
              <a:tailEnd len="med" w="med" type="none"/>
            </a:ln>
          </p:spPr>
        </p:cxn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519" name="Shape 519"/>
        <p:cNvGrpSpPr/>
        <p:nvPr/>
      </p:nvGrpSpPr>
      <p:grpSpPr>
        <a:xfrm>
          <a:off x="0" y="0"/>
          <a:ext cx="0" cy="0"/>
          <a:chOff x="0" y="0"/>
          <a:chExt cx="0" cy="0"/>
        </a:xfrm>
      </p:grpSpPr>
      <p:sp>
        <p:nvSpPr>
          <p:cNvPr id="520" name="Google Shape;520;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521" name="Google Shape;521;p22"/>
          <p:cNvSpPr txBox="1"/>
          <p:nvPr>
            <p:ph idx="1" type="subTitle"/>
          </p:nvPr>
        </p:nvSpPr>
        <p:spPr>
          <a:xfrm>
            <a:off x="1492000" y="3709950"/>
            <a:ext cx="4759800" cy="607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2" name="Google Shape;522;p22"/>
          <p:cNvSpPr txBox="1"/>
          <p:nvPr>
            <p:ph idx="2" type="subTitle"/>
          </p:nvPr>
        </p:nvSpPr>
        <p:spPr>
          <a:xfrm>
            <a:off x="1492000" y="2274200"/>
            <a:ext cx="4759800" cy="607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3" name="Google Shape;523;p22"/>
          <p:cNvSpPr txBox="1"/>
          <p:nvPr>
            <p:ph idx="3" type="subTitle"/>
          </p:nvPr>
        </p:nvSpPr>
        <p:spPr>
          <a:xfrm>
            <a:off x="1492000" y="1890725"/>
            <a:ext cx="4759800" cy="459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200">
                <a:solidFill>
                  <a:schemeClr val="dk1"/>
                </a:solidFill>
                <a:latin typeface="Exo ExtraBold"/>
                <a:ea typeface="Exo ExtraBold"/>
                <a:cs typeface="Exo ExtraBold"/>
                <a:sym typeface="Exo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24" name="Google Shape;524;p22"/>
          <p:cNvSpPr txBox="1"/>
          <p:nvPr>
            <p:ph idx="4" type="subTitle"/>
          </p:nvPr>
        </p:nvSpPr>
        <p:spPr>
          <a:xfrm>
            <a:off x="1492000" y="3326475"/>
            <a:ext cx="4759800" cy="459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200">
                <a:solidFill>
                  <a:schemeClr val="dk1"/>
                </a:solidFill>
                <a:latin typeface="Exo ExtraBold"/>
                <a:ea typeface="Exo ExtraBold"/>
                <a:cs typeface="Exo ExtraBold"/>
                <a:sym typeface="Exo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25" name="Google Shape;525;p22"/>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526" name="Shape 526"/>
        <p:cNvGrpSpPr/>
        <p:nvPr/>
      </p:nvGrpSpPr>
      <p:grpSpPr>
        <a:xfrm>
          <a:off x="0" y="0"/>
          <a:ext cx="0" cy="0"/>
          <a:chOff x="0" y="0"/>
          <a:chExt cx="0" cy="0"/>
        </a:xfrm>
      </p:grpSpPr>
      <p:sp>
        <p:nvSpPr>
          <p:cNvPr id="527" name="Google Shape;527;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528" name="Google Shape;528;p23"/>
          <p:cNvSpPr txBox="1"/>
          <p:nvPr>
            <p:ph idx="1" type="subTitle"/>
          </p:nvPr>
        </p:nvSpPr>
        <p:spPr>
          <a:xfrm>
            <a:off x="4773301" y="2859525"/>
            <a:ext cx="3650700" cy="1704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9" name="Google Shape;529;p23"/>
          <p:cNvSpPr txBox="1"/>
          <p:nvPr>
            <p:ph idx="2" type="subTitle"/>
          </p:nvPr>
        </p:nvSpPr>
        <p:spPr>
          <a:xfrm>
            <a:off x="720000" y="2859525"/>
            <a:ext cx="3650700" cy="1704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30" name="Google Shape;530;p23"/>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TITLE_AND_TWO_COLUMNS_1_1_1">
    <p:spTree>
      <p:nvGrpSpPr>
        <p:cNvPr id="531" name="Shape 531"/>
        <p:cNvGrpSpPr/>
        <p:nvPr/>
      </p:nvGrpSpPr>
      <p:grpSpPr>
        <a:xfrm>
          <a:off x="0" y="0"/>
          <a:ext cx="0" cy="0"/>
          <a:chOff x="0" y="0"/>
          <a:chExt cx="0" cy="0"/>
        </a:xfrm>
      </p:grpSpPr>
      <p:sp>
        <p:nvSpPr>
          <p:cNvPr id="532" name="Google Shape;532;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533" name="Google Shape;533;p24"/>
          <p:cNvSpPr txBox="1"/>
          <p:nvPr>
            <p:ph idx="1" type="body"/>
          </p:nvPr>
        </p:nvSpPr>
        <p:spPr>
          <a:xfrm>
            <a:off x="720000" y="1215750"/>
            <a:ext cx="37404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534" name="Google Shape;534;p24"/>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4"/>
          <p:cNvSpPr txBox="1"/>
          <p:nvPr>
            <p:ph idx="2" type="body"/>
          </p:nvPr>
        </p:nvSpPr>
        <p:spPr>
          <a:xfrm>
            <a:off x="4690375" y="1215750"/>
            <a:ext cx="37404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grpSp>
        <p:nvGrpSpPr>
          <p:cNvPr id="536" name="Google Shape;536;p24"/>
          <p:cNvGrpSpPr/>
          <p:nvPr/>
        </p:nvGrpSpPr>
        <p:grpSpPr>
          <a:xfrm>
            <a:off x="7707113" y="140679"/>
            <a:ext cx="1359200" cy="640792"/>
            <a:chOff x="7707113" y="140679"/>
            <a:chExt cx="1359200" cy="640792"/>
          </a:xfrm>
        </p:grpSpPr>
        <p:sp>
          <p:nvSpPr>
            <p:cNvPr id="537" name="Google Shape;537;p24"/>
            <p:cNvSpPr/>
            <p:nvPr/>
          </p:nvSpPr>
          <p:spPr>
            <a:xfrm>
              <a:off x="8854535" y="158520"/>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4"/>
            <p:cNvSpPr/>
            <p:nvPr/>
          </p:nvSpPr>
          <p:spPr>
            <a:xfrm>
              <a:off x="8417037" y="140679"/>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4"/>
            <p:cNvSpPr/>
            <p:nvPr/>
          </p:nvSpPr>
          <p:spPr>
            <a:xfrm>
              <a:off x="8041163" y="30087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4"/>
            <p:cNvSpPr/>
            <p:nvPr/>
          </p:nvSpPr>
          <p:spPr>
            <a:xfrm>
              <a:off x="8966413" y="68127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4"/>
            <p:cNvSpPr/>
            <p:nvPr/>
          </p:nvSpPr>
          <p:spPr>
            <a:xfrm>
              <a:off x="7707113" y="14679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2" name="Google Shape;542;p24"/>
            <p:cNvCxnSpPr>
              <a:stCxn id="539" idx="7"/>
              <a:endCxn id="538" idx="2"/>
            </p:cNvCxnSpPr>
            <p:nvPr/>
          </p:nvCxnSpPr>
          <p:spPr>
            <a:xfrm flipH="1" rot="10800000">
              <a:off x="8126433" y="220745"/>
              <a:ext cx="290700" cy="94800"/>
            </a:xfrm>
            <a:prstGeom prst="straightConnector1">
              <a:avLst/>
            </a:prstGeom>
            <a:noFill/>
            <a:ln cap="flat" cmpd="sng" w="19050">
              <a:solidFill>
                <a:schemeClr val="dk2"/>
              </a:solidFill>
              <a:prstDash val="solid"/>
              <a:round/>
              <a:headEnd len="med" w="med" type="none"/>
              <a:tailEnd len="med" w="med" type="none"/>
            </a:ln>
          </p:spPr>
        </p:cxnSp>
        <p:cxnSp>
          <p:nvCxnSpPr>
            <p:cNvPr id="543" name="Google Shape;543;p24"/>
            <p:cNvCxnSpPr>
              <a:stCxn id="538" idx="6"/>
              <a:endCxn id="537" idx="2"/>
            </p:cNvCxnSpPr>
            <p:nvPr/>
          </p:nvCxnSpPr>
          <p:spPr>
            <a:xfrm>
              <a:off x="8576637" y="220779"/>
              <a:ext cx="277800" cy="0"/>
            </a:xfrm>
            <a:prstGeom prst="straightConnector1">
              <a:avLst/>
            </a:prstGeom>
            <a:noFill/>
            <a:ln cap="flat" cmpd="sng" w="19050">
              <a:solidFill>
                <a:schemeClr val="dk2"/>
              </a:solidFill>
              <a:prstDash val="solid"/>
              <a:round/>
              <a:headEnd len="med" w="med" type="none"/>
              <a:tailEnd len="med" w="med" type="none"/>
            </a:ln>
          </p:spPr>
        </p:cxnSp>
        <p:cxnSp>
          <p:nvCxnSpPr>
            <p:cNvPr id="544" name="Google Shape;544;p24"/>
            <p:cNvCxnSpPr>
              <a:stCxn id="538" idx="5"/>
              <a:endCxn id="540" idx="1"/>
            </p:cNvCxnSpPr>
            <p:nvPr/>
          </p:nvCxnSpPr>
          <p:spPr>
            <a:xfrm>
              <a:off x="8553264" y="277418"/>
              <a:ext cx="427800" cy="418500"/>
            </a:xfrm>
            <a:prstGeom prst="straightConnector1">
              <a:avLst/>
            </a:prstGeom>
            <a:noFill/>
            <a:ln cap="flat" cmpd="sng" w="19050">
              <a:solidFill>
                <a:schemeClr val="dk2"/>
              </a:solidFill>
              <a:prstDash val="solid"/>
              <a:round/>
              <a:headEnd len="med" w="med" type="none"/>
              <a:tailEnd len="med" w="med" type="none"/>
            </a:ln>
          </p:spPr>
        </p:cxnSp>
        <p:cxnSp>
          <p:nvCxnSpPr>
            <p:cNvPr id="545" name="Google Shape;545;p24"/>
            <p:cNvCxnSpPr>
              <a:stCxn id="539" idx="1"/>
              <a:endCxn id="541" idx="6"/>
            </p:cNvCxnSpPr>
            <p:nvPr/>
          </p:nvCxnSpPr>
          <p:spPr>
            <a:xfrm rot="10800000">
              <a:off x="7807093" y="197045"/>
              <a:ext cx="248700" cy="118500"/>
            </a:xfrm>
            <a:prstGeom prst="straightConnector1">
              <a:avLst/>
            </a:prstGeom>
            <a:noFill/>
            <a:ln cap="flat" cmpd="sng" w="19050">
              <a:solidFill>
                <a:schemeClr val="dk2"/>
              </a:solidFill>
              <a:prstDash val="solid"/>
              <a:round/>
              <a:headEnd len="med" w="med" type="none"/>
              <a:tailEnd len="med" w="med" type="none"/>
            </a:ln>
          </p:spPr>
        </p:cxnSp>
      </p:grpSp>
      <p:grpSp>
        <p:nvGrpSpPr>
          <p:cNvPr id="546" name="Google Shape;546;p24"/>
          <p:cNvGrpSpPr/>
          <p:nvPr/>
        </p:nvGrpSpPr>
        <p:grpSpPr>
          <a:xfrm>
            <a:off x="7073935" y="4314220"/>
            <a:ext cx="1945175" cy="718309"/>
            <a:chOff x="7073935" y="4314220"/>
            <a:chExt cx="1945175" cy="718309"/>
          </a:xfrm>
        </p:grpSpPr>
        <p:sp>
          <p:nvSpPr>
            <p:cNvPr id="547" name="Google Shape;547;p24"/>
            <p:cNvSpPr/>
            <p:nvPr/>
          </p:nvSpPr>
          <p:spPr>
            <a:xfrm>
              <a:off x="8895210" y="4314220"/>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4"/>
            <p:cNvSpPr/>
            <p:nvPr/>
          </p:nvSpPr>
          <p:spPr>
            <a:xfrm>
              <a:off x="8505687" y="4872329"/>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4"/>
            <p:cNvSpPr/>
            <p:nvPr/>
          </p:nvSpPr>
          <p:spPr>
            <a:xfrm>
              <a:off x="8795163" y="477032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4"/>
            <p:cNvSpPr/>
            <p:nvPr/>
          </p:nvSpPr>
          <p:spPr>
            <a:xfrm>
              <a:off x="7073935" y="4890183"/>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4"/>
            <p:cNvSpPr/>
            <p:nvPr/>
          </p:nvSpPr>
          <p:spPr>
            <a:xfrm>
              <a:off x="8074437" y="4740317"/>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4"/>
            <p:cNvSpPr/>
            <p:nvPr/>
          </p:nvSpPr>
          <p:spPr>
            <a:xfrm>
              <a:off x="7529088" y="4905634"/>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3" name="Google Shape;553;p24"/>
            <p:cNvCxnSpPr>
              <a:stCxn id="550" idx="6"/>
              <a:endCxn id="552" idx="2"/>
            </p:cNvCxnSpPr>
            <p:nvPr/>
          </p:nvCxnSpPr>
          <p:spPr>
            <a:xfrm>
              <a:off x="7197835" y="4952433"/>
              <a:ext cx="331200" cy="3300"/>
            </a:xfrm>
            <a:prstGeom prst="straightConnector1">
              <a:avLst/>
            </a:prstGeom>
            <a:noFill/>
            <a:ln cap="flat" cmpd="sng" w="19050">
              <a:solidFill>
                <a:schemeClr val="dk2"/>
              </a:solidFill>
              <a:prstDash val="solid"/>
              <a:round/>
              <a:headEnd len="med" w="med" type="none"/>
              <a:tailEnd len="med" w="med" type="none"/>
            </a:ln>
          </p:spPr>
        </p:cxnSp>
        <p:cxnSp>
          <p:nvCxnSpPr>
            <p:cNvPr id="554" name="Google Shape;554;p24"/>
            <p:cNvCxnSpPr>
              <a:stCxn id="552" idx="6"/>
              <a:endCxn id="551" idx="2"/>
            </p:cNvCxnSpPr>
            <p:nvPr/>
          </p:nvCxnSpPr>
          <p:spPr>
            <a:xfrm flipH="1" rot="10800000">
              <a:off x="7628988" y="4820434"/>
              <a:ext cx="445500" cy="135300"/>
            </a:xfrm>
            <a:prstGeom prst="straightConnector1">
              <a:avLst/>
            </a:prstGeom>
            <a:noFill/>
            <a:ln cap="flat" cmpd="sng" w="19050">
              <a:solidFill>
                <a:schemeClr val="dk2"/>
              </a:solidFill>
              <a:prstDash val="solid"/>
              <a:round/>
              <a:headEnd len="med" w="med" type="none"/>
              <a:tailEnd len="med" w="med" type="none"/>
            </a:ln>
          </p:spPr>
        </p:cxnSp>
        <p:cxnSp>
          <p:nvCxnSpPr>
            <p:cNvPr id="555" name="Google Shape;555;p24"/>
            <p:cNvCxnSpPr>
              <a:stCxn id="551" idx="6"/>
              <a:endCxn id="548" idx="2"/>
            </p:cNvCxnSpPr>
            <p:nvPr/>
          </p:nvCxnSpPr>
          <p:spPr>
            <a:xfrm>
              <a:off x="8234037" y="4820417"/>
              <a:ext cx="271800" cy="132000"/>
            </a:xfrm>
            <a:prstGeom prst="straightConnector1">
              <a:avLst/>
            </a:prstGeom>
            <a:noFill/>
            <a:ln cap="flat" cmpd="sng" w="19050">
              <a:solidFill>
                <a:schemeClr val="dk2"/>
              </a:solidFill>
              <a:prstDash val="solid"/>
              <a:round/>
              <a:headEnd len="med" w="med" type="none"/>
              <a:tailEnd len="med" w="med" type="none"/>
            </a:ln>
          </p:spPr>
        </p:cxnSp>
        <p:cxnSp>
          <p:nvCxnSpPr>
            <p:cNvPr id="556" name="Google Shape;556;p24"/>
            <p:cNvCxnSpPr>
              <a:stCxn id="551" idx="7"/>
              <a:endCxn id="547" idx="2"/>
            </p:cNvCxnSpPr>
            <p:nvPr/>
          </p:nvCxnSpPr>
          <p:spPr>
            <a:xfrm flipH="1" rot="10800000">
              <a:off x="8210664" y="4376477"/>
              <a:ext cx="684600" cy="387300"/>
            </a:xfrm>
            <a:prstGeom prst="straightConnector1">
              <a:avLst/>
            </a:prstGeom>
            <a:noFill/>
            <a:ln cap="flat" cmpd="sng" w="19050">
              <a:solidFill>
                <a:schemeClr val="dk2"/>
              </a:solidFill>
              <a:prstDash val="solid"/>
              <a:round/>
              <a:headEnd len="med" w="med" type="none"/>
              <a:tailEnd len="med" w="med" type="none"/>
            </a:ln>
          </p:spPr>
        </p:cxnSp>
        <p:cxnSp>
          <p:nvCxnSpPr>
            <p:cNvPr id="557" name="Google Shape;557;p24"/>
            <p:cNvCxnSpPr>
              <a:stCxn id="548" idx="6"/>
              <a:endCxn id="549" idx="3"/>
            </p:cNvCxnSpPr>
            <p:nvPr/>
          </p:nvCxnSpPr>
          <p:spPr>
            <a:xfrm flipH="1" rot="10800000">
              <a:off x="8665287" y="4855829"/>
              <a:ext cx="144600" cy="96600"/>
            </a:xfrm>
            <a:prstGeom prst="straightConnector1">
              <a:avLst/>
            </a:prstGeom>
            <a:noFill/>
            <a:ln cap="flat" cmpd="sng" w="19050">
              <a:solidFill>
                <a:schemeClr val="dk2"/>
              </a:solidFill>
              <a:prstDash val="solid"/>
              <a:round/>
              <a:headEnd len="med" w="med" type="none"/>
              <a:tailEnd len="med" w="med" type="none"/>
            </a:ln>
          </p:spPr>
        </p:cxn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558" name="Shape 558"/>
        <p:cNvGrpSpPr/>
        <p:nvPr/>
      </p:nvGrpSpPr>
      <p:grpSpPr>
        <a:xfrm>
          <a:off x="0" y="0"/>
          <a:ext cx="0" cy="0"/>
          <a:chOff x="0" y="0"/>
          <a:chExt cx="0" cy="0"/>
        </a:xfrm>
      </p:grpSpPr>
      <p:sp>
        <p:nvSpPr>
          <p:cNvPr id="559" name="Google Shape;559;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560" name="Google Shape;560;p25"/>
          <p:cNvSpPr txBox="1"/>
          <p:nvPr>
            <p:ph idx="1" type="subTitle"/>
          </p:nvPr>
        </p:nvSpPr>
        <p:spPr>
          <a:xfrm>
            <a:off x="726775" y="2656150"/>
            <a:ext cx="2175300" cy="905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61" name="Google Shape;561;p25"/>
          <p:cNvSpPr txBox="1"/>
          <p:nvPr>
            <p:ph idx="2" type="subTitle"/>
          </p:nvPr>
        </p:nvSpPr>
        <p:spPr>
          <a:xfrm>
            <a:off x="3342112" y="2656150"/>
            <a:ext cx="2175300" cy="905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62" name="Google Shape;562;p25"/>
          <p:cNvSpPr txBox="1"/>
          <p:nvPr>
            <p:ph idx="3" type="subTitle"/>
          </p:nvPr>
        </p:nvSpPr>
        <p:spPr>
          <a:xfrm>
            <a:off x="5957450" y="2656150"/>
            <a:ext cx="2175300" cy="905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63" name="Google Shape;563;p25"/>
          <p:cNvSpPr txBox="1"/>
          <p:nvPr>
            <p:ph idx="4" type="subTitle"/>
          </p:nvPr>
        </p:nvSpPr>
        <p:spPr>
          <a:xfrm>
            <a:off x="726775" y="2268672"/>
            <a:ext cx="2175300" cy="463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200">
                <a:solidFill>
                  <a:schemeClr val="dk1"/>
                </a:solidFill>
                <a:latin typeface="Exo ExtraBold"/>
                <a:ea typeface="Exo ExtraBold"/>
                <a:cs typeface="Exo ExtraBold"/>
                <a:sym typeface="Exo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64" name="Google Shape;564;p25"/>
          <p:cNvSpPr txBox="1"/>
          <p:nvPr>
            <p:ph idx="5" type="subTitle"/>
          </p:nvPr>
        </p:nvSpPr>
        <p:spPr>
          <a:xfrm>
            <a:off x="3342113" y="2268672"/>
            <a:ext cx="2175300" cy="463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200">
                <a:solidFill>
                  <a:schemeClr val="dk1"/>
                </a:solidFill>
                <a:latin typeface="Exo ExtraBold"/>
                <a:ea typeface="Exo ExtraBold"/>
                <a:cs typeface="Exo ExtraBold"/>
                <a:sym typeface="Exo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65" name="Google Shape;565;p25"/>
          <p:cNvSpPr txBox="1"/>
          <p:nvPr>
            <p:ph idx="6" type="subTitle"/>
          </p:nvPr>
        </p:nvSpPr>
        <p:spPr>
          <a:xfrm>
            <a:off x="5957450" y="2268672"/>
            <a:ext cx="2175300" cy="463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200">
                <a:solidFill>
                  <a:schemeClr val="dk1"/>
                </a:solidFill>
                <a:latin typeface="Exo ExtraBold"/>
                <a:ea typeface="Exo ExtraBold"/>
                <a:cs typeface="Exo ExtraBold"/>
                <a:sym typeface="Exo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66" name="Google Shape;566;p25"/>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7" name="Google Shape;567;p25"/>
          <p:cNvGrpSpPr/>
          <p:nvPr/>
        </p:nvGrpSpPr>
        <p:grpSpPr>
          <a:xfrm>
            <a:off x="371287" y="2858996"/>
            <a:ext cx="8613426" cy="2191400"/>
            <a:chOff x="371287" y="2858996"/>
            <a:chExt cx="8613426" cy="2191400"/>
          </a:xfrm>
        </p:grpSpPr>
        <p:grpSp>
          <p:nvGrpSpPr>
            <p:cNvPr id="568" name="Google Shape;568;p25"/>
            <p:cNvGrpSpPr/>
            <p:nvPr/>
          </p:nvGrpSpPr>
          <p:grpSpPr>
            <a:xfrm>
              <a:off x="371287" y="4254796"/>
              <a:ext cx="2257323" cy="761574"/>
              <a:chOff x="371287" y="4254796"/>
              <a:chExt cx="2257323" cy="761574"/>
            </a:xfrm>
          </p:grpSpPr>
          <p:sp>
            <p:nvSpPr>
              <p:cNvPr id="569" name="Google Shape;569;p25"/>
              <p:cNvSpPr/>
              <p:nvPr/>
            </p:nvSpPr>
            <p:spPr>
              <a:xfrm>
                <a:off x="1163085" y="4891870"/>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5"/>
              <p:cNvSpPr/>
              <p:nvPr/>
            </p:nvSpPr>
            <p:spPr>
              <a:xfrm>
                <a:off x="371287" y="4740204"/>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5"/>
              <p:cNvSpPr/>
              <p:nvPr/>
            </p:nvSpPr>
            <p:spPr>
              <a:xfrm>
                <a:off x="401113" y="425479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5"/>
              <p:cNvSpPr/>
              <p:nvPr/>
            </p:nvSpPr>
            <p:spPr>
              <a:xfrm>
                <a:off x="765085" y="4519145"/>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5"/>
              <p:cNvSpPr/>
              <p:nvPr/>
            </p:nvSpPr>
            <p:spPr>
              <a:xfrm>
                <a:off x="2103213" y="473824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5"/>
              <p:cNvSpPr/>
              <p:nvPr/>
            </p:nvSpPr>
            <p:spPr>
              <a:xfrm>
                <a:off x="2504710" y="4790020"/>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5" name="Google Shape;575;p25"/>
              <p:cNvCxnSpPr>
                <a:stCxn id="571" idx="4"/>
                <a:endCxn id="570" idx="0"/>
              </p:cNvCxnSpPr>
              <p:nvPr/>
            </p:nvCxnSpPr>
            <p:spPr>
              <a:xfrm>
                <a:off x="451063" y="4354996"/>
                <a:ext cx="0" cy="385200"/>
              </a:xfrm>
              <a:prstGeom prst="straightConnector1">
                <a:avLst/>
              </a:prstGeom>
              <a:noFill/>
              <a:ln cap="flat" cmpd="sng" w="19050">
                <a:solidFill>
                  <a:schemeClr val="dk2"/>
                </a:solidFill>
                <a:prstDash val="solid"/>
                <a:round/>
                <a:headEnd len="med" w="med" type="none"/>
                <a:tailEnd len="med" w="med" type="none"/>
              </a:ln>
            </p:spPr>
          </p:cxnSp>
          <p:cxnSp>
            <p:nvCxnSpPr>
              <p:cNvPr id="576" name="Google Shape;576;p25"/>
              <p:cNvCxnSpPr>
                <a:stCxn id="570" idx="6"/>
                <a:endCxn id="572" idx="3"/>
              </p:cNvCxnSpPr>
              <p:nvPr/>
            </p:nvCxnSpPr>
            <p:spPr>
              <a:xfrm flipH="1" rot="10800000">
                <a:off x="530887" y="4625304"/>
                <a:ext cx="252300" cy="195000"/>
              </a:xfrm>
              <a:prstGeom prst="straightConnector1">
                <a:avLst/>
              </a:prstGeom>
              <a:noFill/>
              <a:ln cap="flat" cmpd="sng" w="19050">
                <a:solidFill>
                  <a:schemeClr val="dk2"/>
                </a:solidFill>
                <a:prstDash val="solid"/>
                <a:round/>
                <a:headEnd len="med" w="med" type="none"/>
                <a:tailEnd len="med" w="med" type="none"/>
              </a:ln>
            </p:spPr>
          </p:cxnSp>
          <p:cxnSp>
            <p:nvCxnSpPr>
              <p:cNvPr id="577" name="Google Shape;577;p25"/>
              <p:cNvCxnSpPr>
                <a:stCxn id="570" idx="5"/>
                <a:endCxn id="569" idx="2"/>
              </p:cNvCxnSpPr>
              <p:nvPr/>
            </p:nvCxnSpPr>
            <p:spPr>
              <a:xfrm>
                <a:off x="507514" y="4876943"/>
                <a:ext cx="655500" cy="77100"/>
              </a:xfrm>
              <a:prstGeom prst="straightConnector1">
                <a:avLst/>
              </a:prstGeom>
              <a:noFill/>
              <a:ln cap="flat" cmpd="sng" w="19050">
                <a:solidFill>
                  <a:schemeClr val="dk2"/>
                </a:solidFill>
                <a:prstDash val="solid"/>
                <a:round/>
                <a:headEnd len="med" w="med" type="none"/>
                <a:tailEnd len="med" w="med" type="none"/>
              </a:ln>
            </p:spPr>
          </p:cxnSp>
          <p:cxnSp>
            <p:nvCxnSpPr>
              <p:cNvPr id="578" name="Google Shape;578;p25"/>
              <p:cNvCxnSpPr>
                <a:stCxn id="569" idx="6"/>
                <a:endCxn id="573" idx="2"/>
              </p:cNvCxnSpPr>
              <p:nvPr/>
            </p:nvCxnSpPr>
            <p:spPr>
              <a:xfrm flipH="1" rot="10800000">
                <a:off x="1286985" y="4788220"/>
                <a:ext cx="816300" cy="165900"/>
              </a:xfrm>
              <a:prstGeom prst="straightConnector1">
                <a:avLst/>
              </a:prstGeom>
              <a:noFill/>
              <a:ln cap="flat" cmpd="sng" w="19050">
                <a:solidFill>
                  <a:schemeClr val="dk2"/>
                </a:solidFill>
                <a:prstDash val="solid"/>
                <a:round/>
                <a:headEnd len="med" w="med" type="none"/>
                <a:tailEnd len="med" w="med" type="none"/>
              </a:ln>
            </p:spPr>
          </p:cxnSp>
          <p:cxnSp>
            <p:nvCxnSpPr>
              <p:cNvPr id="579" name="Google Shape;579;p25"/>
              <p:cNvCxnSpPr>
                <a:stCxn id="573" idx="6"/>
                <a:endCxn id="574" idx="2"/>
              </p:cNvCxnSpPr>
              <p:nvPr/>
            </p:nvCxnSpPr>
            <p:spPr>
              <a:xfrm>
                <a:off x="2203113" y="4788346"/>
                <a:ext cx="301500" cy="63900"/>
              </a:xfrm>
              <a:prstGeom prst="straightConnector1">
                <a:avLst/>
              </a:prstGeom>
              <a:noFill/>
              <a:ln cap="flat" cmpd="sng" w="19050">
                <a:solidFill>
                  <a:schemeClr val="dk2"/>
                </a:solidFill>
                <a:prstDash val="solid"/>
                <a:round/>
                <a:headEnd len="med" w="med" type="none"/>
                <a:tailEnd len="med" w="med" type="none"/>
              </a:ln>
            </p:spPr>
          </p:cxnSp>
        </p:grpSp>
        <p:grpSp>
          <p:nvGrpSpPr>
            <p:cNvPr id="580" name="Google Shape;580;p25"/>
            <p:cNvGrpSpPr/>
            <p:nvPr/>
          </p:nvGrpSpPr>
          <p:grpSpPr>
            <a:xfrm>
              <a:off x="7655737" y="2858996"/>
              <a:ext cx="1328976" cy="2191400"/>
              <a:chOff x="7662387" y="2812821"/>
              <a:chExt cx="1328976" cy="2191400"/>
            </a:xfrm>
          </p:grpSpPr>
          <p:sp>
            <p:nvSpPr>
              <p:cNvPr id="581" name="Google Shape;581;p25"/>
              <p:cNvSpPr/>
              <p:nvPr/>
            </p:nvSpPr>
            <p:spPr>
              <a:xfrm>
                <a:off x="8805687" y="4740204"/>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5"/>
              <p:cNvSpPr/>
              <p:nvPr/>
            </p:nvSpPr>
            <p:spPr>
              <a:xfrm>
                <a:off x="8823535" y="4142645"/>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5"/>
              <p:cNvSpPr/>
              <p:nvPr/>
            </p:nvSpPr>
            <p:spPr>
              <a:xfrm>
                <a:off x="7662387" y="4555492"/>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5"/>
              <p:cNvSpPr/>
              <p:nvPr/>
            </p:nvSpPr>
            <p:spPr>
              <a:xfrm>
                <a:off x="8324088" y="490402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5"/>
              <p:cNvSpPr/>
              <p:nvPr/>
            </p:nvSpPr>
            <p:spPr>
              <a:xfrm>
                <a:off x="8480737" y="3177304"/>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5"/>
              <p:cNvSpPr/>
              <p:nvPr/>
            </p:nvSpPr>
            <p:spPr>
              <a:xfrm>
                <a:off x="8891463" y="356939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7" name="Google Shape;587;p25"/>
              <p:cNvCxnSpPr>
                <a:stCxn id="585" idx="5"/>
                <a:endCxn id="586" idx="1"/>
              </p:cNvCxnSpPr>
              <p:nvPr/>
            </p:nvCxnSpPr>
            <p:spPr>
              <a:xfrm>
                <a:off x="8616964" y="3314043"/>
                <a:ext cx="289200" cy="270000"/>
              </a:xfrm>
              <a:prstGeom prst="straightConnector1">
                <a:avLst/>
              </a:prstGeom>
              <a:noFill/>
              <a:ln cap="flat" cmpd="sng" w="19050">
                <a:solidFill>
                  <a:schemeClr val="dk2"/>
                </a:solidFill>
                <a:prstDash val="solid"/>
                <a:round/>
                <a:headEnd len="med" w="med" type="none"/>
                <a:tailEnd len="med" w="med" type="none"/>
              </a:ln>
            </p:spPr>
          </p:cxnSp>
          <p:cxnSp>
            <p:nvCxnSpPr>
              <p:cNvPr id="588" name="Google Shape;588;p25"/>
              <p:cNvCxnSpPr>
                <a:stCxn id="586" idx="4"/>
                <a:endCxn id="582" idx="0"/>
              </p:cNvCxnSpPr>
              <p:nvPr/>
            </p:nvCxnSpPr>
            <p:spPr>
              <a:xfrm flipH="1">
                <a:off x="8885613" y="3669596"/>
                <a:ext cx="55800" cy="473100"/>
              </a:xfrm>
              <a:prstGeom prst="straightConnector1">
                <a:avLst/>
              </a:prstGeom>
              <a:noFill/>
              <a:ln cap="flat" cmpd="sng" w="19050">
                <a:solidFill>
                  <a:schemeClr val="dk2"/>
                </a:solidFill>
                <a:prstDash val="solid"/>
                <a:round/>
                <a:headEnd len="med" w="med" type="none"/>
                <a:tailEnd len="med" w="med" type="none"/>
              </a:ln>
            </p:spPr>
          </p:cxnSp>
          <p:cxnSp>
            <p:nvCxnSpPr>
              <p:cNvPr id="589" name="Google Shape;589;p25"/>
              <p:cNvCxnSpPr>
                <a:stCxn id="584" idx="6"/>
                <a:endCxn id="581" idx="2"/>
              </p:cNvCxnSpPr>
              <p:nvPr/>
            </p:nvCxnSpPr>
            <p:spPr>
              <a:xfrm flipH="1" rot="10800000">
                <a:off x="8423988" y="4820321"/>
                <a:ext cx="381600" cy="133800"/>
              </a:xfrm>
              <a:prstGeom prst="straightConnector1">
                <a:avLst/>
              </a:prstGeom>
              <a:noFill/>
              <a:ln cap="flat" cmpd="sng" w="19050">
                <a:solidFill>
                  <a:schemeClr val="dk2"/>
                </a:solidFill>
                <a:prstDash val="solid"/>
                <a:round/>
                <a:headEnd len="med" w="med" type="none"/>
                <a:tailEnd len="med" w="med" type="none"/>
              </a:ln>
            </p:spPr>
          </p:cxnSp>
          <p:cxnSp>
            <p:nvCxnSpPr>
              <p:cNvPr id="590" name="Google Shape;590;p25"/>
              <p:cNvCxnSpPr>
                <a:stCxn id="582" idx="3"/>
                <a:endCxn id="584" idx="7"/>
              </p:cNvCxnSpPr>
              <p:nvPr/>
            </p:nvCxnSpPr>
            <p:spPr>
              <a:xfrm flipH="1">
                <a:off x="8409379" y="4248913"/>
                <a:ext cx="432300" cy="669900"/>
              </a:xfrm>
              <a:prstGeom prst="straightConnector1">
                <a:avLst/>
              </a:prstGeom>
              <a:noFill/>
              <a:ln cap="flat" cmpd="sng" w="19050">
                <a:solidFill>
                  <a:schemeClr val="dk2"/>
                </a:solidFill>
                <a:prstDash val="solid"/>
                <a:round/>
                <a:headEnd len="med" w="med" type="none"/>
                <a:tailEnd len="med" w="med" type="none"/>
              </a:ln>
            </p:spPr>
          </p:cxnSp>
          <p:cxnSp>
            <p:nvCxnSpPr>
              <p:cNvPr id="591" name="Google Shape;591;p25"/>
              <p:cNvCxnSpPr>
                <a:stCxn id="584" idx="2"/>
                <a:endCxn id="583" idx="6"/>
              </p:cNvCxnSpPr>
              <p:nvPr/>
            </p:nvCxnSpPr>
            <p:spPr>
              <a:xfrm rot="10800000">
                <a:off x="7821888" y="4635521"/>
                <a:ext cx="502200" cy="318600"/>
              </a:xfrm>
              <a:prstGeom prst="straightConnector1">
                <a:avLst/>
              </a:prstGeom>
              <a:noFill/>
              <a:ln cap="flat" cmpd="sng" w="19050">
                <a:solidFill>
                  <a:schemeClr val="dk2"/>
                </a:solidFill>
                <a:prstDash val="solid"/>
                <a:round/>
                <a:headEnd len="med" w="med" type="none"/>
                <a:tailEnd len="med" w="med" type="none"/>
              </a:ln>
            </p:spPr>
          </p:cxnSp>
          <p:sp>
            <p:nvSpPr>
              <p:cNvPr id="592" name="Google Shape;592;p25"/>
              <p:cNvSpPr/>
              <p:nvPr/>
            </p:nvSpPr>
            <p:spPr>
              <a:xfrm>
                <a:off x="8835513" y="281282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93" name="Google Shape;593;p25"/>
              <p:cNvCxnSpPr>
                <a:stCxn id="586" idx="0"/>
                <a:endCxn id="592" idx="4"/>
              </p:cNvCxnSpPr>
              <p:nvPr/>
            </p:nvCxnSpPr>
            <p:spPr>
              <a:xfrm rot="10800000">
                <a:off x="8885613" y="2912996"/>
                <a:ext cx="55800" cy="656400"/>
              </a:xfrm>
              <a:prstGeom prst="straightConnector1">
                <a:avLst/>
              </a:prstGeom>
              <a:noFill/>
              <a:ln cap="flat" cmpd="sng" w="19050">
                <a:solidFill>
                  <a:schemeClr val="dk2"/>
                </a:solidFill>
                <a:prstDash val="solid"/>
                <a:round/>
                <a:headEnd len="med" w="med" type="none"/>
                <a:tailEnd len="med" w="med" type="none"/>
              </a:ln>
            </p:spPr>
          </p:cxnSp>
        </p:grpSp>
        <p:sp>
          <p:nvSpPr>
            <p:cNvPr id="594" name="Google Shape;594;p25"/>
            <p:cNvSpPr/>
            <p:nvPr/>
          </p:nvSpPr>
          <p:spPr>
            <a:xfrm>
              <a:off x="5209787" y="4790029"/>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5"/>
            <p:cNvSpPr/>
            <p:nvPr/>
          </p:nvSpPr>
          <p:spPr>
            <a:xfrm>
              <a:off x="6057985" y="4692695"/>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5"/>
            <p:cNvSpPr/>
            <p:nvPr/>
          </p:nvSpPr>
          <p:spPr>
            <a:xfrm>
              <a:off x="5530472" y="4225308"/>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5"/>
            <p:cNvSpPr/>
            <p:nvPr/>
          </p:nvSpPr>
          <p:spPr>
            <a:xfrm>
              <a:off x="7020960" y="4426270"/>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5"/>
            <p:cNvSpPr/>
            <p:nvPr/>
          </p:nvSpPr>
          <p:spPr>
            <a:xfrm>
              <a:off x="3685012" y="4523904"/>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5"/>
            <p:cNvSpPr/>
            <p:nvPr/>
          </p:nvSpPr>
          <p:spPr>
            <a:xfrm>
              <a:off x="4057285" y="4243520"/>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5"/>
            <p:cNvSpPr/>
            <p:nvPr/>
          </p:nvSpPr>
          <p:spPr>
            <a:xfrm>
              <a:off x="2455722" y="4313933"/>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5"/>
            <p:cNvSpPr/>
            <p:nvPr/>
          </p:nvSpPr>
          <p:spPr>
            <a:xfrm>
              <a:off x="2902063" y="443842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2" name="Google Shape;602;p25"/>
            <p:cNvCxnSpPr>
              <a:stCxn id="574" idx="0"/>
              <a:endCxn id="600" idx="4"/>
            </p:cNvCxnSpPr>
            <p:nvPr/>
          </p:nvCxnSpPr>
          <p:spPr>
            <a:xfrm rot="10800000">
              <a:off x="2517760" y="4438420"/>
              <a:ext cx="48900" cy="351600"/>
            </a:xfrm>
            <a:prstGeom prst="straightConnector1">
              <a:avLst/>
            </a:prstGeom>
            <a:noFill/>
            <a:ln cap="flat" cmpd="sng" w="19050">
              <a:solidFill>
                <a:schemeClr val="dk2"/>
              </a:solidFill>
              <a:prstDash val="solid"/>
              <a:round/>
              <a:headEnd len="med" w="med" type="none"/>
              <a:tailEnd len="med" w="med" type="none"/>
            </a:ln>
          </p:spPr>
        </p:cxnSp>
        <p:cxnSp>
          <p:nvCxnSpPr>
            <p:cNvPr id="603" name="Google Shape;603;p25"/>
            <p:cNvCxnSpPr>
              <a:stCxn id="574" idx="7"/>
              <a:endCxn id="601" idx="3"/>
            </p:cNvCxnSpPr>
            <p:nvPr/>
          </p:nvCxnSpPr>
          <p:spPr>
            <a:xfrm flipH="1" rot="10800000">
              <a:off x="2610465" y="4523853"/>
              <a:ext cx="306300" cy="284400"/>
            </a:xfrm>
            <a:prstGeom prst="straightConnector1">
              <a:avLst/>
            </a:prstGeom>
            <a:noFill/>
            <a:ln cap="flat" cmpd="sng" w="19050">
              <a:solidFill>
                <a:schemeClr val="dk2"/>
              </a:solidFill>
              <a:prstDash val="solid"/>
              <a:round/>
              <a:headEnd len="med" w="med" type="none"/>
              <a:tailEnd len="med" w="med" type="none"/>
            </a:ln>
          </p:spPr>
        </p:cxnSp>
        <p:cxnSp>
          <p:nvCxnSpPr>
            <p:cNvPr id="604" name="Google Shape;604;p25"/>
            <p:cNvCxnSpPr>
              <a:stCxn id="601" idx="6"/>
              <a:endCxn id="598" idx="2"/>
            </p:cNvCxnSpPr>
            <p:nvPr/>
          </p:nvCxnSpPr>
          <p:spPr>
            <a:xfrm>
              <a:off x="3001963" y="4488521"/>
              <a:ext cx="683100" cy="115500"/>
            </a:xfrm>
            <a:prstGeom prst="straightConnector1">
              <a:avLst/>
            </a:prstGeom>
            <a:noFill/>
            <a:ln cap="flat" cmpd="sng" w="19050">
              <a:solidFill>
                <a:schemeClr val="dk2"/>
              </a:solidFill>
              <a:prstDash val="solid"/>
              <a:round/>
              <a:headEnd len="med" w="med" type="none"/>
              <a:tailEnd len="med" w="med" type="none"/>
            </a:ln>
          </p:spPr>
        </p:cxnSp>
        <p:cxnSp>
          <p:nvCxnSpPr>
            <p:cNvPr id="605" name="Google Shape;605;p25"/>
            <p:cNvCxnSpPr>
              <a:stCxn id="598" idx="6"/>
              <a:endCxn id="594" idx="2"/>
            </p:cNvCxnSpPr>
            <p:nvPr/>
          </p:nvCxnSpPr>
          <p:spPr>
            <a:xfrm>
              <a:off x="3844612" y="4604004"/>
              <a:ext cx="1365300" cy="266100"/>
            </a:xfrm>
            <a:prstGeom prst="straightConnector1">
              <a:avLst/>
            </a:prstGeom>
            <a:noFill/>
            <a:ln cap="flat" cmpd="sng" w="19050">
              <a:solidFill>
                <a:schemeClr val="dk2"/>
              </a:solidFill>
              <a:prstDash val="solid"/>
              <a:round/>
              <a:headEnd len="med" w="med" type="none"/>
              <a:tailEnd len="med" w="med" type="none"/>
            </a:ln>
          </p:spPr>
        </p:cxnSp>
        <p:cxnSp>
          <p:nvCxnSpPr>
            <p:cNvPr id="606" name="Google Shape;606;p25"/>
            <p:cNvCxnSpPr>
              <a:stCxn id="599" idx="3"/>
              <a:endCxn id="598" idx="7"/>
            </p:cNvCxnSpPr>
            <p:nvPr/>
          </p:nvCxnSpPr>
          <p:spPr>
            <a:xfrm flipH="1">
              <a:off x="3821329" y="4349788"/>
              <a:ext cx="254100" cy="197700"/>
            </a:xfrm>
            <a:prstGeom prst="straightConnector1">
              <a:avLst/>
            </a:prstGeom>
            <a:noFill/>
            <a:ln cap="flat" cmpd="sng" w="19050">
              <a:solidFill>
                <a:schemeClr val="dk2"/>
              </a:solidFill>
              <a:prstDash val="solid"/>
              <a:round/>
              <a:headEnd len="med" w="med" type="none"/>
              <a:tailEnd len="med" w="med" type="none"/>
            </a:ln>
          </p:spPr>
        </p:cxnSp>
        <p:cxnSp>
          <p:nvCxnSpPr>
            <p:cNvPr id="607" name="Google Shape;607;p25"/>
            <p:cNvCxnSpPr>
              <a:stCxn id="594" idx="7"/>
              <a:endCxn id="596" idx="3"/>
            </p:cNvCxnSpPr>
            <p:nvPr/>
          </p:nvCxnSpPr>
          <p:spPr>
            <a:xfrm flipH="1" rot="10800000">
              <a:off x="5346014" y="4331690"/>
              <a:ext cx="202500" cy="481800"/>
            </a:xfrm>
            <a:prstGeom prst="straightConnector1">
              <a:avLst/>
            </a:prstGeom>
            <a:noFill/>
            <a:ln cap="flat" cmpd="sng" w="19050">
              <a:solidFill>
                <a:schemeClr val="dk2"/>
              </a:solidFill>
              <a:prstDash val="solid"/>
              <a:round/>
              <a:headEnd len="med" w="med" type="none"/>
              <a:tailEnd len="med" w="med" type="none"/>
            </a:ln>
          </p:spPr>
        </p:cxnSp>
        <p:cxnSp>
          <p:nvCxnSpPr>
            <p:cNvPr id="608" name="Google Shape;608;p25"/>
            <p:cNvCxnSpPr>
              <a:stCxn id="594" idx="6"/>
              <a:endCxn id="595" idx="2"/>
            </p:cNvCxnSpPr>
            <p:nvPr/>
          </p:nvCxnSpPr>
          <p:spPr>
            <a:xfrm flipH="1" rot="10800000">
              <a:off x="5369387" y="4754929"/>
              <a:ext cx="688500" cy="115200"/>
            </a:xfrm>
            <a:prstGeom prst="straightConnector1">
              <a:avLst/>
            </a:prstGeom>
            <a:noFill/>
            <a:ln cap="flat" cmpd="sng" w="19050">
              <a:solidFill>
                <a:schemeClr val="dk2"/>
              </a:solidFill>
              <a:prstDash val="solid"/>
              <a:round/>
              <a:headEnd len="med" w="med" type="none"/>
              <a:tailEnd len="med" w="med" type="none"/>
            </a:ln>
          </p:spPr>
        </p:cxnSp>
        <p:cxnSp>
          <p:nvCxnSpPr>
            <p:cNvPr id="609" name="Google Shape;609;p25"/>
            <p:cNvCxnSpPr>
              <a:stCxn id="596" idx="6"/>
              <a:endCxn id="597" idx="2"/>
            </p:cNvCxnSpPr>
            <p:nvPr/>
          </p:nvCxnSpPr>
          <p:spPr>
            <a:xfrm>
              <a:off x="5654372" y="4287558"/>
              <a:ext cx="1366500" cy="201000"/>
            </a:xfrm>
            <a:prstGeom prst="straightConnector1">
              <a:avLst/>
            </a:prstGeom>
            <a:noFill/>
            <a:ln cap="flat" cmpd="sng" w="19050">
              <a:solidFill>
                <a:schemeClr val="dk2"/>
              </a:solidFill>
              <a:prstDash val="solid"/>
              <a:round/>
              <a:headEnd len="med" w="med" type="none"/>
              <a:tailEnd len="med" w="med" type="none"/>
            </a:ln>
          </p:spPr>
        </p:cxnSp>
        <p:cxnSp>
          <p:nvCxnSpPr>
            <p:cNvPr id="610" name="Google Shape;610;p25"/>
            <p:cNvCxnSpPr>
              <a:stCxn id="597" idx="6"/>
              <a:endCxn id="583" idx="1"/>
            </p:cNvCxnSpPr>
            <p:nvPr/>
          </p:nvCxnSpPr>
          <p:spPr>
            <a:xfrm>
              <a:off x="7144860" y="4488520"/>
              <a:ext cx="534300" cy="136500"/>
            </a:xfrm>
            <a:prstGeom prst="straightConnector1">
              <a:avLst/>
            </a:prstGeom>
            <a:noFill/>
            <a:ln cap="flat" cmpd="sng" w="19050">
              <a:solidFill>
                <a:schemeClr val="dk2"/>
              </a:solidFill>
              <a:prstDash val="solid"/>
              <a:round/>
              <a:headEnd len="med" w="med" type="none"/>
              <a:tailEnd len="med" w="med" type="none"/>
            </a:ln>
          </p:spPr>
        </p:cxnSp>
        <p:sp>
          <p:nvSpPr>
            <p:cNvPr id="611" name="Google Shape;611;p25"/>
            <p:cNvSpPr/>
            <p:nvPr/>
          </p:nvSpPr>
          <p:spPr>
            <a:xfrm>
              <a:off x="7073010" y="4750270"/>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2" name="Google Shape;612;p25"/>
            <p:cNvCxnSpPr>
              <a:stCxn id="597" idx="4"/>
              <a:endCxn id="611" idx="0"/>
            </p:cNvCxnSpPr>
            <p:nvPr/>
          </p:nvCxnSpPr>
          <p:spPr>
            <a:xfrm>
              <a:off x="7082910" y="4550770"/>
              <a:ext cx="52200" cy="199500"/>
            </a:xfrm>
            <a:prstGeom prst="straightConnector1">
              <a:avLst/>
            </a:prstGeom>
            <a:noFill/>
            <a:ln cap="flat" cmpd="sng" w="19050">
              <a:solidFill>
                <a:schemeClr val="dk2"/>
              </a:solidFill>
              <a:prstDash val="solid"/>
              <a:round/>
              <a:headEnd len="med" w="med" type="none"/>
              <a:tailEnd len="med" w="med" type="none"/>
            </a:ln>
          </p:spPr>
        </p:cxnSp>
      </p:grpSp>
      <p:grpSp>
        <p:nvGrpSpPr>
          <p:cNvPr id="613" name="Google Shape;613;p25"/>
          <p:cNvGrpSpPr/>
          <p:nvPr/>
        </p:nvGrpSpPr>
        <p:grpSpPr>
          <a:xfrm>
            <a:off x="1351519" y="4177695"/>
            <a:ext cx="925817" cy="720959"/>
            <a:chOff x="7432381" y="878104"/>
            <a:chExt cx="1041062" cy="810795"/>
          </a:xfrm>
        </p:grpSpPr>
        <p:sp>
          <p:nvSpPr>
            <p:cNvPr id="614" name="Google Shape;614;p25"/>
            <p:cNvSpPr/>
            <p:nvPr/>
          </p:nvSpPr>
          <p:spPr>
            <a:xfrm>
              <a:off x="7432381" y="878104"/>
              <a:ext cx="1041062" cy="810795"/>
            </a:xfrm>
            <a:custGeom>
              <a:rect b="b" l="l" r="r" t="t"/>
              <a:pathLst>
                <a:path extrusionOk="0" h="40218" w="51640">
                  <a:moveTo>
                    <a:pt x="27239" y="0"/>
                  </a:moveTo>
                  <a:cubicBezTo>
                    <a:pt x="14735" y="0"/>
                    <a:pt x="5611" y="8132"/>
                    <a:pt x="3116" y="15696"/>
                  </a:cubicBezTo>
                  <a:cubicBezTo>
                    <a:pt x="322" y="24157"/>
                    <a:pt x="1" y="34937"/>
                    <a:pt x="5907" y="35969"/>
                  </a:cubicBezTo>
                  <a:cubicBezTo>
                    <a:pt x="6282" y="36037"/>
                    <a:pt x="6661" y="36071"/>
                    <a:pt x="7040" y="36071"/>
                  </a:cubicBezTo>
                  <a:cubicBezTo>
                    <a:pt x="7116" y="36071"/>
                    <a:pt x="7192" y="36069"/>
                    <a:pt x="7267" y="36067"/>
                  </a:cubicBezTo>
                  <a:cubicBezTo>
                    <a:pt x="9701" y="35953"/>
                    <a:pt x="11313" y="34271"/>
                    <a:pt x="12483" y="32252"/>
                  </a:cubicBezTo>
                  <a:cubicBezTo>
                    <a:pt x="13685" y="30181"/>
                    <a:pt x="14421" y="27764"/>
                    <a:pt x="15087" y="26314"/>
                  </a:cubicBezTo>
                  <a:cubicBezTo>
                    <a:pt x="15148" y="26180"/>
                    <a:pt x="15213" y="26054"/>
                    <a:pt x="15286" y="25928"/>
                  </a:cubicBezTo>
                  <a:cubicBezTo>
                    <a:pt x="15294" y="25912"/>
                    <a:pt x="15302" y="25900"/>
                    <a:pt x="15310" y="25883"/>
                  </a:cubicBezTo>
                  <a:cubicBezTo>
                    <a:pt x="15367" y="25774"/>
                    <a:pt x="15436" y="25668"/>
                    <a:pt x="15509" y="25571"/>
                  </a:cubicBezTo>
                  <a:cubicBezTo>
                    <a:pt x="15655" y="25343"/>
                    <a:pt x="15822" y="25132"/>
                    <a:pt x="16009" y="24937"/>
                  </a:cubicBezTo>
                  <a:lnTo>
                    <a:pt x="16025" y="24921"/>
                  </a:lnTo>
                  <a:cubicBezTo>
                    <a:pt x="16066" y="24876"/>
                    <a:pt x="16106" y="24831"/>
                    <a:pt x="16151" y="24791"/>
                  </a:cubicBezTo>
                  <a:cubicBezTo>
                    <a:pt x="16220" y="24726"/>
                    <a:pt x="16277" y="24665"/>
                    <a:pt x="16350" y="24604"/>
                  </a:cubicBezTo>
                  <a:cubicBezTo>
                    <a:pt x="16362" y="24596"/>
                    <a:pt x="16378" y="24584"/>
                    <a:pt x="16395" y="24567"/>
                  </a:cubicBezTo>
                  <a:cubicBezTo>
                    <a:pt x="16610" y="24389"/>
                    <a:pt x="16837" y="24226"/>
                    <a:pt x="17077" y="24088"/>
                  </a:cubicBezTo>
                  <a:cubicBezTo>
                    <a:pt x="17203" y="24011"/>
                    <a:pt x="17329" y="23942"/>
                    <a:pt x="17463" y="23885"/>
                  </a:cubicBezTo>
                  <a:cubicBezTo>
                    <a:pt x="17573" y="23832"/>
                    <a:pt x="17678" y="23783"/>
                    <a:pt x="17804" y="23731"/>
                  </a:cubicBezTo>
                  <a:cubicBezTo>
                    <a:pt x="17930" y="23682"/>
                    <a:pt x="18064" y="23633"/>
                    <a:pt x="18202" y="23588"/>
                  </a:cubicBezTo>
                  <a:cubicBezTo>
                    <a:pt x="18292" y="23556"/>
                    <a:pt x="18385" y="23527"/>
                    <a:pt x="18478" y="23499"/>
                  </a:cubicBezTo>
                  <a:lnTo>
                    <a:pt x="18608" y="23466"/>
                  </a:lnTo>
                  <a:cubicBezTo>
                    <a:pt x="18698" y="23438"/>
                    <a:pt x="18791" y="23418"/>
                    <a:pt x="18885" y="23397"/>
                  </a:cubicBezTo>
                  <a:lnTo>
                    <a:pt x="18901" y="23397"/>
                  </a:lnTo>
                  <a:cubicBezTo>
                    <a:pt x="19023" y="23369"/>
                    <a:pt x="19140" y="23345"/>
                    <a:pt x="19258" y="23324"/>
                  </a:cubicBezTo>
                  <a:cubicBezTo>
                    <a:pt x="19923" y="23202"/>
                    <a:pt x="20654" y="23146"/>
                    <a:pt x="21449" y="23146"/>
                  </a:cubicBezTo>
                  <a:cubicBezTo>
                    <a:pt x="21660" y="23146"/>
                    <a:pt x="21874" y="23150"/>
                    <a:pt x="22093" y="23158"/>
                  </a:cubicBezTo>
                  <a:cubicBezTo>
                    <a:pt x="22130" y="23158"/>
                    <a:pt x="22167" y="23158"/>
                    <a:pt x="22203" y="23166"/>
                  </a:cubicBezTo>
                  <a:cubicBezTo>
                    <a:pt x="22886" y="23190"/>
                    <a:pt x="23609" y="23255"/>
                    <a:pt x="24380" y="23357"/>
                  </a:cubicBezTo>
                  <a:cubicBezTo>
                    <a:pt x="24734" y="23401"/>
                    <a:pt x="25095" y="23454"/>
                    <a:pt x="25469" y="23515"/>
                  </a:cubicBezTo>
                  <a:cubicBezTo>
                    <a:pt x="25802" y="23572"/>
                    <a:pt x="26119" y="23625"/>
                    <a:pt x="26428" y="23686"/>
                  </a:cubicBezTo>
                  <a:cubicBezTo>
                    <a:pt x="26452" y="23698"/>
                    <a:pt x="26480" y="23702"/>
                    <a:pt x="26505" y="23702"/>
                  </a:cubicBezTo>
                  <a:cubicBezTo>
                    <a:pt x="26805" y="23763"/>
                    <a:pt x="27090" y="23832"/>
                    <a:pt x="27366" y="23901"/>
                  </a:cubicBezTo>
                  <a:cubicBezTo>
                    <a:pt x="27805" y="24011"/>
                    <a:pt x="28219" y="24125"/>
                    <a:pt x="28613" y="24259"/>
                  </a:cubicBezTo>
                  <a:cubicBezTo>
                    <a:pt x="28739" y="24295"/>
                    <a:pt x="28861" y="24340"/>
                    <a:pt x="28978" y="24384"/>
                  </a:cubicBezTo>
                  <a:cubicBezTo>
                    <a:pt x="29405" y="24531"/>
                    <a:pt x="29819" y="24705"/>
                    <a:pt x="30225" y="24904"/>
                  </a:cubicBezTo>
                  <a:cubicBezTo>
                    <a:pt x="30323" y="24945"/>
                    <a:pt x="30420" y="24998"/>
                    <a:pt x="30514" y="25043"/>
                  </a:cubicBezTo>
                  <a:cubicBezTo>
                    <a:pt x="30843" y="25213"/>
                    <a:pt x="31160" y="25404"/>
                    <a:pt x="31464" y="25619"/>
                  </a:cubicBezTo>
                  <a:cubicBezTo>
                    <a:pt x="31537" y="25668"/>
                    <a:pt x="31611" y="25717"/>
                    <a:pt x="31676" y="25770"/>
                  </a:cubicBezTo>
                  <a:cubicBezTo>
                    <a:pt x="31765" y="25835"/>
                    <a:pt x="31842" y="25900"/>
                    <a:pt x="31923" y="25965"/>
                  </a:cubicBezTo>
                  <a:cubicBezTo>
                    <a:pt x="31996" y="26025"/>
                    <a:pt x="32065" y="26086"/>
                    <a:pt x="32130" y="26147"/>
                  </a:cubicBezTo>
                  <a:cubicBezTo>
                    <a:pt x="32281" y="26281"/>
                    <a:pt x="32423" y="26419"/>
                    <a:pt x="32553" y="26574"/>
                  </a:cubicBezTo>
                  <a:cubicBezTo>
                    <a:pt x="32598" y="26619"/>
                    <a:pt x="32638" y="26663"/>
                    <a:pt x="32679" y="26716"/>
                  </a:cubicBezTo>
                  <a:cubicBezTo>
                    <a:pt x="32711" y="26749"/>
                    <a:pt x="32740" y="26785"/>
                    <a:pt x="32764" y="26826"/>
                  </a:cubicBezTo>
                  <a:cubicBezTo>
                    <a:pt x="32817" y="26883"/>
                    <a:pt x="32862" y="26948"/>
                    <a:pt x="32902" y="27013"/>
                  </a:cubicBezTo>
                  <a:cubicBezTo>
                    <a:pt x="33032" y="27195"/>
                    <a:pt x="33150" y="27386"/>
                    <a:pt x="33243" y="27585"/>
                  </a:cubicBezTo>
                  <a:cubicBezTo>
                    <a:pt x="33276" y="27650"/>
                    <a:pt x="33308" y="27711"/>
                    <a:pt x="33333" y="27780"/>
                  </a:cubicBezTo>
                  <a:cubicBezTo>
                    <a:pt x="33353" y="27825"/>
                    <a:pt x="33373" y="27874"/>
                    <a:pt x="33394" y="27926"/>
                  </a:cubicBezTo>
                  <a:cubicBezTo>
                    <a:pt x="33414" y="27983"/>
                    <a:pt x="33430" y="28032"/>
                    <a:pt x="33455" y="28089"/>
                  </a:cubicBezTo>
                  <a:cubicBezTo>
                    <a:pt x="33503" y="28243"/>
                    <a:pt x="33544" y="28406"/>
                    <a:pt x="33576" y="28568"/>
                  </a:cubicBezTo>
                  <a:cubicBezTo>
                    <a:pt x="33593" y="28637"/>
                    <a:pt x="33605" y="28710"/>
                    <a:pt x="33613" y="28784"/>
                  </a:cubicBezTo>
                  <a:cubicBezTo>
                    <a:pt x="33930" y="31103"/>
                    <a:pt x="33373" y="39162"/>
                    <a:pt x="37923" y="40124"/>
                  </a:cubicBezTo>
                  <a:cubicBezTo>
                    <a:pt x="38231" y="40185"/>
                    <a:pt x="38544" y="40218"/>
                    <a:pt x="38861" y="40218"/>
                  </a:cubicBezTo>
                  <a:lnTo>
                    <a:pt x="38865" y="40218"/>
                  </a:lnTo>
                  <a:cubicBezTo>
                    <a:pt x="40656" y="40218"/>
                    <a:pt x="42801" y="39267"/>
                    <a:pt x="44795" y="37517"/>
                  </a:cubicBezTo>
                  <a:cubicBezTo>
                    <a:pt x="44800" y="37509"/>
                    <a:pt x="44808" y="37509"/>
                    <a:pt x="44812" y="37504"/>
                  </a:cubicBezTo>
                  <a:cubicBezTo>
                    <a:pt x="47943" y="34755"/>
                    <a:pt x="50685" y="30051"/>
                    <a:pt x="51100" y="23995"/>
                  </a:cubicBezTo>
                  <a:cubicBezTo>
                    <a:pt x="51640" y="16009"/>
                    <a:pt x="48878" y="7970"/>
                    <a:pt x="41152" y="3494"/>
                  </a:cubicBezTo>
                  <a:cubicBezTo>
                    <a:pt x="39328" y="2442"/>
                    <a:pt x="37224" y="1581"/>
                    <a:pt x="34823" y="972"/>
                  </a:cubicBezTo>
                  <a:cubicBezTo>
                    <a:pt x="34815" y="972"/>
                    <a:pt x="34807" y="968"/>
                    <a:pt x="34799" y="963"/>
                  </a:cubicBezTo>
                  <a:cubicBezTo>
                    <a:pt x="34783" y="963"/>
                    <a:pt x="34763" y="959"/>
                    <a:pt x="34746" y="955"/>
                  </a:cubicBezTo>
                  <a:cubicBezTo>
                    <a:pt x="33824" y="724"/>
                    <a:pt x="32862" y="517"/>
                    <a:pt x="31858" y="366"/>
                  </a:cubicBezTo>
                  <a:cubicBezTo>
                    <a:pt x="31070" y="236"/>
                    <a:pt x="30294" y="151"/>
                    <a:pt x="29527" y="90"/>
                  </a:cubicBezTo>
                  <a:cubicBezTo>
                    <a:pt x="28752" y="30"/>
                    <a:pt x="27989" y="0"/>
                    <a:pt x="2723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5"/>
            <p:cNvSpPr/>
            <p:nvPr/>
          </p:nvSpPr>
          <p:spPr>
            <a:xfrm>
              <a:off x="8122074" y="1104025"/>
              <a:ext cx="257544" cy="252564"/>
            </a:xfrm>
            <a:custGeom>
              <a:rect b="b" l="l" r="r" t="t"/>
              <a:pathLst>
                <a:path extrusionOk="0" h="12528" w="12775">
                  <a:moveTo>
                    <a:pt x="7430" y="1"/>
                  </a:moveTo>
                  <a:cubicBezTo>
                    <a:pt x="5345" y="1"/>
                    <a:pt x="3125" y="1340"/>
                    <a:pt x="1808" y="3621"/>
                  </a:cubicBezTo>
                  <a:cubicBezTo>
                    <a:pt x="0" y="6757"/>
                    <a:pt x="581" y="10481"/>
                    <a:pt x="3108" y="11940"/>
                  </a:cubicBezTo>
                  <a:cubicBezTo>
                    <a:pt x="3798" y="12339"/>
                    <a:pt x="4561" y="12527"/>
                    <a:pt x="5344" y="12527"/>
                  </a:cubicBezTo>
                  <a:cubicBezTo>
                    <a:pt x="7428" y="12527"/>
                    <a:pt x="9646" y="11186"/>
                    <a:pt x="10963" y="8905"/>
                  </a:cubicBezTo>
                  <a:cubicBezTo>
                    <a:pt x="12775" y="5770"/>
                    <a:pt x="12194" y="2049"/>
                    <a:pt x="9663" y="587"/>
                  </a:cubicBezTo>
                  <a:cubicBezTo>
                    <a:pt x="8974" y="189"/>
                    <a:pt x="8212" y="1"/>
                    <a:pt x="743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5"/>
            <p:cNvSpPr/>
            <p:nvPr/>
          </p:nvSpPr>
          <p:spPr>
            <a:xfrm>
              <a:off x="7588061" y="1015197"/>
              <a:ext cx="257564" cy="252585"/>
            </a:xfrm>
            <a:custGeom>
              <a:rect b="b" l="l" r="r" t="t"/>
              <a:pathLst>
                <a:path extrusionOk="0" h="12529" w="12776">
                  <a:moveTo>
                    <a:pt x="7435" y="0"/>
                  </a:moveTo>
                  <a:cubicBezTo>
                    <a:pt x="5349" y="0"/>
                    <a:pt x="3130" y="1342"/>
                    <a:pt x="1812" y="3624"/>
                  </a:cubicBezTo>
                  <a:cubicBezTo>
                    <a:pt x="0" y="6759"/>
                    <a:pt x="581" y="10484"/>
                    <a:pt x="3112" y="11942"/>
                  </a:cubicBezTo>
                  <a:cubicBezTo>
                    <a:pt x="3801" y="12340"/>
                    <a:pt x="4564" y="12528"/>
                    <a:pt x="5345" y="12528"/>
                  </a:cubicBezTo>
                  <a:cubicBezTo>
                    <a:pt x="7430" y="12528"/>
                    <a:pt x="9649" y="11189"/>
                    <a:pt x="10964" y="8908"/>
                  </a:cubicBezTo>
                  <a:cubicBezTo>
                    <a:pt x="12775" y="5772"/>
                    <a:pt x="12194" y="2048"/>
                    <a:pt x="9668" y="585"/>
                  </a:cubicBezTo>
                  <a:cubicBezTo>
                    <a:pt x="8978" y="188"/>
                    <a:pt x="8216" y="0"/>
                    <a:pt x="74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5"/>
            <p:cNvSpPr/>
            <p:nvPr/>
          </p:nvSpPr>
          <p:spPr>
            <a:xfrm>
              <a:off x="7815311" y="879918"/>
              <a:ext cx="446705" cy="517709"/>
            </a:xfrm>
            <a:custGeom>
              <a:rect b="b" l="l" r="r" t="t"/>
              <a:pathLst>
                <a:path extrusionOk="0" h="25680" w="22158">
                  <a:moveTo>
                    <a:pt x="10533" y="0"/>
                  </a:moveTo>
                  <a:cubicBezTo>
                    <a:pt x="10301" y="146"/>
                    <a:pt x="10029" y="333"/>
                    <a:pt x="9720" y="569"/>
                  </a:cubicBezTo>
                  <a:lnTo>
                    <a:pt x="9716" y="569"/>
                  </a:lnTo>
                  <a:cubicBezTo>
                    <a:pt x="8047" y="1852"/>
                    <a:pt x="5325" y="4602"/>
                    <a:pt x="2722" y="10098"/>
                  </a:cubicBezTo>
                  <a:cubicBezTo>
                    <a:pt x="1483" y="12718"/>
                    <a:pt x="776" y="14993"/>
                    <a:pt x="398" y="16890"/>
                  </a:cubicBezTo>
                  <a:cubicBezTo>
                    <a:pt x="276" y="17507"/>
                    <a:pt x="187" y="18092"/>
                    <a:pt x="126" y="18632"/>
                  </a:cubicBezTo>
                  <a:lnTo>
                    <a:pt x="126" y="18636"/>
                  </a:lnTo>
                  <a:cubicBezTo>
                    <a:pt x="53" y="19266"/>
                    <a:pt x="12" y="19895"/>
                    <a:pt x="8" y="20529"/>
                  </a:cubicBezTo>
                  <a:lnTo>
                    <a:pt x="8" y="20558"/>
                  </a:lnTo>
                  <a:cubicBezTo>
                    <a:pt x="0" y="21813"/>
                    <a:pt x="142" y="22710"/>
                    <a:pt x="264" y="23230"/>
                  </a:cubicBezTo>
                  <a:lnTo>
                    <a:pt x="264" y="23234"/>
                  </a:lnTo>
                  <a:cubicBezTo>
                    <a:pt x="929" y="23112"/>
                    <a:pt x="1660" y="23056"/>
                    <a:pt x="2455" y="23056"/>
                  </a:cubicBezTo>
                  <a:cubicBezTo>
                    <a:pt x="2666" y="23056"/>
                    <a:pt x="2880" y="23060"/>
                    <a:pt x="3099" y="23068"/>
                  </a:cubicBezTo>
                  <a:cubicBezTo>
                    <a:pt x="3136" y="23068"/>
                    <a:pt x="3173" y="23072"/>
                    <a:pt x="3209" y="23076"/>
                  </a:cubicBezTo>
                  <a:cubicBezTo>
                    <a:pt x="3892" y="23100"/>
                    <a:pt x="4615" y="23165"/>
                    <a:pt x="5386" y="23267"/>
                  </a:cubicBezTo>
                  <a:cubicBezTo>
                    <a:pt x="5736" y="23311"/>
                    <a:pt x="6101" y="23364"/>
                    <a:pt x="6475" y="23425"/>
                  </a:cubicBezTo>
                  <a:cubicBezTo>
                    <a:pt x="6808" y="23482"/>
                    <a:pt x="7125" y="23535"/>
                    <a:pt x="7434" y="23596"/>
                  </a:cubicBezTo>
                  <a:cubicBezTo>
                    <a:pt x="7458" y="23608"/>
                    <a:pt x="7486" y="23612"/>
                    <a:pt x="7511" y="23612"/>
                  </a:cubicBezTo>
                  <a:cubicBezTo>
                    <a:pt x="7811" y="23673"/>
                    <a:pt x="8096" y="23742"/>
                    <a:pt x="8372" y="23811"/>
                  </a:cubicBezTo>
                  <a:cubicBezTo>
                    <a:pt x="8811" y="23921"/>
                    <a:pt x="9225" y="24035"/>
                    <a:pt x="9615" y="24169"/>
                  </a:cubicBezTo>
                  <a:cubicBezTo>
                    <a:pt x="9745" y="24205"/>
                    <a:pt x="9863" y="24250"/>
                    <a:pt x="9984" y="24294"/>
                  </a:cubicBezTo>
                  <a:cubicBezTo>
                    <a:pt x="10411" y="24445"/>
                    <a:pt x="10825" y="24615"/>
                    <a:pt x="11231" y="24814"/>
                  </a:cubicBezTo>
                  <a:cubicBezTo>
                    <a:pt x="11329" y="24855"/>
                    <a:pt x="11422" y="24908"/>
                    <a:pt x="11516" y="24953"/>
                  </a:cubicBezTo>
                  <a:cubicBezTo>
                    <a:pt x="11849" y="25123"/>
                    <a:pt x="12166" y="25314"/>
                    <a:pt x="12470" y="25529"/>
                  </a:cubicBezTo>
                  <a:cubicBezTo>
                    <a:pt x="12543" y="25578"/>
                    <a:pt x="12612" y="25627"/>
                    <a:pt x="12682" y="25680"/>
                  </a:cubicBezTo>
                  <a:cubicBezTo>
                    <a:pt x="12682" y="24863"/>
                    <a:pt x="12706" y="23645"/>
                    <a:pt x="12840" y="22170"/>
                  </a:cubicBezTo>
                  <a:cubicBezTo>
                    <a:pt x="12844" y="22146"/>
                    <a:pt x="12848" y="22121"/>
                    <a:pt x="12848" y="22097"/>
                  </a:cubicBezTo>
                  <a:cubicBezTo>
                    <a:pt x="13116" y="19197"/>
                    <a:pt x="13790" y="15330"/>
                    <a:pt x="15415" y="11638"/>
                  </a:cubicBezTo>
                  <a:cubicBezTo>
                    <a:pt x="17873" y="6073"/>
                    <a:pt x="20899" y="4046"/>
                    <a:pt x="22158" y="3404"/>
                  </a:cubicBezTo>
                  <a:cubicBezTo>
                    <a:pt x="20334" y="2352"/>
                    <a:pt x="18230" y="1491"/>
                    <a:pt x="15829" y="882"/>
                  </a:cubicBezTo>
                  <a:cubicBezTo>
                    <a:pt x="15821" y="882"/>
                    <a:pt x="15813" y="882"/>
                    <a:pt x="15809" y="878"/>
                  </a:cubicBezTo>
                  <a:cubicBezTo>
                    <a:pt x="15789" y="878"/>
                    <a:pt x="15769" y="873"/>
                    <a:pt x="15752" y="865"/>
                  </a:cubicBezTo>
                  <a:cubicBezTo>
                    <a:pt x="14830" y="634"/>
                    <a:pt x="13868" y="431"/>
                    <a:pt x="12864" y="276"/>
                  </a:cubicBezTo>
                  <a:cubicBezTo>
                    <a:pt x="12076" y="150"/>
                    <a:pt x="11300" y="61"/>
                    <a:pt x="1053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5"/>
            <p:cNvSpPr/>
            <p:nvPr/>
          </p:nvSpPr>
          <p:spPr>
            <a:xfrm>
              <a:off x="7578807" y="1283476"/>
              <a:ext cx="637036" cy="405377"/>
            </a:xfrm>
            <a:custGeom>
              <a:rect b="b" l="l" r="r" t="t"/>
              <a:pathLst>
                <a:path extrusionOk="0" h="20108" w="31599">
                  <a:moveTo>
                    <a:pt x="16485" y="0"/>
                  </a:moveTo>
                  <a:cubicBezTo>
                    <a:pt x="14668" y="0"/>
                    <a:pt x="13148" y="174"/>
                    <a:pt x="11869" y="480"/>
                  </a:cubicBezTo>
                  <a:lnTo>
                    <a:pt x="11857" y="480"/>
                  </a:lnTo>
                  <a:cubicBezTo>
                    <a:pt x="11821" y="492"/>
                    <a:pt x="11780" y="504"/>
                    <a:pt x="11739" y="508"/>
                  </a:cubicBezTo>
                  <a:cubicBezTo>
                    <a:pt x="5317" y="2129"/>
                    <a:pt x="5159" y="7255"/>
                    <a:pt x="4233" y="11154"/>
                  </a:cubicBezTo>
                  <a:cubicBezTo>
                    <a:pt x="4083" y="11808"/>
                    <a:pt x="3863" y="12442"/>
                    <a:pt x="3579" y="13043"/>
                  </a:cubicBezTo>
                  <a:cubicBezTo>
                    <a:pt x="2214" y="15886"/>
                    <a:pt x="0" y="15955"/>
                    <a:pt x="0" y="15955"/>
                  </a:cubicBezTo>
                  <a:cubicBezTo>
                    <a:pt x="4" y="15955"/>
                    <a:pt x="4" y="15955"/>
                    <a:pt x="4" y="15960"/>
                  </a:cubicBezTo>
                  <a:cubicBezTo>
                    <a:pt x="2438" y="15846"/>
                    <a:pt x="4050" y="14164"/>
                    <a:pt x="5220" y="12145"/>
                  </a:cubicBezTo>
                  <a:cubicBezTo>
                    <a:pt x="6422" y="10074"/>
                    <a:pt x="7158" y="7657"/>
                    <a:pt x="7824" y="6207"/>
                  </a:cubicBezTo>
                  <a:cubicBezTo>
                    <a:pt x="7885" y="6073"/>
                    <a:pt x="7950" y="5947"/>
                    <a:pt x="8023" y="5821"/>
                  </a:cubicBezTo>
                  <a:cubicBezTo>
                    <a:pt x="8031" y="5805"/>
                    <a:pt x="8039" y="5793"/>
                    <a:pt x="8047" y="5776"/>
                  </a:cubicBezTo>
                  <a:cubicBezTo>
                    <a:pt x="8104" y="5667"/>
                    <a:pt x="8173" y="5561"/>
                    <a:pt x="8246" y="5464"/>
                  </a:cubicBezTo>
                  <a:cubicBezTo>
                    <a:pt x="8392" y="5236"/>
                    <a:pt x="8559" y="5025"/>
                    <a:pt x="8746" y="4830"/>
                  </a:cubicBezTo>
                  <a:lnTo>
                    <a:pt x="8762" y="4814"/>
                  </a:lnTo>
                  <a:cubicBezTo>
                    <a:pt x="8803" y="4769"/>
                    <a:pt x="8843" y="4724"/>
                    <a:pt x="8888" y="4684"/>
                  </a:cubicBezTo>
                  <a:cubicBezTo>
                    <a:pt x="8957" y="4619"/>
                    <a:pt x="9014" y="4558"/>
                    <a:pt x="9087" y="4497"/>
                  </a:cubicBezTo>
                  <a:cubicBezTo>
                    <a:pt x="9099" y="4485"/>
                    <a:pt x="9115" y="4477"/>
                    <a:pt x="9132" y="4460"/>
                  </a:cubicBezTo>
                  <a:cubicBezTo>
                    <a:pt x="9347" y="4282"/>
                    <a:pt x="9574" y="4119"/>
                    <a:pt x="9814" y="3981"/>
                  </a:cubicBezTo>
                  <a:cubicBezTo>
                    <a:pt x="9940" y="3904"/>
                    <a:pt x="10066" y="3835"/>
                    <a:pt x="10200" y="3778"/>
                  </a:cubicBezTo>
                  <a:cubicBezTo>
                    <a:pt x="10310" y="3725"/>
                    <a:pt x="10415" y="3672"/>
                    <a:pt x="10541" y="3624"/>
                  </a:cubicBezTo>
                  <a:cubicBezTo>
                    <a:pt x="10667" y="3575"/>
                    <a:pt x="10801" y="3526"/>
                    <a:pt x="10939" y="3481"/>
                  </a:cubicBezTo>
                  <a:cubicBezTo>
                    <a:pt x="11029" y="3449"/>
                    <a:pt x="11122" y="3420"/>
                    <a:pt x="11215" y="3392"/>
                  </a:cubicBezTo>
                  <a:lnTo>
                    <a:pt x="11345" y="3359"/>
                  </a:lnTo>
                  <a:cubicBezTo>
                    <a:pt x="11435" y="3331"/>
                    <a:pt x="11528" y="3311"/>
                    <a:pt x="11622" y="3286"/>
                  </a:cubicBezTo>
                  <a:lnTo>
                    <a:pt x="11638" y="3286"/>
                  </a:lnTo>
                  <a:cubicBezTo>
                    <a:pt x="11756" y="3262"/>
                    <a:pt x="11877" y="3234"/>
                    <a:pt x="11995" y="3209"/>
                  </a:cubicBezTo>
                  <a:cubicBezTo>
                    <a:pt x="12659" y="3094"/>
                    <a:pt x="13388" y="3039"/>
                    <a:pt x="14180" y="3039"/>
                  </a:cubicBezTo>
                  <a:cubicBezTo>
                    <a:pt x="14393" y="3039"/>
                    <a:pt x="14609" y="3043"/>
                    <a:pt x="14830" y="3051"/>
                  </a:cubicBezTo>
                  <a:cubicBezTo>
                    <a:pt x="14867" y="3051"/>
                    <a:pt x="14904" y="3051"/>
                    <a:pt x="14940" y="3055"/>
                  </a:cubicBezTo>
                  <a:cubicBezTo>
                    <a:pt x="15623" y="3083"/>
                    <a:pt x="16346" y="3148"/>
                    <a:pt x="17117" y="3250"/>
                  </a:cubicBezTo>
                  <a:cubicBezTo>
                    <a:pt x="17471" y="3294"/>
                    <a:pt x="17832" y="3347"/>
                    <a:pt x="18206" y="3408"/>
                  </a:cubicBezTo>
                  <a:cubicBezTo>
                    <a:pt x="18539" y="3465"/>
                    <a:pt x="18856" y="3518"/>
                    <a:pt x="19165" y="3579"/>
                  </a:cubicBezTo>
                  <a:cubicBezTo>
                    <a:pt x="19189" y="3591"/>
                    <a:pt x="19217" y="3595"/>
                    <a:pt x="19242" y="3595"/>
                  </a:cubicBezTo>
                  <a:cubicBezTo>
                    <a:pt x="19542" y="3656"/>
                    <a:pt x="19827" y="3725"/>
                    <a:pt x="20103" y="3794"/>
                  </a:cubicBezTo>
                  <a:cubicBezTo>
                    <a:pt x="20542" y="3904"/>
                    <a:pt x="20956" y="4018"/>
                    <a:pt x="21350" y="4152"/>
                  </a:cubicBezTo>
                  <a:cubicBezTo>
                    <a:pt x="21476" y="4188"/>
                    <a:pt x="21598" y="4233"/>
                    <a:pt x="21715" y="4277"/>
                  </a:cubicBezTo>
                  <a:cubicBezTo>
                    <a:pt x="22142" y="4424"/>
                    <a:pt x="22556" y="4598"/>
                    <a:pt x="22962" y="4793"/>
                  </a:cubicBezTo>
                  <a:cubicBezTo>
                    <a:pt x="23060" y="4838"/>
                    <a:pt x="23157" y="4891"/>
                    <a:pt x="23251" y="4931"/>
                  </a:cubicBezTo>
                  <a:cubicBezTo>
                    <a:pt x="23580" y="5106"/>
                    <a:pt x="23897" y="5297"/>
                    <a:pt x="24201" y="5512"/>
                  </a:cubicBezTo>
                  <a:cubicBezTo>
                    <a:pt x="24274" y="5561"/>
                    <a:pt x="24348" y="5610"/>
                    <a:pt x="24413" y="5663"/>
                  </a:cubicBezTo>
                  <a:cubicBezTo>
                    <a:pt x="24502" y="5728"/>
                    <a:pt x="24579" y="5793"/>
                    <a:pt x="24660" y="5858"/>
                  </a:cubicBezTo>
                  <a:cubicBezTo>
                    <a:pt x="24733" y="5918"/>
                    <a:pt x="24802" y="5979"/>
                    <a:pt x="24867" y="6040"/>
                  </a:cubicBezTo>
                  <a:cubicBezTo>
                    <a:pt x="25018" y="6174"/>
                    <a:pt x="25160" y="6312"/>
                    <a:pt x="25290" y="6467"/>
                  </a:cubicBezTo>
                  <a:cubicBezTo>
                    <a:pt x="25335" y="6512"/>
                    <a:pt x="25375" y="6556"/>
                    <a:pt x="25416" y="6609"/>
                  </a:cubicBezTo>
                  <a:cubicBezTo>
                    <a:pt x="25448" y="6642"/>
                    <a:pt x="25477" y="6678"/>
                    <a:pt x="25501" y="6719"/>
                  </a:cubicBezTo>
                  <a:cubicBezTo>
                    <a:pt x="25554" y="6776"/>
                    <a:pt x="25599" y="6841"/>
                    <a:pt x="25639" y="6906"/>
                  </a:cubicBezTo>
                  <a:cubicBezTo>
                    <a:pt x="25769" y="7088"/>
                    <a:pt x="25887" y="7279"/>
                    <a:pt x="25980" y="7478"/>
                  </a:cubicBezTo>
                  <a:cubicBezTo>
                    <a:pt x="26013" y="7543"/>
                    <a:pt x="26045" y="7604"/>
                    <a:pt x="26070" y="7673"/>
                  </a:cubicBezTo>
                  <a:cubicBezTo>
                    <a:pt x="26090" y="7718"/>
                    <a:pt x="26110" y="7767"/>
                    <a:pt x="26131" y="7819"/>
                  </a:cubicBezTo>
                  <a:cubicBezTo>
                    <a:pt x="26151" y="7876"/>
                    <a:pt x="26167" y="7925"/>
                    <a:pt x="26192" y="7982"/>
                  </a:cubicBezTo>
                  <a:cubicBezTo>
                    <a:pt x="26240" y="8136"/>
                    <a:pt x="26281" y="8299"/>
                    <a:pt x="26313" y="8461"/>
                  </a:cubicBezTo>
                  <a:cubicBezTo>
                    <a:pt x="26330" y="8530"/>
                    <a:pt x="26342" y="8603"/>
                    <a:pt x="26350" y="8677"/>
                  </a:cubicBezTo>
                  <a:cubicBezTo>
                    <a:pt x="26667" y="10996"/>
                    <a:pt x="26110" y="19055"/>
                    <a:pt x="30660" y="20017"/>
                  </a:cubicBezTo>
                  <a:cubicBezTo>
                    <a:pt x="30951" y="20075"/>
                    <a:pt x="31246" y="20107"/>
                    <a:pt x="31545" y="20107"/>
                  </a:cubicBezTo>
                  <a:cubicBezTo>
                    <a:pt x="31563" y="20107"/>
                    <a:pt x="31580" y="20107"/>
                    <a:pt x="31598" y="20107"/>
                  </a:cubicBezTo>
                  <a:cubicBezTo>
                    <a:pt x="31574" y="20107"/>
                    <a:pt x="31553" y="20103"/>
                    <a:pt x="31529" y="20103"/>
                  </a:cubicBezTo>
                  <a:cubicBezTo>
                    <a:pt x="28263" y="19806"/>
                    <a:pt x="27942" y="16102"/>
                    <a:pt x="28584" y="12267"/>
                  </a:cubicBezTo>
                  <a:cubicBezTo>
                    <a:pt x="29019" y="9651"/>
                    <a:pt x="28523" y="4907"/>
                    <a:pt x="24571" y="2149"/>
                  </a:cubicBezTo>
                  <a:cubicBezTo>
                    <a:pt x="24445" y="2056"/>
                    <a:pt x="24311" y="1970"/>
                    <a:pt x="24173" y="1885"/>
                  </a:cubicBezTo>
                  <a:cubicBezTo>
                    <a:pt x="22377" y="756"/>
                    <a:pt x="19920" y="17"/>
                    <a:pt x="16610" y="0"/>
                  </a:cubicBezTo>
                  <a:cubicBezTo>
                    <a:pt x="16568" y="0"/>
                    <a:pt x="16526" y="0"/>
                    <a:pt x="1648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5"/>
            <p:cNvSpPr/>
            <p:nvPr/>
          </p:nvSpPr>
          <p:spPr>
            <a:xfrm>
              <a:off x="7563747" y="1007637"/>
              <a:ext cx="257544" cy="252524"/>
            </a:xfrm>
            <a:custGeom>
              <a:rect b="b" l="l" r="r" t="t"/>
              <a:pathLst>
                <a:path extrusionOk="0" h="12526" w="12775">
                  <a:moveTo>
                    <a:pt x="7430" y="1"/>
                  </a:moveTo>
                  <a:cubicBezTo>
                    <a:pt x="5345" y="1"/>
                    <a:pt x="3125" y="1340"/>
                    <a:pt x="1808" y="3621"/>
                  </a:cubicBezTo>
                  <a:cubicBezTo>
                    <a:pt x="0" y="6757"/>
                    <a:pt x="581" y="10481"/>
                    <a:pt x="3107" y="11940"/>
                  </a:cubicBezTo>
                  <a:cubicBezTo>
                    <a:pt x="3797" y="12337"/>
                    <a:pt x="4561" y="12526"/>
                    <a:pt x="5343" y="12526"/>
                  </a:cubicBezTo>
                  <a:cubicBezTo>
                    <a:pt x="7428" y="12526"/>
                    <a:pt x="9646" y="11186"/>
                    <a:pt x="10963" y="8905"/>
                  </a:cubicBezTo>
                  <a:cubicBezTo>
                    <a:pt x="12775" y="5770"/>
                    <a:pt x="12190" y="2045"/>
                    <a:pt x="9663" y="587"/>
                  </a:cubicBezTo>
                  <a:cubicBezTo>
                    <a:pt x="8974" y="189"/>
                    <a:pt x="8212" y="1"/>
                    <a:pt x="74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5"/>
            <p:cNvSpPr/>
            <p:nvPr/>
          </p:nvSpPr>
          <p:spPr>
            <a:xfrm>
              <a:off x="7909723" y="1156362"/>
              <a:ext cx="89531" cy="87837"/>
            </a:xfrm>
            <a:custGeom>
              <a:rect b="b" l="l" r="r" t="t"/>
              <a:pathLst>
                <a:path extrusionOk="0" h="4357" w="4441">
                  <a:moveTo>
                    <a:pt x="2584" y="1"/>
                  </a:moveTo>
                  <a:cubicBezTo>
                    <a:pt x="1859" y="1"/>
                    <a:pt x="1088" y="468"/>
                    <a:pt x="630" y="1260"/>
                  </a:cubicBezTo>
                  <a:cubicBezTo>
                    <a:pt x="1" y="2349"/>
                    <a:pt x="200" y="3645"/>
                    <a:pt x="1081" y="4152"/>
                  </a:cubicBezTo>
                  <a:cubicBezTo>
                    <a:pt x="1320" y="4291"/>
                    <a:pt x="1584" y="4356"/>
                    <a:pt x="1855" y="4356"/>
                  </a:cubicBezTo>
                  <a:cubicBezTo>
                    <a:pt x="2580" y="4356"/>
                    <a:pt x="3352" y="3889"/>
                    <a:pt x="3811" y="3096"/>
                  </a:cubicBezTo>
                  <a:cubicBezTo>
                    <a:pt x="4440" y="2008"/>
                    <a:pt x="4237" y="712"/>
                    <a:pt x="3360" y="204"/>
                  </a:cubicBezTo>
                  <a:cubicBezTo>
                    <a:pt x="3120" y="66"/>
                    <a:pt x="2855" y="1"/>
                    <a:pt x="258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5"/>
            <p:cNvSpPr/>
            <p:nvPr/>
          </p:nvSpPr>
          <p:spPr>
            <a:xfrm>
              <a:off x="7821117" y="1207752"/>
              <a:ext cx="63726" cy="62536"/>
            </a:xfrm>
            <a:custGeom>
              <a:rect b="b" l="l" r="r" t="t"/>
              <a:pathLst>
                <a:path extrusionOk="0" h="3102" w="3161">
                  <a:moveTo>
                    <a:pt x="1841" y="0"/>
                  </a:moveTo>
                  <a:cubicBezTo>
                    <a:pt x="1325" y="0"/>
                    <a:pt x="775" y="332"/>
                    <a:pt x="447" y="897"/>
                  </a:cubicBezTo>
                  <a:cubicBezTo>
                    <a:pt x="1" y="1673"/>
                    <a:pt x="147" y="2595"/>
                    <a:pt x="768" y="2956"/>
                  </a:cubicBezTo>
                  <a:cubicBezTo>
                    <a:pt x="939" y="3055"/>
                    <a:pt x="1128" y="3101"/>
                    <a:pt x="1321" y="3101"/>
                  </a:cubicBezTo>
                  <a:cubicBezTo>
                    <a:pt x="1838" y="3101"/>
                    <a:pt x="2389" y="2769"/>
                    <a:pt x="2714" y="2205"/>
                  </a:cubicBezTo>
                  <a:cubicBezTo>
                    <a:pt x="3161" y="1433"/>
                    <a:pt x="3015" y="507"/>
                    <a:pt x="2393" y="145"/>
                  </a:cubicBezTo>
                  <a:cubicBezTo>
                    <a:pt x="2223" y="47"/>
                    <a:pt x="2034" y="0"/>
                    <a:pt x="184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5"/>
            <p:cNvSpPr/>
            <p:nvPr/>
          </p:nvSpPr>
          <p:spPr>
            <a:xfrm>
              <a:off x="8003974" y="1219708"/>
              <a:ext cx="63746" cy="62536"/>
            </a:xfrm>
            <a:custGeom>
              <a:rect b="b" l="l" r="r" t="t"/>
              <a:pathLst>
                <a:path extrusionOk="0" h="3102" w="3162">
                  <a:moveTo>
                    <a:pt x="1840" y="0"/>
                  </a:moveTo>
                  <a:cubicBezTo>
                    <a:pt x="1323" y="0"/>
                    <a:pt x="773" y="332"/>
                    <a:pt x="448" y="897"/>
                  </a:cubicBezTo>
                  <a:cubicBezTo>
                    <a:pt x="1" y="1673"/>
                    <a:pt x="147" y="2595"/>
                    <a:pt x="769" y="2956"/>
                  </a:cubicBezTo>
                  <a:cubicBezTo>
                    <a:pt x="939" y="3055"/>
                    <a:pt x="1128" y="3101"/>
                    <a:pt x="1322" y="3101"/>
                  </a:cubicBezTo>
                  <a:cubicBezTo>
                    <a:pt x="1838" y="3101"/>
                    <a:pt x="2389" y="2769"/>
                    <a:pt x="2714" y="2205"/>
                  </a:cubicBezTo>
                  <a:cubicBezTo>
                    <a:pt x="3161" y="1429"/>
                    <a:pt x="3015" y="507"/>
                    <a:pt x="2393" y="145"/>
                  </a:cubicBezTo>
                  <a:cubicBezTo>
                    <a:pt x="2223" y="47"/>
                    <a:pt x="2034" y="0"/>
                    <a:pt x="184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5"/>
            <p:cNvSpPr/>
            <p:nvPr/>
          </p:nvSpPr>
          <p:spPr>
            <a:xfrm>
              <a:off x="8097660" y="1096404"/>
              <a:ext cx="257564" cy="252605"/>
            </a:xfrm>
            <a:custGeom>
              <a:rect b="b" l="l" r="r" t="t"/>
              <a:pathLst>
                <a:path extrusionOk="0" h="12530" w="12776">
                  <a:moveTo>
                    <a:pt x="7431" y="1"/>
                  </a:moveTo>
                  <a:cubicBezTo>
                    <a:pt x="5346" y="1"/>
                    <a:pt x="3127" y="1340"/>
                    <a:pt x="1812" y="3621"/>
                  </a:cubicBezTo>
                  <a:cubicBezTo>
                    <a:pt x="1" y="6757"/>
                    <a:pt x="582" y="10482"/>
                    <a:pt x="3112" y="11944"/>
                  </a:cubicBezTo>
                  <a:cubicBezTo>
                    <a:pt x="3800" y="12341"/>
                    <a:pt x="4562" y="12529"/>
                    <a:pt x="5343" y="12529"/>
                  </a:cubicBezTo>
                  <a:cubicBezTo>
                    <a:pt x="7428" y="12529"/>
                    <a:pt x="9649" y="11187"/>
                    <a:pt x="10964" y="8906"/>
                  </a:cubicBezTo>
                  <a:cubicBezTo>
                    <a:pt x="12775" y="5770"/>
                    <a:pt x="12195" y="2045"/>
                    <a:pt x="9664" y="587"/>
                  </a:cubicBezTo>
                  <a:cubicBezTo>
                    <a:pt x="8975" y="189"/>
                    <a:pt x="8212" y="1"/>
                    <a:pt x="74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5"/>
            <p:cNvSpPr/>
            <p:nvPr/>
          </p:nvSpPr>
          <p:spPr>
            <a:xfrm>
              <a:off x="8215176" y="1123097"/>
              <a:ext cx="56186" cy="55097"/>
            </a:xfrm>
            <a:custGeom>
              <a:rect b="b" l="l" r="r" t="t"/>
              <a:pathLst>
                <a:path extrusionOk="0" h="2733" w="2787">
                  <a:moveTo>
                    <a:pt x="1620" y="0"/>
                  </a:moveTo>
                  <a:cubicBezTo>
                    <a:pt x="1166" y="0"/>
                    <a:pt x="684" y="291"/>
                    <a:pt x="395" y="790"/>
                  </a:cubicBezTo>
                  <a:cubicBezTo>
                    <a:pt x="1" y="1472"/>
                    <a:pt x="126" y="2285"/>
                    <a:pt x="679" y="2606"/>
                  </a:cubicBezTo>
                  <a:cubicBezTo>
                    <a:pt x="829" y="2692"/>
                    <a:pt x="995" y="2733"/>
                    <a:pt x="1165" y="2733"/>
                  </a:cubicBezTo>
                  <a:cubicBezTo>
                    <a:pt x="1620" y="2733"/>
                    <a:pt x="2103" y="2440"/>
                    <a:pt x="2393" y="1944"/>
                  </a:cubicBezTo>
                  <a:cubicBezTo>
                    <a:pt x="2787" y="1261"/>
                    <a:pt x="2661" y="449"/>
                    <a:pt x="2109" y="128"/>
                  </a:cubicBezTo>
                  <a:cubicBezTo>
                    <a:pt x="1958" y="41"/>
                    <a:pt x="1791" y="0"/>
                    <a:pt x="16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5"/>
            <p:cNvSpPr/>
            <p:nvPr/>
          </p:nvSpPr>
          <p:spPr>
            <a:xfrm>
              <a:off x="8136892" y="1183257"/>
              <a:ext cx="56186" cy="55097"/>
            </a:xfrm>
            <a:custGeom>
              <a:rect b="b" l="l" r="r" t="t"/>
              <a:pathLst>
                <a:path extrusionOk="0" h="2733" w="2787">
                  <a:moveTo>
                    <a:pt x="1619" y="0"/>
                  </a:moveTo>
                  <a:cubicBezTo>
                    <a:pt x="1165" y="0"/>
                    <a:pt x="684" y="292"/>
                    <a:pt x="398" y="788"/>
                  </a:cubicBezTo>
                  <a:cubicBezTo>
                    <a:pt x="0" y="1474"/>
                    <a:pt x="130" y="2282"/>
                    <a:pt x="679" y="2603"/>
                  </a:cubicBezTo>
                  <a:cubicBezTo>
                    <a:pt x="830" y="2691"/>
                    <a:pt x="997" y="2733"/>
                    <a:pt x="1169" y="2733"/>
                  </a:cubicBezTo>
                  <a:cubicBezTo>
                    <a:pt x="1623" y="2733"/>
                    <a:pt x="2107" y="2440"/>
                    <a:pt x="2393" y="1941"/>
                  </a:cubicBezTo>
                  <a:cubicBezTo>
                    <a:pt x="2787" y="1259"/>
                    <a:pt x="2661" y="446"/>
                    <a:pt x="2108" y="129"/>
                  </a:cubicBezTo>
                  <a:cubicBezTo>
                    <a:pt x="1957" y="42"/>
                    <a:pt x="1790" y="0"/>
                    <a:pt x="16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5"/>
            <p:cNvSpPr/>
            <p:nvPr/>
          </p:nvSpPr>
          <p:spPr>
            <a:xfrm>
              <a:off x="8178826" y="1263658"/>
              <a:ext cx="56186" cy="55117"/>
            </a:xfrm>
            <a:custGeom>
              <a:rect b="b" l="l" r="r" t="t"/>
              <a:pathLst>
                <a:path extrusionOk="0" h="2734" w="2787">
                  <a:moveTo>
                    <a:pt x="1618" y="1"/>
                  </a:moveTo>
                  <a:cubicBezTo>
                    <a:pt x="1163" y="1"/>
                    <a:pt x="680" y="293"/>
                    <a:pt x="394" y="788"/>
                  </a:cubicBezTo>
                  <a:cubicBezTo>
                    <a:pt x="0" y="1471"/>
                    <a:pt x="126" y="2283"/>
                    <a:pt x="678" y="2604"/>
                  </a:cubicBezTo>
                  <a:cubicBezTo>
                    <a:pt x="830" y="2692"/>
                    <a:pt x="997" y="2733"/>
                    <a:pt x="1168" y="2733"/>
                  </a:cubicBezTo>
                  <a:cubicBezTo>
                    <a:pt x="1621" y="2733"/>
                    <a:pt x="2103" y="2440"/>
                    <a:pt x="2393" y="1942"/>
                  </a:cubicBezTo>
                  <a:cubicBezTo>
                    <a:pt x="2787" y="1259"/>
                    <a:pt x="2661" y="447"/>
                    <a:pt x="2108" y="130"/>
                  </a:cubicBezTo>
                  <a:cubicBezTo>
                    <a:pt x="1957" y="42"/>
                    <a:pt x="1789" y="1"/>
                    <a:pt x="161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5"/>
            <p:cNvSpPr/>
            <p:nvPr/>
          </p:nvSpPr>
          <p:spPr>
            <a:xfrm>
              <a:off x="8256525" y="1210756"/>
              <a:ext cx="56206" cy="55117"/>
            </a:xfrm>
            <a:custGeom>
              <a:rect b="b" l="l" r="r" t="t"/>
              <a:pathLst>
                <a:path extrusionOk="0" h="2734" w="2788">
                  <a:moveTo>
                    <a:pt x="1619" y="1"/>
                  </a:moveTo>
                  <a:cubicBezTo>
                    <a:pt x="1166" y="1"/>
                    <a:pt x="685" y="293"/>
                    <a:pt x="399" y="788"/>
                  </a:cubicBezTo>
                  <a:cubicBezTo>
                    <a:pt x="1" y="1475"/>
                    <a:pt x="131" y="2283"/>
                    <a:pt x="679" y="2604"/>
                  </a:cubicBezTo>
                  <a:cubicBezTo>
                    <a:pt x="830" y="2692"/>
                    <a:pt x="998" y="2733"/>
                    <a:pt x="1169" y="2733"/>
                  </a:cubicBezTo>
                  <a:cubicBezTo>
                    <a:pt x="1624" y="2733"/>
                    <a:pt x="2107" y="2441"/>
                    <a:pt x="2393" y="1946"/>
                  </a:cubicBezTo>
                  <a:cubicBezTo>
                    <a:pt x="2787" y="1259"/>
                    <a:pt x="2661" y="451"/>
                    <a:pt x="2109" y="130"/>
                  </a:cubicBezTo>
                  <a:cubicBezTo>
                    <a:pt x="1958" y="42"/>
                    <a:pt x="1790" y="1"/>
                    <a:pt x="161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5"/>
            <p:cNvSpPr/>
            <p:nvPr/>
          </p:nvSpPr>
          <p:spPr>
            <a:xfrm>
              <a:off x="7619431" y="1065861"/>
              <a:ext cx="155917" cy="146745"/>
            </a:xfrm>
            <a:custGeom>
              <a:rect b="b" l="l" r="r" t="t"/>
              <a:pathLst>
                <a:path extrusionOk="0" h="7279" w="7734">
                  <a:moveTo>
                    <a:pt x="4178" y="1"/>
                  </a:moveTo>
                  <a:cubicBezTo>
                    <a:pt x="3713" y="1"/>
                    <a:pt x="3298" y="297"/>
                    <a:pt x="3152" y="741"/>
                  </a:cubicBezTo>
                  <a:cubicBezTo>
                    <a:pt x="2884" y="1545"/>
                    <a:pt x="2620" y="2467"/>
                    <a:pt x="2620" y="2467"/>
                  </a:cubicBezTo>
                  <a:lnTo>
                    <a:pt x="1198" y="2467"/>
                  </a:lnTo>
                  <a:cubicBezTo>
                    <a:pt x="687" y="2467"/>
                    <a:pt x="244" y="2829"/>
                    <a:pt x="138" y="3333"/>
                  </a:cubicBezTo>
                  <a:lnTo>
                    <a:pt x="134" y="3365"/>
                  </a:lnTo>
                  <a:cubicBezTo>
                    <a:pt x="0" y="4015"/>
                    <a:pt x="488" y="4632"/>
                    <a:pt x="1154" y="4657"/>
                  </a:cubicBezTo>
                  <a:cubicBezTo>
                    <a:pt x="1771" y="4677"/>
                    <a:pt x="2380" y="4701"/>
                    <a:pt x="2380" y="4701"/>
                  </a:cubicBezTo>
                  <a:cubicBezTo>
                    <a:pt x="2242" y="5071"/>
                    <a:pt x="2137" y="5550"/>
                    <a:pt x="2060" y="5977"/>
                  </a:cubicBezTo>
                  <a:cubicBezTo>
                    <a:pt x="1954" y="6598"/>
                    <a:pt x="2397" y="7183"/>
                    <a:pt x="3026" y="7240"/>
                  </a:cubicBezTo>
                  <a:cubicBezTo>
                    <a:pt x="3201" y="7256"/>
                    <a:pt x="3372" y="7269"/>
                    <a:pt x="3526" y="7277"/>
                  </a:cubicBezTo>
                  <a:cubicBezTo>
                    <a:pt x="3549" y="7278"/>
                    <a:pt x="3572" y="7279"/>
                    <a:pt x="3595" y="7279"/>
                  </a:cubicBezTo>
                  <a:cubicBezTo>
                    <a:pt x="4067" y="7279"/>
                    <a:pt x="4483" y="6966"/>
                    <a:pt x="4619" y="6513"/>
                  </a:cubicBezTo>
                  <a:cubicBezTo>
                    <a:pt x="4805" y="5887"/>
                    <a:pt x="5013" y="5181"/>
                    <a:pt x="5013" y="5181"/>
                  </a:cubicBezTo>
                  <a:lnTo>
                    <a:pt x="6536" y="5181"/>
                  </a:lnTo>
                  <a:cubicBezTo>
                    <a:pt x="6539" y="5181"/>
                    <a:pt x="6542" y="5181"/>
                    <a:pt x="6545" y="5181"/>
                  </a:cubicBezTo>
                  <a:cubicBezTo>
                    <a:pt x="7045" y="5181"/>
                    <a:pt x="7479" y="4837"/>
                    <a:pt x="7588" y="4348"/>
                  </a:cubicBezTo>
                  <a:cubicBezTo>
                    <a:pt x="7608" y="4246"/>
                    <a:pt x="7628" y="4145"/>
                    <a:pt x="7641" y="4043"/>
                  </a:cubicBezTo>
                  <a:cubicBezTo>
                    <a:pt x="7734" y="3446"/>
                    <a:pt x="7295" y="2898"/>
                    <a:pt x="6694" y="2825"/>
                  </a:cubicBezTo>
                  <a:cubicBezTo>
                    <a:pt x="5991" y="2740"/>
                    <a:pt x="5252" y="2707"/>
                    <a:pt x="5252" y="2707"/>
                  </a:cubicBezTo>
                  <a:lnTo>
                    <a:pt x="5614" y="1399"/>
                  </a:lnTo>
                  <a:cubicBezTo>
                    <a:pt x="5788" y="761"/>
                    <a:pt x="5358" y="120"/>
                    <a:pt x="4700" y="42"/>
                  </a:cubicBezTo>
                  <a:cubicBezTo>
                    <a:pt x="4537" y="22"/>
                    <a:pt x="4375" y="10"/>
                    <a:pt x="4225" y="2"/>
                  </a:cubicBezTo>
                  <a:cubicBezTo>
                    <a:pt x="4209" y="1"/>
                    <a:pt x="4194" y="1"/>
                    <a:pt x="417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5"/>
            <p:cNvSpPr/>
            <p:nvPr/>
          </p:nvSpPr>
          <p:spPr>
            <a:xfrm>
              <a:off x="7875652" y="1119468"/>
              <a:ext cx="58081" cy="25019"/>
            </a:xfrm>
            <a:custGeom>
              <a:rect b="b" l="l" r="r" t="t"/>
              <a:pathLst>
                <a:path extrusionOk="0" h="1241" w="2881">
                  <a:moveTo>
                    <a:pt x="664" y="1"/>
                  </a:moveTo>
                  <a:cubicBezTo>
                    <a:pt x="464" y="1"/>
                    <a:pt x="281" y="108"/>
                    <a:pt x="188" y="288"/>
                  </a:cubicBezTo>
                  <a:lnTo>
                    <a:pt x="180" y="300"/>
                  </a:lnTo>
                  <a:cubicBezTo>
                    <a:pt x="1" y="637"/>
                    <a:pt x="220" y="1047"/>
                    <a:pt x="598" y="1084"/>
                  </a:cubicBezTo>
                  <a:lnTo>
                    <a:pt x="2186" y="1238"/>
                  </a:lnTo>
                  <a:cubicBezTo>
                    <a:pt x="2203" y="1240"/>
                    <a:pt x="2219" y="1240"/>
                    <a:pt x="2235" y="1240"/>
                  </a:cubicBezTo>
                  <a:cubicBezTo>
                    <a:pt x="2444" y="1240"/>
                    <a:pt x="2636" y="1122"/>
                    <a:pt x="2722" y="929"/>
                  </a:cubicBezTo>
                  <a:cubicBezTo>
                    <a:pt x="2881" y="596"/>
                    <a:pt x="2661" y="206"/>
                    <a:pt x="2292" y="170"/>
                  </a:cubicBezTo>
                  <a:lnTo>
                    <a:pt x="716" y="3"/>
                  </a:lnTo>
                  <a:cubicBezTo>
                    <a:pt x="698" y="2"/>
                    <a:pt x="681" y="1"/>
                    <a:pt x="6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5"/>
            <p:cNvSpPr/>
            <p:nvPr/>
          </p:nvSpPr>
          <p:spPr>
            <a:xfrm>
              <a:off x="8015606" y="1138298"/>
              <a:ext cx="58162" cy="24938"/>
            </a:xfrm>
            <a:custGeom>
              <a:rect b="b" l="l" r="r" t="t"/>
              <a:pathLst>
                <a:path extrusionOk="0" h="1237" w="2885">
                  <a:moveTo>
                    <a:pt x="657" y="0"/>
                  </a:moveTo>
                  <a:cubicBezTo>
                    <a:pt x="460" y="0"/>
                    <a:pt x="280" y="110"/>
                    <a:pt x="188" y="284"/>
                  </a:cubicBezTo>
                  <a:lnTo>
                    <a:pt x="179" y="296"/>
                  </a:lnTo>
                  <a:cubicBezTo>
                    <a:pt x="1" y="633"/>
                    <a:pt x="224" y="1043"/>
                    <a:pt x="602" y="1080"/>
                  </a:cubicBezTo>
                  <a:lnTo>
                    <a:pt x="2190" y="1234"/>
                  </a:lnTo>
                  <a:cubicBezTo>
                    <a:pt x="2206" y="1236"/>
                    <a:pt x="2222" y="1237"/>
                    <a:pt x="2238" y="1237"/>
                  </a:cubicBezTo>
                  <a:cubicBezTo>
                    <a:pt x="2444" y="1237"/>
                    <a:pt x="2636" y="1118"/>
                    <a:pt x="2726" y="930"/>
                  </a:cubicBezTo>
                  <a:cubicBezTo>
                    <a:pt x="2885" y="593"/>
                    <a:pt x="2665" y="203"/>
                    <a:pt x="2296" y="166"/>
                  </a:cubicBezTo>
                  <a:lnTo>
                    <a:pt x="716" y="4"/>
                  </a:lnTo>
                  <a:cubicBezTo>
                    <a:pt x="696" y="1"/>
                    <a:pt x="676" y="0"/>
                    <a:pt x="65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5"/>
            <p:cNvSpPr/>
            <p:nvPr/>
          </p:nvSpPr>
          <p:spPr>
            <a:xfrm>
              <a:off x="7896296" y="1154387"/>
              <a:ext cx="89531" cy="87777"/>
            </a:xfrm>
            <a:custGeom>
              <a:rect b="b" l="l" r="r" t="t"/>
              <a:pathLst>
                <a:path extrusionOk="0" h="4354" w="4441">
                  <a:moveTo>
                    <a:pt x="2583" y="0"/>
                  </a:moveTo>
                  <a:cubicBezTo>
                    <a:pt x="1859" y="0"/>
                    <a:pt x="1088" y="466"/>
                    <a:pt x="630" y="1257"/>
                  </a:cubicBezTo>
                  <a:cubicBezTo>
                    <a:pt x="0" y="2349"/>
                    <a:pt x="204" y="3641"/>
                    <a:pt x="1081" y="4149"/>
                  </a:cubicBezTo>
                  <a:cubicBezTo>
                    <a:pt x="1322" y="4288"/>
                    <a:pt x="1588" y="4353"/>
                    <a:pt x="1860" y="4353"/>
                  </a:cubicBezTo>
                  <a:cubicBezTo>
                    <a:pt x="2584" y="4353"/>
                    <a:pt x="3353" y="3888"/>
                    <a:pt x="3811" y="3097"/>
                  </a:cubicBezTo>
                  <a:cubicBezTo>
                    <a:pt x="4440" y="2004"/>
                    <a:pt x="4237" y="708"/>
                    <a:pt x="3360" y="205"/>
                  </a:cubicBezTo>
                  <a:cubicBezTo>
                    <a:pt x="3120" y="66"/>
                    <a:pt x="2855" y="0"/>
                    <a:pt x="258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5"/>
            <p:cNvSpPr/>
            <p:nvPr/>
          </p:nvSpPr>
          <p:spPr>
            <a:xfrm>
              <a:off x="7811622" y="1206361"/>
              <a:ext cx="63726" cy="62536"/>
            </a:xfrm>
            <a:custGeom>
              <a:rect b="b" l="l" r="r" t="t"/>
              <a:pathLst>
                <a:path extrusionOk="0" h="3102" w="3161">
                  <a:moveTo>
                    <a:pt x="1838" y="0"/>
                  </a:moveTo>
                  <a:cubicBezTo>
                    <a:pt x="1323" y="0"/>
                    <a:pt x="772" y="332"/>
                    <a:pt x="447" y="897"/>
                  </a:cubicBezTo>
                  <a:cubicBezTo>
                    <a:pt x="0" y="1672"/>
                    <a:pt x="147" y="2595"/>
                    <a:pt x="768" y="2956"/>
                  </a:cubicBezTo>
                  <a:cubicBezTo>
                    <a:pt x="939" y="3055"/>
                    <a:pt x="1127" y="3101"/>
                    <a:pt x="1320" y="3101"/>
                  </a:cubicBezTo>
                  <a:cubicBezTo>
                    <a:pt x="1836" y="3101"/>
                    <a:pt x="2386" y="2769"/>
                    <a:pt x="2714" y="2205"/>
                  </a:cubicBezTo>
                  <a:cubicBezTo>
                    <a:pt x="3161" y="1429"/>
                    <a:pt x="3014" y="507"/>
                    <a:pt x="2389" y="145"/>
                  </a:cubicBezTo>
                  <a:cubicBezTo>
                    <a:pt x="2219" y="47"/>
                    <a:pt x="2031" y="0"/>
                    <a:pt x="18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5"/>
            <p:cNvSpPr/>
            <p:nvPr/>
          </p:nvSpPr>
          <p:spPr>
            <a:xfrm>
              <a:off x="7994478" y="1218256"/>
              <a:ext cx="63726" cy="62516"/>
            </a:xfrm>
            <a:custGeom>
              <a:rect b="b" l="l" r="r" t="t"/>
              <a:pathLst>
                <a:path extrusionOk="0" h="3101" w="3161">
                  <a:moveTo>
                    <a:pt x="1839" y="1"/>
                  </a:moveTo>
                  <a:cubicBezTo>
                    <a:pt x="1324" y="1"/>
                    <a:pt x="773" y="331"/>
                    <a:pt x="448" y="896"/>
                  </a:cubicBezTo>
                  <a:cubicBezTo>
                    <a:pt x="1" y="1671"/>
                    <a:pt x="143" y="2594"/>
                    <a:pt x="768" y="2955"/>
                  </a:cubicBezTo>
                  <a:cubicBezTo>
                    <a:pt x="939" y="3054"/>
                    <a:pt x="1127" y="3100"/>
                    <a:pt x="1321" y="3100"/>
                  </a:cubicBezTo>
                  <a:cubicBezTo>
                    <a:pt x="1837" y="3100"/>
                    <a:pt x="2386" y="2768"/>
                    <a:pt x="2714" y="2204"/>
                  </a:cubicBezTo>
                  <a:cubicBezTo>
                    <a:pt x="3161" y="1432"/>
                    <a:pt x="3015" y="506"/>
                    <a:pt x="2389" y="144"/>
                  </a:cubicBezTo>
                  <a:cubicBezTo>
                    <a:pt x="2220" y="47"/>
                    <a:pt x="2032" y="1"/>
                    <a:pt x="18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4" name="Google Shape;634;p25"/>
          <p:cNvGrpSpPr/>
          <p:nvPr/>
        </p:nvGrpSpPr>
        <p:grpSpPr>
          <a:xfrm>
            <a:off x="7894336" y="3971730"/>
            <a:ext cx="692651" cy="720982"/>
            <a:chOff x="6225649" y="692968"/>
            <a:chExt cx="692651" cy="720982"/>
          </a:xfrm>
        </p:grpSpPr>
        <p:sp>
          <p:nvSpPr>
            <p:cNvPr id="635" name="Google Shape;635;p25"/>
            <p:cNvSpPr/>
            <p:nvPr/>
          </p:nvSpPr>
          <p:spPr>
            <a:xfrm>
              <a:off x="6518159" y="785969"/>
              <a:ext cx="387354" cy="608933"/>
            </a:xfrm>
            <a:custGeom>
              <a:rect b="b" l="l" r="r" t="t"/>
              <a:pathLst>
                <a:path extrusionOk="0" h="30205" w="19214">
                  <a:moveTo>
                    <a:pt x="11247" y="0"/>
                  </a:moveTo>
                  <a:cubicBezTo>
                    <a:pt x="9308" y="0"/>
                    <a:pt x="7560" y="565"/>
                    <a:pt x="6784" y="1455"/>
                  </a:cubicBezTo>
                  <a:cubicBezTo>
                    <a:pt x="6784" y="1455"/>
                    <a:pt x="10533" y="2650"/>
                    <a:pt x="10192" y="10639"/>
                  </a:cubicBezTo>
                  <a:cubicBezTo>
                    <a:pt x="9876" y="17954"/>
                    <a:pt x="6533" y="26236"/>
                    <a:pt x="1450" y="26236"/>
                  </a:cubicBezTo>
                  <a:cubicBezTo>
                    <a:pt x="982" y="26236"/>
                    <a:pt x="498" y="26166"/>
                    <a:pt x="1" y="26018"/>
                  </a:cubicBezTo>
                  <a:lnTo>
                    <a:pt x="1" y="26018"/>
                  </a:lnTo>
                  <a:cubicBezTo>
                    <a:pt x="1" y="26018"/>
                    <a:pt x="2389" y="30205"/>
                    <a:pt x="6789" y="30205"/>
                  </a:cubicBezTo>
                  <a:cubicBezTo>
                    <a:pt x="7566" y="30205"/>
                    <a:pt x="8406" y="30074"/>
                    <a:pt x="9306" y="29767"/>
                  </a:cubicBezTo>
                  <a:cubicBezTo>
                    <a:pt x="15286" y="27728"/>
                    <a:pt x="19213" y="16785"/>
                    <a:pt x="18734" y="6378"/>
                  </a:cubicBezTo>
                  <a:cubicBezTo>
                    <a:pt x="18734" y="6378"/>
                    <a:pt x="18693" y="2735"/>
                    <a:pt x="15570" y="1037"/>
                  </a:cubicBezTo>
                  <a:cubicBezTo>
                    <a:pt x="14238" y="313"/>
                    <a:pt x="12690" y="0"/>
                    <a:pt x="112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5"/>
            <p:cNvSpPr/>
            <p:nvPr/>
          </p:nvSpPr>
          <p:spPr>
            <a:xfrm>
              <a:off x="6327359" y="692968"/>
              <a:ext cx="568895" cy="224220"/>
            </a:xfrm>
            <a:custGeom>
              <a:rect b="b" l="l" r="r" t="t"/>
              <a:pathLst>
                <a:path extrusionOk="0" h="11122" w="28219">
                  <a:moveTo>
                    <a:pt x="14171" y="1"/>
                  </a:moveTo>
                  <a:cubicBezTo>
                    <a:pt x="8861" y="1"/>
                    <a:pt x="5388" y="2090"/>
                    <a:pt x="3213" y="4273"/>
                  </a:cubicBezTo>
                  <a:cubicBezTo>
                    <a:pt x="3136" y="4350"/>
                    <a:pt x="3059" y="4431"/>
                    <a:pt x="2982" y="4509"/>
                  </a:cubicBezTo>
                  <a:cubicBezTo>
                    <a:pt x="2689" y="4813"/>
                    <a:pt x="2409" y="5134"/>
                    <a:pt x="2145" y="5467"/>
                  </a:cubicBezTo>
                  <a:cubicBezTo>
                    <a:pt x="2141" y="5475"/>
                    <a:pt x="2129" y="5487"/>
                    <a:pt x="2117" y="5496"/>
                  </a:cubicBezTo>
                  <a:cubicBezTo>
                    <a:pt x="829" y="7116"/>
                    <a:pt x="216" y="8575"/>
                    <a:pt x="53" y="9009"/>
                  </a:cubicBezTo>
                  <a:cubicBezTo>
                    <a:pt x="17" y="9090"/>
                    <a:pt x="0" y="9139"/>
                    <a:pt x="0" y="9139"/>
                  </a:cubicBezTo>
                  <a:lnTo>
                    <a:pt x="1824" y="9046"/>
                  </a:lnTo>
                  <a:lnTo>
                    <a:pt x="2238" y="9021"/>
                  </a:lnTo>
                  <a:lnTo>
                    <a:pt x="3518" y="8956"/>
                  </a:lnTo>
                  <a:lnTo>
                    <a:pt x="4724" y="8895"/>
                  </a:lnTo>
                  <a:lnTo>
                    <a:pt x="5752" y="8847"/>
                  </a:lnTo>
                  <a:lnTo>
                    <a:pt x="12649" y="8497"/>
                  </a:lnTo>
                  <a:lnTo>
                    <a:pt x="14891" y="8384"/>
                  </a:lnTo>
                  <a:cubicBezTo>
                    <a:pt x="14948" y="8225"/>
                    <a:pt x="15017" y="8071"/>
                    <a:pt x="15098" y="7925"/>
                  </a:cubicBezTo>
                  <a:cubicBezTo>
                    <a:pt x="15456" y="7258"/>
                    <a:pt x="15951" y="6674"/>
                    <a:pt x="16544" y="6206"/>
                  </a:cubicBezTo>
                  <a:cubicBezTo>
                    <a:pt x="17398" y="5549"/>
                    <a:pt x="18640" y="4997"/>
                    <a:pt x="20416" y="4997"/>
                  </a:cubicBezTo>
                  <a:cubicBezTo>
                    <a:pt x="20922" y="4997"/>
                    <a:pt x="21472" y="5042"/>
                    <a:pt x="22069" y="5142"/>
                  </a:cubicBezTo>
                  <a:cubicBezTo>
                    <a:pt x="27101" y="5995"/>
                    <a:pt x="28040" y="9960"/>
                    <a:pt x="28194" y="10955"/>
                  </a:cubicBezTo>
                  <a:cubicBezTo>
                    <a:pt x="28194" y="10967"/>
                    <a:pt x="28194" y="10983"/>
                    <a:pt x="28198" y="10995"/>
                  </a:cubicBezTo>
                  <a:cubicBezTo>
                    <a:pt x="28206" y="11048"/>
                    <a:pt x="28214" y="11089"/>
                    <a:pt x="28218" y="11121"/>
                  </a:cubicBezTo>
                  <a:cubicBezTo>
                    <a:pt x="28214" y="11077"/>
                    <a:pt x="28210" y="11004"/>
                    <a:pt x="28194" y="10902"/>
                  </a:cubicBezTo>
                  <a:cubicBezTo>
                    <a:pt x="28198" y="10898"/>
                    <a:pt x="28198" y="10890"/>
                    <a:pt x="28194" y="10886"/>
                  </a:cubicBezTo>
                  <a:cubicBezTo>
                    <a:pt x="28121" y="10276"/>
                    <a:pt x="27999" y="9675"/>
                    <a:pt x="27828" y="9086"/>
                  </a:cubicBezTo>
                  <a:lnTo>
                    <a:pt x="27820" y="9050"/>
                  </a:lnTo>
                  <a:cubicBezTo>
                    <a:pt x="27292" y="7210"/>
                    <a:pt x="26090" y="4549"/>
                    <a:pt x="23360" y="2587"/>
                  </a:cubicBezTo>
                  <a:cubicBezTo>
                    <a:pt x="21407" y="1186"/>
                    <a:pt x="18673" y="146"/>
                    <a:pt x="14851" y="12"/>
                  </a:cubicBezTo>
                  <a:cubicBezTo>
                    <a:pt x="14621" y="4"/>
                    <a:pt x="14394" y="1"/>
                    <a:pt x="141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5"/>
            <p:cNvSpPr/>
            <p:nvPr/>
          </p:nvSpPr>
          <p:spPr>
            <a:xfrm>
              <a:off x="6266091" y="778772"/>
              <a:ext cx="377536" cy="473075"/>
            </a:xfrm>
            <a:custGeom>
              <a:rect b="b" l="l" r="r" t="t"/>
              <a:pathLst>
                <a:path extrusionOk="0" h="23466" w="18727">
                  <a:moveTo>
                    <a:pt x="6577" y="1"/>
                  </a:moveTo>
                  <a:cubicBezTo>
                    <a:pt x="6469" y="1"/>
                    <a:pt x="6361" y="6"/>
                    <a:pt x="6252" y="17"/>
                  </a:cubicBezTo>
                  <a:cubicBezTo>
                    <a:pt x="6057" y="29"/>
                    <a:pt x="5862" y="62"/>
                    <a:pt x="5667" y="114"/>
                  </a:cubicBezTo>
                  <a:lnTo>
                    <a:pt x="5663" y="114"/>
                  </a:lnTo>
                  <a:cubicBezTo>
                    <a:pt x="5655" y="119"/>
                    <a:pt x="5651" y="119"/>
                    <a:pt x="5647" y="119"/>
                  </a:cubicBezTo>
                  <a:cubicBezTo>
                    <a:pt x="5452" y="184"/>
                    <a:pt x="5269" y="248"/>
                    <a:pt x="5099" y="318"/>
                  </a:cubicBezTo>
                  <a:cubicBezTo>
                    <a:pt x="5086" y="318"/>
                    <a:pt x="5074" y="322"/>
                    <a:pt x="5062" y="330"/>
                  </a:cubicBezTo>
                  <a:cubicBezTo>
                    <a:pt x="4575" y="553"/>
                    <a:pt x="4148" y="882"/>
                    <a:pt x="3811" y="1296"/>
                  </a:cubicBezTo>
                  <a:cubicBezTo>
                    <a:pt x="3681" y="1447"/>
                    <a:pt x="3567" y="1609"/>
                    <a:pt x="3474" y="1780"/>
                  </a:cubicBezTo>
                  <a:cubicBezTo>
                    <a:pt x="3356" y="1975"/>
                    <a:pt x="3263" y="2178"/>
                    <a:pt x="3194" y="2389"/>
                  </a:cubicBezTo>
                  <a:cubicBezTo>
                    <a:pt x="2893" y="3246"/>
                    <a:pt x="2617" y="4107"/>
                    <a:pt x="2373" y="4956"/>
                  </a:cubicBezTo>
                  <a:cubicBezTo>
                    <a:pt x="2203" y="5529"/>
                    <a:pt x="2048" y="6094"/>
                    <a:pt x="1906" y="6650"/>
                  </a:cubicBezTo>
                  <a:cubicBezTo>
                    <a:pt x="1756" y="7231"/>
                    <a:pt x="1618" y="7804"/>
                    <a:pt x="1488" y="8364"/>
                  </a:cubicBezTo>
                  <a:cubicBezTo>
                    <a:pt x="1240" y="9449"/>
                    <a:pt x="1029" y="10497"/>
                    <a:pt x="858" y="11496"/>
                  </a:cubicBezTo>
                  <a:cubicBezTo>
                    <a:pt x="627" y="12796"/>
                    <a:pt x="452" y="14010"/>
                    <a:pt x="318" y="15103"/>
                  </a:cubicBezTo>
                  <a:cubicBezTo>
                    <a:pt x="216" y="15936"/>
                    <a:pt x="139" y="16703"/>
                    <a:pt x="86" y="17378"/>
                  </a:cubicBezTo>
                  <a:cubicBezTo>
                    <a:pt x="58" y="17678"/>
                    <a:pt x="33" y="17958"/>
                    <a:pt x="17" y="18222"/>
                  </a:cubicBezTo>
                  <a:cubicBezTo>
                    <a:pt x="1" y="18466"/>
                    <a:pt x="9" y="18714"/>
                    <a:pt x="46" y="18958"/>
                  </a:cubicBezTo>
                  <a:cubicBezTo>
                    <a:pt x="224" y="20298"/>
                    <a:pt x="1155" y="21415"/>
                    <a:pt x="2434" y="21838"/>
                  </a:cubicBezTo>
                  <a:cubicBezTo>
                    <a:pt x="5651" y="22898"/>
                    <a:pt x="9526" y="23308"/>
                    <a:pt x="12081" y="23462"/>
                  </a:cubicBezTo>
                  <a:cubicBezTo>
                    <a:pt x="12103" y="23464"/>
                    <a:pt x="12126" y="23465"/>
                    <a:pt x="12148" y="23465"/>
                  </a:cubicBezTo>
                  <a:cubicBezTo>
                    <a:pt x="12169" y="23465"/>
                    <a:pt x="12191" y="23464"/>
                    <a:pt x="12211" y="23462"/>
                  </a:cubicBezTo>
                  <a:cubicBezTo>
                    <a:pt x="12253" y="23464"/>
                    <a:pt x="12294" y="23465"/>
                    <a:pt x="12336" y="23465"/>
                  </a:cubicBezTo>
                  <a:cubicBezTo>
                    <a:pt x="12596" y="23465"/>
                    <a:pt x="12857" y="23432"/>
                    <a:pt x="13109" y="23373"/>
                  </a:cubicBezTo>
                  <a:cubicBezTo>
                    <a:pt x="13653" y="23251"/>
                    <a:pt x="14161" y="23003"/>
                    <a:pt x="14591" y="22646"/>
                  </a:cubicBezTo>
                  <a:cubicBezTo>
                    <a:pt x="14648" y="22597"/>
                    <a:pt x="14709" y="22548"/>
                    <a:pt x="14762" y="22492"/>
                  </a:cubicBezTo>
                  <a:cubicBezTo>
                    <a:pt x="15221" y="22061"/>
                    <a:pt x="15554" y="21517"/>
                    <a:pt x="15733" y="20911"/>
                  </a:cubicBezTo>
                  <a:cubicBezTo>
                    <a:pt x="16224" y="19205"/>
                    <a:pt x="16659" y="17382"/>
                    <a:pt x="17037" y="15570"/>
                  </a:cubicBezTo>
                  <a:cubicBezTo>
                    <a:pt x="17215" y="14725"/>
                    <a:pt x="17374" y="13888"/>
                    <a:pt x="17524" y="13064"/>
                  </a:cubicBezTo>
                  <a:cubicBezTo>
                    <a:pt x="17630" y="12503"/>
                    <a:pt x="17723" y="11943"/>
                    <a:pt x="17817" y="11407"/>
                  </a:cubicBezTo>
                  <a:cubicBezTo>
                    <a:pt x="18174" y="9302"/>
                    <a:pt x="18442" y="7393"/>
                    <a:pt x="18625" y="5964"/>
                  </a:cubicBezTo>
                  <a:cubicBezTo>
                    <a:pt x="18726" y="5163"/>
                    <a:pt x="18556" y="4355"/>
                    <a:pt x="18137" y="3669"/>
                  </a:cubicBezTo>
                  <a:cubicBezTo>
                    <a:pt x="17727" y="2994"/>
                    <a:pt x="17110" y="2474"/>
                    <a:pt x="16379" y="2186"/>
                  </a:cubicBezTo>
                  <a:cubicBezTo>
                    <a:pt x="12329" y="598"/>
                    <a:pt x="8933" y="119"/>
                    <a:pt x="6740" y="5"/>
                  </a:cubicBezTo>
                  <a:cubicBezTo>
                    <a:pt x="6686" y="2"/>
                    <a:pt x="6631" y="1"/>
                    <a:pt x="657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5"/>
            <p:cNvSpPr/>
            <p:nvPr/>
          </p:nvSpPr>
          <p:spPr>
            <a:xfrm>
              <a:off x="6285264" y="1228518"/>
              <a:ext cx="425598" cy="185432"/>
            </a:xfrm>
            <a:custGeom>
              <a:rect b="b" l="l" r="r" t="t"/>
              <a:pathLst>
                <a:path extrusionOk="0" h="9198" w="21111">
                  <a:moveTo>
                    <a:pt x="0" y="1"/>
                  </a:moveTo>
                  <a:cubicBezTo>
                    <a:pt x="208" y="3445"/>
                    <a:pt x="3031" y="7670"/>
                    <a:pt x="9509" y="8856"/>
                  </a:cubicBezTo>
                  <a:cubicBezTo>
                    <a:pt x="10760" y="9082"/>
                    <a:pt x="12030" y="9197"/>
                    <a:pt x="13301" y="9197"/>
                  </a:cubicBezTo>
                  <a:cubicBezTo>
                    <a:pt x="13693" y="9197"/>
                    <a:pt x="14085" y="9186"/>
                    <a:pt x="14477" y="9164"/>
                  </a:cubicBezTo>
                  <a:cubicBezTo>
                    <a:pt x="18417" y="8957"/>
                    <a:pt x="21110" y="7751"/>
                    <a:pt x="21110" y="7751"/>
                  </a:cubicBezTo>
                  <a:lnTo>
                    <a:pt x="21110" y="7751"/>
                  </a:lnTo>
                  <a:cubicBezTo>
                    <a:pt x="21110" y="7751"/>
                    <a:pt x="20538" y="7941"/>
                    <a:pt x="19530" y="7941"/>
                  </a:cubicBezTo>
                  <a:cubicBezTo>
                    <a:pt x="18405" y="7941"/>
                    <a:pt x="16736" y="7704"/>
                    <a:pt x="14713" y="6699"/>
                  </a:cubicBezTo>
                  <a:cubicBezTo>
                    <a:pt x="12787" y="5748"/>
                    <a:pt x="12036" y="4351"/>
                    <a:pt x="11772" y="3197"/>
                  </a:cubicBezTo>
                  <a:cubicBezTo>
                    <a:pt x="11500" y="2052"/>
                    <a:pt x="11707" y="1146"/>
                    <a:pt x="11707" y="1146"/>
                  </a:cubicBezTo>
                  <a:lnTo>
                    <a:pt x="11707" y="1146"/>
                  </a:lnTo>
                  <a:cubicBezTo>
                    <a:pt x="10790" y="1439"/>
                    <a:pt x="9729" y="1554"/>
                    <a:pt x="8629" y="1554"/>
                  </a:cubicBezTo>
                  <a:cubicBezTo>
                    <a:pt x="4586" y="1554"/>
                    <a:pt x="1"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5"/>
            <p:cNvSpPr/>
            <p:nvPr/>
          </p:nvSpPr>
          <p:spPr>
            <a:xfrm>
              <a:off x="6308106" y="780989"/>
              <a:ext cx="98038" cy="43183"/>
            </a:xfrm>
            <a:custGeom>
              <a:rect b="b" l="l" r="r" t="t"/>
              <a:pathLst>
                <a:path extrusionOk="0" h="2142" w="4863">
                  <a:moveTo>
                    <a:pt x="3579" y="0"/>
                  </a:moveTo>
                  <a:cubicBezTo>
                    <a:pt x="3575" y="4"/>
                    <a:pt x="3567" y="4"/>
                    <a:pt x="3563" y="9"/>
                  </a:cubicBezTo>
                  <a:cubicBezTo>
                    <a:pt x="3368" y="69"/>
                    <a:pt x="3185" y="138"/>
                    <a:pt x="3015" y="203"/>
                  </a:cubicBezTo>
                  <a:cubicBezTo>
                    <a:pt x="3002" y="208"/>
                    <a:pt x="2990" y="212"/>
                    <a:pt x="2978" y="220"/>
                  </a:cubicBezTo>
                  <a:cubicBezTo>
                    <a:pt x="521" y="1146"/>
                    <a:pt x="54" y="2015"/>
                    <a:pt x="9" y="2129"/>
                  </a:cubicBezTo>
                  <a:cubicBezTo>
                    <a:pt x="1" y="2133"/>
                    <a:pt x="1" y="2133"/>
                    <a:pt x="1" y="2141"/>
                  </a:cubicBezTo>
                  <a:lnTo>
                    <a:pt x="1386" y="1678"/>
                  </a:lnTo>
                  <a:lnTo>
                    <a:pt x="3019" y="1130"/>
                  </a:lnTo>
                  <a:lnTo>
                    <a:pt x="3100" y="1101"/>
                  </a:lnTo>
                  <a:lnTo>
                    <a:pt x="4863" y="508"/>
                  </a:lnTo>
                  <a:lnTo>
                    <a:pt x="3941" y="143"/>
                  </a:lnTo>
                  <a:lnTo>
                    <a:pt x="3587"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5"/>
            <p:cNvSpPr/>
            <p:nvPr/>
          </p:nvSpPr>
          <p:spPr>
            <a:xfrm>
              <a:off x="6496869" y="1232207"/>
              <a:ext cx="66931" cy="40723"/>
            </a:xfrm>
            <a:custGeom>
              <a:rect b="b" l="l" r="r" t="t"/>
              <a:pathLst>
                <a:path extrusionOk="0" h="2020" w="3320">
                  <a:moveTo>
                    <a:pt x="3319" y="1"/>
                  </a:moveTo>
                  <a:lnTo>
                    <a:pt x="1390" y="122"/>
                  </a:lnTo>
                  <a:lnTo>
                    <a:pt x="0" y="2019"/>
                  </a:lnTo>
                  <a:cubicBezTo>
                    <a:pt x="0" y="2019"/>
                    <a:pt x="1288" y="1889"/>
                    <a:pt x="331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5"/>
            <p:cNvSpPr/>
            <p:nvPr/>
          </p:nvSpPr>
          <p:spPr>
            <a:xfrm>
              <a:off x="6225649" y="803166"/>
              <a:ext cx="377516" cy="473316"/>
            </a:xfrm>
            <a:custGeom>
              <a:rect b="b" l="l" r="r" t="t"/>
              <a:pathLst>
                <a:path extrusionOk="0" h="23478" w="18726">
                  <a:moveTo>
                    <a:pt x="6607" y="1"/>
                  </a:moveTo>
                  <a:cubicBezTo>
                    <a:pt x="6341" y="1"/>
                    <a:pt x="6076" y="31"/>
                    <a:pt x="5817" y="91"/>
                  </a:cubicBezTo>
                  <a:cubicBezTo>
                    <a:pt x="5167" y="233"/>
                    <a:pt x="4570" y="562"/>
                    <a:pt x="4099" y="1029"/>
                  </a:cubicBezTo>
                  <a:cubicBezTo>
                    <a:pt x="4091" y="1033"/>
                    <a:pt x="4091" y="1033"/>
                    <a:pt x="4091" y="1041"/>
                  </a:cubicBezTo>
                  <a:cubicBezTo>
                    <a:pt x="3709" y="1419"/>
                    <a:pt x="3416" y="1882"/>
                    <a:pt x="3238" y="2394"/>
                  </a:cubicBezTo>
                  <a:cubicBezTo>
                    <a:pt x="3018" y="3019"/>
                    <a:pt x="2811" y="3649"/>
                    <a:pt x="2624" y="4274"/>
                  </a:cubicBezTo>
                  <a:cubicBezTo>
                    <a:pt x="2446" y="4851"/>
                    <a:pt x="2283" y="5416"/>
                    <a:pt x="2125" y="5980"/>
                  </a:cubicBezTo>
                  <a:cubicBezTo>
                    <a:pt x="2080" y="6135"/>
                    <a:pt x="2044" y="6281"/>
                    <a:pt x="2007" y="6435"/>
                  </a:cubicBezTo>
                  <a:cubicBezTo>
                    <a:pt x="1601" y="7967"/>
                    <a:pt x="1280" y="9441"/>
                    <a:pt x="1020" y="10838"/>
                  </a:cubicBezTo>
                  <a:cubicBezTo>
                    <a:pt x="776" y="12134"/>
                    <a:pt x="589" y="13349"/>
                    <a:pt x="447" y="14458"/>
                  </a:cubicBezTo>
                  <a:cubicBezTo>
                    <a:pt x="338" y="15278"/>
                    <a:pt x="252" y="16042"/>
                    <a:pt x="191" y="16736"/>
                  </a:cubicBezTo>
                  <a:cubicBezTo>
                    <a:pt x="130" y="17281"/>
                    <a:pt x="94" y="17780"/>
                    <a:pt x="61" y="18227"/>
                  </a:cubicBezTo>
                  <a:cubicBezTo>
                    <a:pt x="61" y="18268"/>
                    <a:pt x="61" y="18308"/>
                    <a:pt x="61" y="18345"/>
                  </a:cubicBezTo>
                  <a:cubicBezTo>
                    <a:pt x="0" y="19921"/>
                    <a:pt x="987" y="21347"/>
                    <a:pt x="2482" y="21842"/>
                  </a:cubicBezTo>
                  <a:cubicBezTo>
                    <a:pt x="2677" y="21907"/>
                    <a:pt x="2876" y="21972"/>
                    <a:pt x="3079" y="22025"/>
                  </a:cubicBezTo>
                  <a:cubicBezTo>
                    <a:pt x="6170" y="22947"/>
                    <a:pt x="9733" y="23321"/>
                    <a:pt x="12133" y="23471"/>
                  </a:cubicBezTo>
                  <a:cubicBezTo>
                    <a:pt x="12204" y="23475"/>
                    <a:pt x="12274" y="23477"/>
                    <a:pt x="12344" y="23477"/>
                  </a:cubicBezTo>
                  <a:cubicBezTo>
                    <a:pt x="13165" y="23477"/>
                    <a:pt x="13963" y="23195"/>
                    <a:pt x="14603" y="22675"/>
                  </a:cubicBezTo>
                  <a:cubicBezTo>
                    <a:pt x="14790" y="22524"/>
                    <a:pt x="14964" y="22350"/>
                    <a:pt x="15115" y="22163"/>
                  </a:cubicBezTo>
                  <a:cubicBezTo>
                    <a:pt x="15318" y="21919"/>
                    <a:pt x="15484" y="21647"/>
                    <a:pt x="15610" y="21355"/>
                  </a:cubicBezTo>
                  <a:cubicBezTo>
                    <a:pt x="15679" y="21212"/>
                    <a:pt x="15736" y="21062"/>
                    <a:pt x="15777" y="20912"/>
                  </a:cubicBezTo>
                  <a:cubicBezTo>
                    <a:pt x="16500" y="18422"/>
                    <a:pt x="17097" y="15672"/>
                    <a:pt x="17568" y="13089"/>
                  </a:cubicBezTo>
                  <a:lnTo>
                    <a:pt x="17848" y="11496"/>
                  </a:lnTo>
                  <a:cubicBezTo>
                    <a:pt x="17893" y="11232"/>
                    <a:pt x="17934" y="10972"/>
                    <a:pt x="17978" y="10716"/>
                  </a:cubicBezTo>
                  <a:cubicBezTo>
                    <a:pt x="18068" y="10168"/>
                    <a:pt x="18153" y="9628"/>
                    <a:pt x="18230" y="9116"/>
                  </a:cubicBezTo>
                  <a:lnTo>
                    <a:pt x="18230" y="9108"/>
                  </a:lnTo>
                  <a:cubicBezTo>
                    <a:pt x="18413" y="7922"/>
                    <a:pt x="18559" y="6850"/>
                    <a:pt x="18673" y="5960"/>
                  </a:cubicBezTo>
                  <a:cubicBezTo>
                    <a:pt x="18685" y="5838"/>
                    <a:pt x="18697" y="5716"/>
                    <a:pt x="18697" y="5594"/>
                  </a:cubicBezTo>
                  <a:cubicBezTo>
                    <a:pt x="18726" y="4640"/>
                    <a:pt x="18360" y="3714"/>
                    <a:pt x="17694" y="3031"/>
                  </a:cubicBezTo>
                  <a:cubicBezTo>
                    <a:pt x="17337" y="2662"/>
                    <a:pt x="16906" y="2373"/>
                    <a:pt x="16423" y="2191"/>
                  </a:cubicBezTo>
                  <a:cubicBezTo>
                    <a:pt x="16175" y="2093"/>
                    <a:pt x="15931" y="1996"/>
                    <a:pt x="15688" y="1910"/>
                  </a:cubicBezTo>
                  <a:cubicBezTo>
                    <a:pt x="14839" y="1597"/>
                    <a:pt x="14026" y="1338"/>
                    <a:pt x="13250" y="1118"/>
                  </a:cubicBezTo>
                  <a:cubicBezTo>
                    <a:pt x="10801" y="420"/>
                    <a:pt x="8717" y="135"/>
                    <a:pt x="7162" y="30"/>
                  </a:cubicBezTo>
                  <a:lnTo>
                    <a:pt x="7109" y="30"/>
                  </a:lnTo>
                  <a:cubicBezTo>
                    <a:pt x="6999" y="17"/>
                    <a:pt x="6889" y="9"/>
                    <a:pt x="6784" y="5"/>
                  </a:cubicBezTo>
                  <a:cubicBezTo>
                    <a:pt x="6725" y="2"/>
                    <a:pt x="6666" y="1"/>
                    <a:pt x="660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5"/>
            <p:cNvSpPr/>
            <p:nvPr/>
          </p:nvSpPr>
          <p:spPr>
            <a:xfrm>
              <a:off x="6268470" y="825706"/>
              <a:ext cx="273450" cy="98038"/>
            </a:xfrm>
            <a:custGeom>
              <a:rect b="b" l="l" r="r" t="t"/>
              <a:pathLst>
                <a:path extrusionOk="0" h="4863" w="13564">
                  <a:moveTo>
                    <a:pt x="11126" y="0"/>
                  </a:moveTo>
                  <a:lnTo>
                    <a:pt x="5310" y="1727"/>
                  </a:lnTo>
                  <a:lnTo>
                    <a:pt x="4879" y="1856"/>
                  </a:lnTo>
                  <a:lnTo>
                    <a:pt x="4855" y="1861"/>
                  </a:lnTo>
                  <a:lnTo>
                    <a:pt x="4103" y="2088"/>
                  </a:lnTo>
                  <a:lnTo>
                    <a:pt x="2974" y="2425"/>
                  </a:lnTo>
                  <a:lnTo>
                    <a:pt x="2255" y="2632"/>
                  </a:lnTo>
                  <a:lnTo>
                    <a:pt x="500" y="3156"/>
                  </a:lnTo>
                  <a:cubicBezTo>
                    <a:pt x="322" y="3733"/>
                    <a:pt x="159" y="4302"/>
                    <a:pt x="1" y="4862"/>
                  </a:cubicBezTo>
                  <a:lnTo>
                    <a:pt x="1784" y="4326"/>
                  </a:lnTo>
                  <a:lnTo>
                    <a:pt x="4526" y="3506"/>
                  </a:lnTo>
                  <a:lnTo>
                    <a:pt x="4964" y="3376"/>
                  </a:lnTo>
                  <a:lnTo>
                    <a:pt x="7154" y="2722"/>
                  </a:lnTo>
                  <a:lnTo>
                    <a:pt x="7592" y="2588"/>
                  </a:lnTo>
                  <a:lnTo>
                    <a:pt x="8673" y="2263"/>
                  </a:lnTo>
                  <a:lnTo>
                    <a:pt x="13564" y="796"/>
                  </a:lnTo>
                  <a:cubicBezTo>
                    <a:pt x="12715" y="484"/>
                    <a:pt x="11902" y="220"/>
                    <a:pt x="11126" y="0"/>
                  </a:cubicBez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5"/>
            <p:cNvSpPr/>
            <p:nvPr/>
          </p:nvSpPr>
          <p:spPr>
            <a:xfrm>
              <a:off x="6226879" y="1034934"/>
              <a:ext cx="358606" cy="138076"/>
            </a:xfrm>
            <a:custGeom>
              <a:rect b="b" l="l" r="r" t="t"/>
              <a:pathLst>
                <a:path extrusionOk="0" h="6849" w="17788">
                  <a:moveTo>
                    <a:pt x="17787" y="0"/>
                  </a:moveTo>
                  <a:lnTo>
                    <a:pt x="130" y="5240"/>
                  </a:lnTo>
                  <a:lnTo>
                    <a:pt x="0" y="6849"/>
                  </a:lnTo>
                  <a:lnTo>
                    <a:pt x="0" y="6849"/>
                  </a:lnTo>
                  <a:lnTo>
                    <a:pt x="17503" y="1593"/>
                  </a:lnTo>
                  <a:lnTo>
                    <a:pt x="17787" y="0"/>
                  </a:ln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5"/>
            <p:cNvSpPr/>
            <p:nvPr/>
          </p:nvSpPr>
          <p:spPr>
            <a:xfrm>
              <a:off x="6234661" y="915945"/>
              <a:ext cx="367940" cy="178698"/>
            </a:xfrm>
            <a:custGeom>
              <a:rect b="b" l="l" r="r" t="t"/>
              <a:pathLst>
                <a:path extrusionOk="0" h="8864" w="18251">
                  <a:moveTo>
                    <a:pt x="18250" y="0"/>
                  </a:moveTo>
                  <a:lnTo>
                    <a:pt x="573" y="5244"/>
                  </a:lnTo>
                  <a:cubicBezTo>
                    <a:pt x="329" y="6540"/>
                    <a:pt x="142" y="7759"/>
                    <a:pt x="0" y="8864"/>
                  </a:cubicBezTo>
                  <a:lnTo>
                    <a:pt x="17783" y="3522"/>
                  </a:lnTo>
                  <a:lnTo>
                    <a:pt x="17783" y="3518"/>
                  </a:lnTo>
                  <a:cubicBezTo>
                    <a:pt x="17966" y="2328"/>
                    <a:pt x="18112" y="1256"/>
                    <a:pt x="18226" y="370"/>
                  </a:cubicBezTo>
                  <a:cubicBezTo>
                    <a:pt x="18238" y="248"/>
                    <a:pt x="18246" y="126"/>
                    <a:pt x="18250" y="0"/>
                  </a:cubicBez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5"/>
            <p:cNvSpPr/>
            <p:nvPr/>
          </p:nvSpPr>
          <p:spPr>
            <a:xfrm>
              <a:off x="6306150" y="934493"/>
              <a:ext cx="103360" cy="104187"/>
            </a:xfrm>
            <a:custGeom>
              <a:rect b="b" l="l" r="r" t="t"/>
              <a:pathLst>
                <a:path extrusionOk="0" h="5168" w="5127">
                  <a:moveTo>
                    <a:pt x="1516" y="0"/>
                  </a:moveTo>
                  <a:cubicBezTo>
                    <a:pt x="1121" y="0"/>
                    <a:pt x="788" y="184"/>
                    <a:pt x="675" y="470"/>
                  </a:cubicBezTo>
                  <a:cubicBezTo>
                    <a:pt x="142" y="1814"/>
                    <a:pt x="25" y="3134"/>
                    <a:pt x="8" y="3853"/>
                  </a:cubicBezTo>
                  <a:cubicBezTo>
                    <a:pt x="0" y="4198"/>
                    <a:pt x="301" y="4540"/>
                    <a:pt x="744" y="4670"/>
                  </a:cubicBezTo>
                  <a:cubicBezTo>
                    <a:pt x="1666" y="4946"/>
                    <a:pt x="2770" y="5092"/>
                    <a:pt x="3494" y="5161"/>
                  </a:cubicBezTo>
                  <a:cubicBezTo>
                    <a:pt x="3537" y="5165"/>
                    <a:pt x="3580" y="5167"/>
                    <a:pt x="3622" y="5167"/>
                  </a:cubicBezTo>
                  <a:cubicBezTo>
                    <a:pt x="4038" y="5167"/>
                    <a:pt x="4389" y="4971"/>
                    <a:pt x="4489" y="4661"/>
                  </a:cubicBezTo>
                  <a:cubicBezTo>
                    <a:pt x="4834" y="3569"/>
                    <a:pt x="5013" y="2216"/>
                    <a:pt x="5090" y="1465"/>
                  </a:cubicBezTo>
                  <a:cubicBezTo>
                    <a:pt x="5126" y="1120"/>
                    <a:pt x="4838" y="770"/>
                    <a:pt x="4399" y="616"/>
                  </a:cubicBezTo>
                  <a:cubicBezTo>
                    <a:pt x="3510" y="303"/>
                    <a:pt x="2584" y="96"/>
                    <a:pt x="1645" y="7"/>
                  </a:cubicBezTo>
                  <a:cubicBezTo>
                    <a:pt x="1602" y="2"/>
                    <a:pt x="1558" y="0"/>
                    <a:pt x="15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5"/>
            <p:cNvSpPr/>
            <p:nvPr/>
          </p:nvSpPr>
          <p:spPr>
            <a:xfrm>
              <a:off x="6433968" y="958747"/>
              <a:ext cx="103380" cy="104247"/>
            </a:xfrm>
            <a:custGeom>
              <a:rect b="b" l="l" r="r" t="t"/>
              <a:pathLst>
                <a:path extrusionOk="0" h="5171" w="5128">
                  <a:moveTo>
                    <a:pt x="1527" y="0"/>
                  </a:moveTo>
                  <a:cubicBezTo>
                    <a:pt x="1130" y="0"/>
                    <a:pt x="790" y="185"/>
                    <a:pt x="675" y="473"/>
                  </a:cubicBezTo>
                  <a:cubicBezTo>
                    <a:pt x="143" y="1813"/>
                    <a:pt x="29" y="3138"/>
                    <a:pt x="9" y="3852"/>
                  </a:cubicBezTo>
                  <a:cubicBezTo>
                    <a:pt x="1" y="4202"/>
                    <a:pt x="306" y="4539"/>
                    <a:pt x="744" y="4673"/>
                  </a:cubicBezTo>
                  <a:cubicBezTo>
                    <a:pt x="1670" y="4949"/>
                    <a:pt x="2771" y="5091"/>
                    <a:pt x="3498" y="5164"/>
                  </a:cubicBezTo>
                  <a:cubicBezTo>
                    <a:pt x="3541" y="5169"/>
                    <a:pt x="3583" y="5171"/>
                    <a:pt x="3625" y="5171"/>
                  </a:cubicBezTo>
                  <a:cubicBezTo>
                    <a:pt x="4041" y="5171"/>
                    <a:pt x="4390" y="4971"/>
                    <a:pt x="4489" y="4665"/>
                  </a:cubicBezTo>
                  <a:cubicBezTo>
                    <a:pt x="4839" y="3572"/>
                    <a:pt x="5013" y="2220"/>
                    <a:pt x="5090" y="1468"/>
                  </a:cubicBezTo>
                  <a:cubicBezTo>
                    <a:pt x="5127" y="1119"/>
                    <a:pt x="4843" y="774"/>
                    <a:pt x="4400" y="619"/>
                  </a:cubicBezTo>
                  <a:cubicBezTo>
                    <a:pt x="3510" y="306"/>
                    <a:pt x="2584" y="99"/>
                    <a:pt x="1646" y="6"/>
                  </a:cubicBezTo>
                  <a:cubicBezTo>
                    <a:pt x="1606" y="2"/>
                    <a:pt x="1566" y="0"/>
                    <a:pt x="152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5"/>
            <p:cNvSpPr/>
            <p:nvPr/>
          </p:nvSpPr>
          <p:spPr>
            <a:xfrm>
              <a:off x="6284276" y="1065518"/>
              <a:ext cx="103360" cy="104207"/>
            </a:xfrm>
            <a:custGeom>
              <a:rect b="b" l="l" r="r" t="t"/>
              <a:pathLst>
                <a:path extrusionOk="0" h="5169" w="5127">
                  <a:moveTo>
                    <a:pt x="1516" y="0"/>
                  </a:moveTo>
                  <a:cubicBezTo>
                    <a:pt x="1121" y="0"/>
                    <a:pt x="789" y="184"/>
                    <a:pt x="675" y="470"/>
                  </a:cubicBezTo>
                  <a:cubicBezTo>
                    <a:pt x="143" y="1814"/>
                    <a:pt x="29" y="3134"/>
                    <a:pt x="9" y="3853"/>
                  </a:cubicBezTo>
                  <a:cubicBezTo>
                    <a:pt x="1" y="4203"/>
                    <a:pt x="301" y="4540"/>
                    <a:pt x="748" y="4670"/>
                  </a:cubicBezTo>
                  <a:cubicBezTo>
                    <a:pt x="1670" y="4946"/>
                    <a:pt x="2771" y="5092"/>
                    <a:pt x="3498" y="5161"/>
                  </a:cubicBezTo>
                  <a:cubicBezTo>
                    <a:pt x="3544" y="5166"/>
                    <a:pt x="3589" y="5168"/>
                    <a:pt x="3634" y="5168"/>
                  </a:cubicBezTo>
                  <a:cubicBezTo>
                    <a:pt x="4047" y="5168"/>
                    <a:pt x="4394" y="4969"/>
                    <a:pt x="4489" y="4662"/>
                  </a:cubicBezTo>
                  <a:cubicBezTo>
                    <a:pt x="4838" y="3569"/>
                    <a:pt x="5017" y="2216"/>
                    <a:pt x="5090" y="1469"/>
                  </a:cubicBezTo>
                  <a:cubicBezTo>
                    <a:pt x="5127" y="1120"/>
                    <a:pt x="4843" y="770"/>
                    <a:pt x="4404" y="616"/>
                  </a:cubicBezTo>
                  <a:cubicBezTo>
                    <a:pt x="3510" y="303"/>
                    <a:pt x="2584" y="100"/>
                    <a:pt x="1646" y="7"/>
                  </a:cubicBezTo>
                  <a:cubicBezTo>
                    <a:pt x="1602" y="2"/>
                    <a:pt x="1559" y="0"/>
                    <a:pt x="15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5"/>
            <p:cNvSpPr/>
            <p:nvPr/>
          </p:nvSpPr>
          <p:spPr>
            <a:xfrm>
              <a:off x="6412114" y="1089832"/>
              <a:ext cx="103360" cy="104187"/>
            </a:xfrm>
            <a:custGeom>
              <a:rect b="b" l="l" r="r" t="t"/>
              <a:pathLst>
                <a:path extrusionOk="0" h="5168" w="5127">
                  <a:moveTo>
                    <a:pt x="1517" y="1"/>
                  </a:moveTo>
                  <a:cubicBezTo>
                    <a:pt x="1125" y="1"/>
                    <a:pt x="792" y="184"/>
                    <a:pt x="679" y="470"/>
                  </a:cubicBezTo>
                  <a:cubicBezTo>
                    <a:pt x="143" y="1815"/>
                    <a:pt x="29" y="3135"/>
                    <a:pt x="8" y="3854"/>
                  </a:cubicBezTo>
                  <a:cubicBezTo>
                    <a:pt x="0" y="4199"/>
                    <a:pt x="305" y="4540"/>
                    <a:pt x="748" y="4670"/>
                  </a:cubicBezTo>
                  <a:cubicBezTo>
                    <a:pt x="1670" y="4946"/>
                    <a:pt x="2771" y="5092"/>
                    <a:pt x="3498" y="5162"/>
                  </a:cubicBezTo>
                  <a:cubicBezTo>
                    <a:pt x="3541" y="5166"/>
                    <a:pt x="3584" y="5168"/>
                    <a:pt x="3626" y="5168"/>
                  </a:cubicBezTo>
                  <a:cubicBezTo>
                    <a:pt x="4043" y="5168"/>
                    <a:pt x="4393" y="4972"/>
                    <a:pt x="4489" y="4662"/>
                  </a:cubicBezTo>
                  <a:cubicBezTo>
                    <a:pt x="4838" y="3569"/>
                    <a:pt x="5017" y="2217"/>
                    <a:pt x="5090" y="1465"/>
                  </a:cubicBezTo>
                  <a:cubicBezTo>
                    <a:pt x="5127" y="1120"/>
                    <a:pt x="4842" y="771"/>
                    <a:pt x="4403" y="616"/>
                  </a:cubicBezTo>
                  <a:cubicBezTo>
                    <a:pt x="3510" y="304"/>
                    <a:pt x="2584" y="100"/>
                    <a:pt x="1645" y="7"/>
                  </a:cubicBezTo>
                  <a:cubicBezTo>
                    <a:pt x="1602" y="3"/>
                    <a:pt x="1559" y="1"/>
                    <a:pt x="15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5"/>
            <p:cNvSpPr/>
            <p:nvPr/>
          </p:nvSpPr>
          <p:spPr>
            <a:xfrm>
              <a:off x="6578439" y="1034511"/>
              <a:ext cx="35965" cy="59069"/>
            </a:xfrm>
            <a:custGeom>
              <a:rect b="b" l="l" r="r" t="t"/>
              <a:pathLst>
                <a:path extrusionOk="0" h="2930" w="1784">
                  <a:moveTo>
                    <a:pt x="1119" y="1"/>
                  </a:moveTo>
                  <a:cubicBezTo>
                    <a:pt x="738" y="1"/>
                    <a:pt x="326" y="561"/>
                    <a:pt x="171" y="1313"/>
                  </a:cubicBezTo>
                  <a:cubicBezTo>
                    <a:pt x="0" y="2117"/>
                    <a:pt x="187" y="2836"/>
                    <a:pt x="585" y="2922"/>
                  </a:cubicBezTo>
                  <a:cubicBezTo>
                    <a:pt x="610" y="2927"/>
                    <a:pt x="635" y="2929"/>
                    <a:pt x="661" y="2929"/>
                  </a:cubicBezTo>
                  <a:cubicBezTo>
                    <a:pt x="1040" y="2929"/>
                    <a:pt x="1457" y="2372"/>
                    <a:pt x="1613" y="1618"/>
                  </a:cubicBezTo>
                  <a:cubicBezTo>
                    <a:pt x="1783" y="813"/>
                    <a:pt x="1596" y="90"/>
                    <a:pt x="1198" y="9"/>
                  </a:cubicBezTo>
                  <a:cubicBezTo>
                    <a:pt x="1172" y="4"/>
                    <a:pt x="1146" y="1"/>
                    <a:pt x="111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5"/>
            <p:cNvSpPr/>
            <p:nvPr/>
          </p:nvSpPr>
          <p:spPr>
            <a:xfrm>
              <a:off x="6673657" y="1296137"/>
              <a:ext cx="27216" cy="22922"/>
            </a:xfrm>
            <a:custGeom>
              <a:rect b="b" l="l" r="r" t="t"/>
              <a:pathLst>
                <a:path extrusionOk="0" h="1137" w="1350">
                  <a:moveTo>
                    <a:pt x="723" y="1"/>
                  </a:moveTo>
                  <a:cubicBezTo>
                    <a:pt x="292" y="1"/>
                    <a:pt x="0" y="493"/>
                    <a:pt x="253" y="879"/>
                  </a:cubicBezTo>
                  <a:cubicBezTo>
                    <a:pt x="369" y="1055"/>
                    <a:pt x="549" y="1136"/>
                    <a:pt x="727" y="1136"/>
                  </a:cubicBezTo>
                  <a:cubicBezTo>
                    <a:pt x="978" y="1136"/>
                    <a:pt x="1225" y="974"/>
                    <a:pt x="1285" y="684"/>
                  </a:cubicBezTo>
                  <a:cubicBezTo>
                    <a:pt x="1350" y="380"/>
                    <a:pt x="1155" y="79"/>
                    <a:pt x="846" y="14"/>
                  </a:cubicBezTo>
                  <a:cubicBezTo>
                    <a:pt x="804" y="5"/>
                    <a:pt x="763" y="1"/>
                    <a:pt x="7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5"/>
            <p:cNvSpPr/>
            <p:nvPr/>
          </p:nvSpPr>
          <p:spPr>
            <a:xfrm>
              <a:off x="6732526" y="1214849"/>
              <a:ext cx="27236" cy="22922"/>
            </a:xfrm>
            <a:custGeom>
              <a:rect b="b" l="l" r="r" t="t"/>
              <a:pathLst>
                <a:path extrusionOk="0" h="1137" w="1351">
                  <a:moveTo>
                    <a:pt x="726" y="0"/>
                  </a:moveTo>
                  <a:cubicBezTo>
                    <a:pt x="294" y="0"/>
                    <a:pt x="0" y="490"/>
                    <a:pt x="253" y="878"/>
                  </a:cubicBezTo>
                  <a:cubicBezTo>
                    <a:pt x="368" y="1055"/>
                    <a:pt x="547" y="1137"/>
                    <a:pt x="725" y="1137"/>
                  </a:cubicBezTo>
                  <a:cubicBezTo>
                    <a:pt x="976" y="1137"/>
                    <a:pt x="1223" y="974"/>
                    <a:pt x="1285" y="687"/>
                  </a:cubicBezTo>
                  <a:cubicBezTo>
                    <a:pt x="1350" y="378"/>
                    <a:pt x="1151" y="78"/>
                    <a:pt x="847" y="13"/>
                  </a:cubicBezTo>
                  <a:cubicBezTo>
                    <a:pt x="806" y="4"/>
                    <a:pt x="765" y="0"/>
                    <a:pt x="7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5"/>
            <p:cNvSpPr/>
            <p:nvPr/>
          </p:nvSpPr>
          <p:spPr>
            <a:xfrm>
              <a:off x="6763795" y="1121404"/>
              <a:ext cx="27236" cy="22962"/>
            </a:xfrm>
            <a:custGeom>
              <a:rect b="b" l="l" r="r" t="t"/>
              <a:pathLst>
                <a:path extrusionOk="0" h="1139" w="1351">
                  <a:moveTo>
                    <a:pt x="727" y="1"/>
                  </a:moveTo>
                  <a:cubicBezTo>
                    <a:pt x="294" y="1"/>
                    <a:pt x="1" y="491"/>
                    <a:pt x="254" y="878"/>
                  </a:cubicBezTo>
                  <a:cubicBezTo>
                    <a:pt x="369" y="1056"/>
                    <a:pt x="549" y="1138"/>
                    <a:pt x="727" y="1138"/>
                  </a:cubicBezTo>
                  <a:cubicBezTo>
                    <a:pt x="977" y="1138"/>
                    <a:pt x="1224" y="976"/>
                    <a:pt x="1286" y="687"/>
                  </a:cubicBezTo>
                  <a:cubicBezTo>
                    <a:pt x="1351" y="379"/>
                    <a:pt x="1152" y="78"/>
                    <a:pt x="847" y="13"/>
                  </a:cubicBezTo>
                  <a:cubicBezTo>
                    <a:pt x="806" y="5"/>
                    <a:pt x="766" y="1"/>
                    <a:pt x="7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5"/>
            <p:cNvSpPr/>
            <p:nvPr/>
          </p:nvSpPr>
          <p:spPr>
            <a:xfrm>
              <a:off x="6782484" y="1032535"/>
              <a:ext cx="27135" cy="22902"/>
            </a:xfrm>
            <a:custGeom>
              <a:rect b="b" l="l" r="r" t="t"/>
              <a:pathLst>
                <a:path extrusionOk="0" h="1136" w="1346">
                  <a:moveTo>
                    <a:pt x="722" y="0"/>
                  </a:moveTo>
                  <a:cubicBezTo>
                    <a:pt x="292" y="0"/>
                    <a:pt x="1" y="489"/>
                    <a:pt x="253" y="879"/>
                  </a:cubicBezTo>
                  <a:cubicBezTo>
                    <a:pt x="368" y="1054"/>
                    <a:pt x="547" y="1136"/>
                    <a:pt x="725" y="1136"/>
                  </a:cubicBezTo>
                  <a:cubicBezTo>
                    <a:pt x="975" y="1136"/>
                    <a:pt x="1223" y="974"/>
                    <a:pt x="1285" y="684"/>
                  </a:cubicBezTo>
                  <a:cubicBezTo>
                    <a:pt x="1346" y="375"/>
                    <a:pt x="1151" y="75"/>
                    <a:pt x="846" y="14"/>
                  </a:cubicBezTo>
                  <a:cubicBezTo>
                    <a:pt x="804" y="5"/>
                    <a:pt x="762" y="0"/>
                    <a:pt x="7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5"/>
            <p:cNvSpPr/>
            <p:nvPr/>
          </p:nvSpPr>
          <p:spPr>
            <a:xfrm>
              <a:off x="6699382" y="921349"/>
              <a:ext cx="218917" cy="84813"/>
            </a:xfrm>
            <a:custGeom>
              <a:rect b="b" l="l" r="r" t="t"/>
              <a:pathLst>
                <a:path extrusionOk="0" h="4207" w="10859">
                  <a:moveTo>
                    <a:pt x="1185" y="0"/>
                  </a:moveTo>
                  <a:cubicBezTo>
                    <a:pt x="655" y="0"/>
                    <a:pt x="194" y="381"/>
                    <a:pt x="98" y="910"/>
                  </a:cubicBezTo>
                  <a:cubicBezTo>
                    <a:pt x="1" y="1410"/>
                    <a:pt x="25" y="1926"/>
                    <a:pt x="167" y="2413"/>
                  </a:cubicBezTo>
                  <a:cubicBezTo>
                    <a:pt x="289" y="2795"/>
                    <a:pt x="618" y="3079"/>
                    <a:pt x="1016" y="3148"/>
                  </a:cubicBezTo>
                  <a:cubicBezTo>
                    <a:pt x="3157" y="3526"/>
                    <a:pt x="7747" y="4022"/>
                    <a:pt x="9485" y="4201"/>
                  </a:cubicBezTo>
                  <a:cubicBezTo>
                    <a:pt x="9524" y="4205"/>
                    <a:pt x="9562" y="4207"/>
                    <a:pt x="9600" y="4207"/>
                  </a:cubicBezTo>
                  <a:cubicBezTo>
                    <a:pt x="10052" y="4207"/>
                    <a:pt x="10462" y="3924"/>
                    <a:pt x="10627" y="3494"/>
                  </a:cubicBezTo>
                  <a:cubicBezTo>
                    <a:pt x="10793" y="3035"/>
                    <a:pt x="10858" y="2543"/>
                    <a:pt x="10821" y="2052"/>
                  </a:cubicBezTo>
                  <a:cubicBezTo>
                    <a:pt x="10777" y="1556"/>
                    <a:pt x="10407" y="1154"/>
                    <a:pt x="9916" y="1073"/>
                  </a:cubicBezTo>
                  <a:cubicBezTo>
                    <a:pt x="6914" y="545"/>
                    <a:pt x="2994" y="159"/>
                    <a:pt x="1280" y="5"/>
                  </a:cubicBezTo>
                  <a:cubicBezTo>
                    <a:pt x="1248" y="2"/>
                    <a:pt x="1217" y="0"/>
                    <a:pt x="11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5"/>
            <p:cNvSpPr/>
            <p:nvPr/>
          </p:nvSpPr>
          <p:spPr>
            <a:xfrm>
              <a:off x="6588922" y="1036729"/>
              <a:ext cx="35965" cy="59049"/>
            </a:xfrm>
            <a:custGeom>
              <a:rect b="b" l="l" r="r" t="t"/>
              <a:pathLst>
                <a:path extrusionOk="0" h="2929" w="1784">
                  <a:moveTo>
                    <a:pt x="1120" y="1"/>
                  </a:moveTo>
                  <a:cubicBezTo>
                    <a:pt x="741" y="1"/>
                    <a:pt x="326" y="561"/>
                    <a:pt x="171" y="1313"/>
                  </a:cubicBezTo>
                  <a:cubicBezTo>
                    <a:pt x="0" y="2117"/>
                    <a:pt x="187" y="2836"/>
                    <a:pt x="589" y="2921"/>
                  </a:cubicBezTo>
                  <a:cubicBezTo>
                    <a:pt x="614" y="2926"/>
                    <a:pt x="639" y="2929"/>
                    <a:pt x="664" y="2929"/>
                  </a:cubicBezTo>
                  <a:cubicBezTo>
                    <a:pt x="1043" y="2929"/>
                    <a:pt x="1456" y="2367"/>
                    <a:pt x="1613" y="1613"/>
                  </a:cubicBezTo>
                  <a:cubicBezTo>
                    <a:pt x="1783" y="813"/>
                    <a:pt x="1596" y="94"/>
                    <a:pt x="1198" y="9"/>
                  </a:cubicBezTo>
                  <a:cubicBezTo>
                    <a:pt x="1172" y="3"/>
                    <a:pt x="1146" y="1"/>
                    <a:pt x="11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6" name="Google Shape;656;p25"/>
          <p:cNvGrpSpPr/>
          <p:nvPr/>
        </p:nvGrpSpPr>
        <p:grpSpPr>
          <a:xfrm>
            <a:off x="6407323" y="4508499"/>
            <a:ext cx="288107" cy="242774"/>
            <a:chOff x="7220211" y="1901524"/>
            <a:chExt cx="288107" cy="242774"/>
          </a:xfrm>
        </p:grpSpPr>
        <p:sp>
          <p:nvSpPr>
            <p:cNvPr id="657" name="Google Shape;657;p25"/>
            <p:cNvSpPr/>
            <p:nvPr/>
          </p:nvSpPr>
          <p:spPr>
            <a:xfrm>
              <a:off x="7311518" y="2086398"/>
              <a:ext cx="64290" cy="57900"/>
            </a:xfrm>
            <a:custGeom>
              <a:rect b="b" l="l" r="r" t="t"/>
              <a:pathLst>
                <a:path extrusionOk="0" h="2872" w="3189">
                  <a:moveTo>
                    <a:pt x="1596" y="0"/>
                  </a:moveTo>
                  <a:cubicBezTo>
                    <a:pt x="1205" y="0"/>
                    <a:pt x="815" y="159"/>
                    <a:pt x="532" y="473"/>
                  </a:cubicBezTo>
                  <a:cubicBezTo>
                    <a:pt x="0" y="1057"/>
                    <a:pt x="45" y="1963"/>
                    <a:pt x="630" y="2499"/>
                  </a:cubicBezTo>
                  <a:cubicBezTo>
                    <a:pt x="904" y="2749"/>
                    <a:pt x="1249" y="2871"/>
                    <a:pt x="1593" y="2871"/>
                  </a:cubicBezTo>
                  <a:cubicBezTo>
                    <a:pt x="1984" y="2871"/>
                    <a:pt x="2374" y="2713"/>
                    <a:pt x="2657" y="2402"/>
                  </a:cubicBezTo>
                  <a:cubicBezTo>
                    <a:pt x="3189" y="1813"/>
                    <a:pt x="3144" y="907"/>
                    <a:pt x="2559" y="375"/>
                  </a:cubicBezTo>
                  <a:cubicBezTo>
                    <a:pt x="2285" y="124"/>
                    <a:pt x="1940" y="0"/>
                    <a:pt x="159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5"/>
            <p:cNvSpPr/>
            <p:nvPr/>
          </p:nvSpPr>
          <p:spPr>
            <a:xfrm>
              <a:off x="7273112" y="2029585"/>
              <a:ext cx="151099" cy="64149"/>
            </a:xfrm>
            <a:custGeom>
              <a:rect b="b" l="l" r="r" t="t"/>
              <a:pathLst>
                <a:path extrusionOk="0" h="3182" w="7495">
                  <a:moveTo>
                    <a:pt x="3479" y="1"/>
                  </a:moveTo>
                  <a:cubicBezTo>
                    <a:pt x="1063" y="1"/>
                    <a:pt x="198" y="1554"/>
                    <a:pt x="163" y="1621"/>
                  </a:cubicBezTo>
                  <a:cubicBezTo>
                    <a:pt x="0" y="1922"/>
                    <a:pt x="110" y="2299"/>
                    <a:pt x="407" y="2462"/>
                  </a:cubicBezTo>
                  <a:cubicBezTo>
                    <a:pt x="503" y="2515"/>
                    <a:pt x="608" y="2541"/>
                    <a:pt x="712" y="2541"/>
                  </a:cubicBezTo>
                  <a:cubicBezTo>
                    <a:pt x="931" y="2541"/>
                    <a:pt x="1144" y="2428"/>
                    <a:pt x="1260" y="2226"/>
                  </a:cubicBezTo>
                  <a:cubicBezTo>
                    <a:pt x="1287" y="2187"/>
                    <a:pt x="1848" y="1257"/>
                    <a:pt x="3484" y="1257"/>
                  </a:cubicBezTo>
                  <a:cubicBezTo>
                    <a:pt x="3537" y="1257"/>
                    <a:pt x="3592" y="1258"/>
                    <a:pt x="3648" y="1260"/>
                  </a:cubicBezTo>
                  <a:cubicBezTo>
                    <a:pt x="5581" y="1325"/>
                    <a:pt x="6183" y="2726"/>
                    <a:pt x="6203" y="2783"/>
                  </a:cubicBezTo>
                  <a:cubicBezTo>
                    <a:pt x="6297" y="3027"/>
                    <a:pt x="6532" y="3181"/>
                    <a:pt x="6787" y="3181"/>
                  </a:cubicBezTo>
                  <a:cubicBezTo>
                    <a:pt x="6829" y="3181"/>
                    <a:pt x="6871" y="3177"/>
                    <a:pt x="6914" y="3169"/>
                  </a:cubicBezTo>
                  <a:cubicBezTo>
                    <a:pt x="6946" y="3161"/>
                    <a:pt x="6983" y="3148"/>
                    <a:pt x="7015" y="3136"/>
                  </a:cubicBezTo>
                  <a:cubicBezTo>
                    <a:pt x="7336" y="3010"/>
                    <a:pt x="7495" y="2649"/>
                    <a:pt x="7369" y="2324"/>
                  </a:cubicBezTo>
                  <a:cubicBezTo>
                    <a:pt x="7336" y="2234"/>
                    <a:pt x="6471" y="102"/>
                    <a:pt x="3689" y="4"/>
                  </a:cubicBezTo>
                  <a:cubicBezTo>
                    <a:pt x="3617" y="2"/>
                    <a:pt x="3547" y="1"/>
                    <a:pt x="347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5"/>
            <p:cNvSpPr/>
            <p:nvPr/>
          </p:nvSpPr>
          <p:spPr>
            <a:xfrm>
              <a:off x="7247387" y="1966643"/>
              <a:ext cx="225469" cy="87615"/>
            </a:xfrm>
            <a:custGeom>
              <a:rect b="b" l="l" r="r" t="t"/>
              <a:pathLst>
                <a:path extrusionOk="0" h="4346" w="11184">
                  <a:moveTo>
                    <a:pt x="5159" y="1"/>
                  </a:moveTo>
                  <a:cubicBezTo>
                    <a:pt x="1509" y="1"/>
                    <a:pt x="223" y="2305"/>
                    <a:pt x="167" y="2403"/>
                  </a:cubicBezTo>
                  <a:cubicBezTo>
                    <a:pt x="1" y="2708"/>
                    <a:pt x="115" y="3090"/>
                    <a:pt x="419" y="3256"/>
                  </a:cubicBezTo>
                  <a:cubicBezTo>
                    <a:pt x="515" y="3308"/>
                    <a:pt x="617" y="3333"/>
                    <a:pt x="718" y="3333"/>
                  </a:cubicBezTo>
                  <a:cubicBezTo>
                    <a:pt x="939" y="3333"/>
                    <a:pt x="1154" y="3214"/>
                    <a:pt x="1268" y="3005"/>
                  </a:cubicBezTo>
                  <a:cubicBezTo>
                    <a:pt x="1312" y="2934"/>
                    <a:pt x="2292" y="1253"/>
                    <a:pt x="5169" y="1253"/>
                  </a:cubicBezTo>
                  <a:cubicBezTo>
                    <a:pt x="5258" y="1253"/>
                    <a:pt x="5348" y="1255"/>
                    <a:pt x="5440" y="1258"/>
                  </a:cubicBezTo>
                  <a:cubicBezTo>
                    <a:pt x="8815" y="1376"/>
                    <a:pt x="9847" y="3845"/>
                    <a:pt x="9888" y="3947"/>
                  </a:cubicBezTo>
                  <a:cubicBezTo>
                    <a:pt x="9982" y="4191"/>
                    <a:pt x="10217" y="4346"/>
                    <a:pt x="10472" y="4346"/>
                  </a:cubicBezTo>
                  <a:cubicBezTo>
                    <a:pt x="10514" y="4346"/>
                    <a:pt x="10556" y="4341"/>
                    <a:pt x="10598" y="4333"/>
                  </a:cubicBezTo>
                  <a:cubicBezTo>
                    <a:pt x="10635" y="4325"/>
                    <a:pt x="10667" y="4317"/>
                    <a:pt x="10700" y="4304"/>
                  </a:cubicBezTo>
                  <a:cubicBezTo>
                    <a:pt x="11025" y="4174"/>
                    <a:pt x="11183" y="3813"/>
                    <a:pt x="11057" y="3492"/>
                  </a:cubicBezTo>
                  <a:cubicBezTo>
                    <a:pt x="11005" y="3358"/>
                    <a:pt x="9705" y="153"/>
                    <a:pt x="5484" y="7"/>
                  </a:cubicBezTo>
                  <a:cubicBezTo>
                    <a:pt x="5374" y="3"/>
                    <a:pt x="5266" y="1"/>
                    <a:pt x="515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5"/>
            <p:cNvSpPr/>
            <p:nvPr/>
          </p:nvSpPr>
          <p:spPr>
            <a:xfrm>
              <a:off x="7220211" y="1901524"/>
              <a:ext cx="288107" cy="107533"/>
            </a:xfrm>
            <a:custGeom>
              <a:rect b="b" l="l" r="r" t="t"/>
              <a:pathLst>
                <a:path extrusionOk="0" h="5334" w="14291">
                  <a:moveTo>
                    <a:pt x="6590" y="1"/>
                  </a:moveTo>
                  <a:cubicBezTo>
                    <a:pt x="1881" y="1"/>
                    <a:pt x="238" y="2940"/>
                    <a:pt x="167" y="3070"/>
                  </a:cubicBezTo>
                  <a:cubicBezTo>
                    <a:pt x="0" y="3371"/>
                    <a:pt x="114" y="3753"/>
                    <a:pt x="419" y="3919"/>
                  </a:cubicBezTo>
                  <a:cubicBezTo>
                    <a:pt x="514" y="3971"/>
                    <a:pt x="617" y="3996"/>
                    <a:pt x="718" y="3996"/>
                  </a:cubicBezTo>
                  <a:cubicBezTo>
                    <a:pt x="941" y="3996"/>
                    <a:pt x="1156" y="3877"/>
                    <a:pt x="1268" y="3667"/>
                  </a:cubicBezTo>
                  <a:cubicBezTo>
                    <a:pt x="1327" y="3569"/>
                    <a:pt x="2665" y="1256"/>
                    <a:pt x="6592" y="1256"/>
                  </a:cubicBezTo>
                  <a:cubicBezTo>
                    <a:pt x="6709" y="1256"/>
                    <a:pt x="6828" y="1259"/>
                    <a:pt x="6950" y="1263"/>
                  </a:cubicBezTo>
                  <a:cubicBezTo>
                    <a:pt x="11540" y="1425"/>
                    <a:pt x="12938" y="4793"/>
                    <a:pt x="12994" y="4935"/>
                  </a:cubicBezTo>
                  <a:cubicBezTo>
                    <a:pt x="13089" y="5179"/>
                    <a:pt x="13324" y="5333"/>
                    <a:pt x="13579" y="5333"/>
                  </a:cubicBezTo>
                  <a:cubicBezTo>
                    <a:pt x="13621" y="5333"/>
                    <a:pt x="13663" y="5329"/>
                    <a:pt x="13705" y="5321"/>
                  </a:cubicBezTo>
                  <a:cubicBezTo>
                    <a:pt x="13742" y="5313"/>
                    <a:pt x="13774" y="5304"/>
                    <a:pt x="13807" y="5288"/>
                  </a:cubicBezTo>
                  <a:cubicBezTo>
                    <a:pt x="14132" y="5162"/>
                    <a:pt x="14290" y="4801"/>
                    <a:pt x="14164" y="4476"/>
                  </a:cubicBezTo>
                  <a:cubicBezTo>
                    <a:pt x="14095" y="4305"/>
                    <a:pt x="12434" y="199"/>
                    <a:pt x="6995" y="8"/>
                  </a:cubicBezTo>
                  <a:cubicBezTo>
                    <a:pt x="6858" y="3"/>
                    <a:pt x="6723" y="1"/>
                    <a:pt x="659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1" name="Google Shape;661;p25"/>
          <p:cNvGrpSpPr/>
          <p:nvPr/>
        </p:nvGrpSpPr>
        <p:grpSpPr>
          <a:xfrm>
            <a:off x="4487502" y="4177702"/>
            <a:ext cx="822423" cy="720956"/>
            <a:chOff x="7245674" y="2087184"/>
            <a:chExt cx="1016340" cy="890949"/>
          </a:xfrm>
        </p:grpSpPr>
        <p:sp>
          <p:nvSpPr>
            <p:cNvPr id="662" name="Google Shape;662;p25"/>
            <p:cNvSpPr/>
            <p:nvPr/>
          </p:nvSpPr>
          <p:spPr>
            <a:xfrm>
              <a:off x="7597852" y="2543321"/>
              <a:ext cx="466946" cy="395499"/>
            </a:xfrm>
            <a:custGeom>
              <a:rect b="b" l="l" r="r" t="t"/>
              <a:pathLst>
                <a:path extrusionOk="0" h="19618" w="23162">
                  <a:moveTo>
                    <a:pt x="13823" y="1"/>
                  </a:moveTo>
                  <a:cubicBezTo>
                    <a:pt x="11183" y="1"/>
                    <a:pt x="8312" y="1035"/>
                    <a:pt x="5890" y="3082"/>
                  </a:cubicBezTo>
                  <a:cubicBezTo>
                    <a:pt x="1231" y="7026"/>
                    <a:pt x="0" y="13232"/>
                    <a:pt x="3144" y="16949"/>
                  </a:cubicBezTo>
                  <a:cubicBezTo>
                    <a:pt x="4653" y="18733"/>
                    <a:pt x="6897" y="19618"/>
                    <a:pt x="9339" y="19618"/>
                  </a:cubicBezTo>
                  <a:cubicBezTo>
                    <a:pt x="11978" y="19618"/>
                    <a:pt x="14849" y="18584"/>
                    <a:pt x="17271" y="16535"/>
                  </a:cubicBezTo>
                  <a:cubicBezTo>
                    <a:pt x="21930" y="12591"/>
                    <a:pt x="23161" y="6384"/>
                    <a:pt x="20017" y="2671"/>
                  </a:cubicBezTo>
                  <a:cubicBezTo>
                    <a:pt x="18509" y="886"/>
                    <a:pt x="16265" y="1"/>
                    <a:pt x="1382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5"/>
            <p:cNvSpPr/>
            <p:nvPr/>
          </p:nvSpPr>
          <p:spPr>
            <a:xfrm>
              <a:off x="7618396" y="2556869"/>
              <a:ext cx="436484" cy="403603"/>
            </a:xfrm>
            <a:custGeom>
              <a:rect b="b" l="l" r="r" t="t"/>
              <a:pathLst>
                <a:path extrusionOk="0" h="20020" w="21651">
                  <a:moveTo>
                    <a:pt x="15598" y="1"/>
                  </a:moveTo>
                  <a:cubicBezTo>
                    <a:pt x="13783" y="1"/>
                    <a:pt x="9020" y="469"/>
                    <a:pt x="5038" y="4952"/>
                  </a:cubicBezTo>
                  <a:cubicBezTo>
                    <a:pt x="1" y="10615"/>
                    <a:pt x="2487" y="16671"/>
                    <a:pt x="2487" y="16671"/>
                  </a:cubicBezTo>
                  <a:cubicBezTo>
                    <a:pt x="2487" y="16671"/>
                    <a:pt x="4550" y="19141"/>
                    <a:pt x="7495" y="19990"/>
                  </a:cubicBezTo>
                  <a:cubicBezTo>
                    <a:pt x="7565" y="20010"/>
                    <a:pt x="7640" y="20020"/>
                    <a:pt x="7719" y="20020"/>
                  </a:cubicBezTo>
                  <a:cubicBezTo>
                    <a:pt x="10968" y="20020"/>
                    <a:pt x="21651" y="3441"/>
                    <a:pt x="21651" y="3441"/>
                  </a:cubicBezTo>
                  <a:cubicBezTo>
                    <a:pt x="21651" y="3441"/>
                    <a:pt x="18767" y="1232"/>
                    <a:pt x="16350" y="34"/>
                  </a:cubicBezTo>
                  <a:cubicBezTo>
                    <a:pt x="16350" y="34"/>
                    <a:pt x="16076" y="1"/>
                    <a:pt x="155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5"/>
            <p:cNvSpPr/>
            <p:nvPr/>
          </p:nvSpPr>
          <p:spPr>
            <a:xfrm>
              <a:off x="7443268" y="2087628"/>
              <a:ext cx="560226" cy="260528"/>
            </a:xfrm>
            <a:custGeom>
              <a:rect b="b" l="l" r="r" t="t"/>
              <a:pathLst>
                <a:path extrusionOk="0" h="12923" w="27789">
                  <a:moveTo>
                    <a:pt x="20590" y="1"/>
                  </a:moveTo>
                  <a:cubicBezTo>
                    <a:pt x="5972" y="1"/>
                    <a:pt x="1" y="12922"/>
                    <a:pt x="1" y="12922"/>
                  </a:cubicBezTo>
                  <a:lnTo>
                    <a:pt x="5554" y="12922"/>
                  </a:lnTo>
                  <a:cubicBezTo>
                    <a:pt x="10023" y="5126"/>
                    <a:pt x="15409" y="3125"/>
                    <a:pt x="19760" y="3125"/>
                  </a:cubicBezTo>
                  <a:cubicBezTo>
                    <a:pt x="24350" y="3125"/>
                    <a:pt x="27789" y="5351"/>
                    <a:pt x="27789" y="5351"/>
                  </a:cubicBezTo>
                  <a:cubicBezTo>
                    <a:pt x="27472" y="521"/>
                    <a:pt x="20741" y="1"/>
                    <a:pt x="20741" y="1"/>
                  </a:cubicBezTo>
                  <a:cubicBezTo>
                    <a:pt x="20691" y="1"/>
                    <a:pt x="20640" y="1"/>
                    <a:pt x="2059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5"/>
            <p:cNvSpPr/>
            <p:nvPr/>
          </p:nvSpPr>
          <p:spPr>
            <a:xfrm>
              <a:off x="7245674" y="2277018"/>
              <a:ext cx="362215" cy="425880"/>
            </a:xfrm>
            <a:custGeom>
              <a:rect b="b" l="l" r="r" t="t"/>
              <a:pathLst>
                <a:path extrusionOk="0" h="21125" w="17967">
                  <a:moveTo>
                    <a:pt x="11843" y="1"/>
                  </a:moveTo>
                  <a:cubicBezTo>
                    <a:pt x="8648" y="1"/>
                    <a:pt x="4899" y="2956"/>
                    <a:pt x="2694" y="7529"/>
                  </a:cubicBezTo>
                  <a:cubicBezTo>
                    <a:pt x="1" y="13114"/>
                    <a:pt x="630" y="19000"/>
                    <a:pt x="4107" y="20678"/>
                  </a:cubicBezTo>
                  <a:cubicBezTo>
                    <a:pt x="4735" y="20980"/>
                    <a:pt x="5414" y="21124"/>
                    <a:pt x="6119" y="21124"/>
                  </a:cubicBezTo>
                  <a:cubicBezTo>
                    <a:pt x="9314" y="21124"/>
                    <a:pt x="13067" y="18168"/>
                    <a:pt x="15273" y="13594"/>
                  </a:cubicBezTo>
                  <a:cubicBezTo>
                    <a:pt x="17966" y="8008"/>
                    <a:pt x="17333" y="2123"/>
                    <a:pt x="13860" y="449"/>
                  </a:cubicBezTo>
                  <a:cubicBezTo>
                    <a:pt x="13230" y="145"/>
                    <a:pt x="12550" y="1"/>
                    <a:pt x="1184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5"/>
            <p:cNvSpPr/>
            <p:nvPr/>
          </p:nvSpPr>
          <p:spPr>
            <a:xfrm>
              <a:off x="7282689" y="2294820"/>
              <a:ext cx="362134" cy="425880"/>
            </a:xfrm>
            <a:custGeom>
              <a:rect b="b" l="l" r="r" t="t"/>
              <a:pathLst>
                <a:path extrusionOk="0" h="21125" w="17963">
                  <a:moveTo>
                    <a:pt x="11846" y="1"/>
                  </a:moveTo>
                  <a:cubicBezTo>
                    <a:pt x="8651" y="1"/>
                    <a:pt x="4900" y="2957"/>
                    <a:pt x="2694" y="7532"/>
                  </a:cubicBezTo>
                  <a:cubicBezTo>
                    <a:pt x="1" y="13117"/>
                    <a:pt x="630" y="19003"/>
                    <a:pt x="4107" y="20676"/>
                  </a:cubicBezTo>
                  <a:cubicBezTo>
                    <a:pt x="4736" y="20980"/>
                    <a:pt x="5416" y="21125"/>
                    <a:pt x="6123" y="21125"/>
                  </a:cubicBezTo>
                  <a:cubicBezTo>
                    <a:pt x="9316" y="21125"/>
                    <a:pt x="13068" y="18169"/>
                    <a:pt x="15269" y="13596"/>
                  </a:cubicBezTo>
                  <a:cubicBezTo>
                    <a:pt x="17962" y="8011"/>
                    <a:pt x="17333" y="2125"/>
                    <a:pt x="13860" y="448"/>
                  </a:cubicBezTo>
                  <a:cubicBezTo>
                    <a:pt x="13231" y="145"/>
                    <a:pt x="12552" y="1"/>
                    <a:pt x="118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5"/>
            <p:cNvSpPr/>
            <p:nvPr/>
          </p:nvSpPr>
          <p:spPr>
            <a:xfrm>
              <a:off x="7660894" y="2582675"/>
              <a:ext cx="466946" cy="395459"/>
            </a:xfrm>
            <a:custGeom>
              <a:rect b="b" l="l" r="r" t="t"/>
              <a:pathLst>
                <a:path extrusionOk="0" h="19616" w="23162">
                  <a:moveTo>
                    <a:pt x="13822" y="1"/>
                  </a:moveTo>
                  <a:cubicBezTo>
                    <a:pt x="11182" y="1"/>
                    <a:pt x="8311" y="1035"/>
                    <a:pt x="5891" y="3084"/>
                  </a:cubicBezTo>
                  <a:cubicBezTo>
                    <a:pt x="1232" y="7024"/>
                    <a:pt x="1" y="13234"/>
                    <a:pt x="3141" y="16947"/>
                  </a:cubicBezTo>
                  <a:cubicBezTo>
                    <a:pt x="4651" y="18731"/>
                    <a:pt x="6896" y="19615"/>
                    <a:pt x="9339" y="19615"/>
                  </a:cubicBezTo>
                  <a:cubicBezTo>
                    <a:pt x="11979" y="19615"/>
                    <a:pt x="14850" y="18581"/>
                    <a:pt x="17272" y="16533"/>
                  </a:cubicBezTo>
                  <a:cubicBezTo>
                    <a:pt x="21931" y="12592"/>
                    <a:pt x="23162" y="6386"/>
                    <a:pt x="20018" y="2669"/>
                  </a:cubicBezTo>
                  <a:cubicBezTo>
                    <a:pt x="18509" y="885"/>
                    <a:pt x="16264" y="1"/>
                    <a:pt x="1382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5"/>
            <p:cNvSpPr/>
            <p:nvPr/>
          </p:nvSpPr>
          <p:spPr>
            <a:xfrm>
              <a:off x="7334683" y="2327662"/>
              <a:ext cx="362215" cy="425840"/>
            </a:xfrm>
            <a:custGeom>
              <a:rect b="b" l="l" r="r" t="t"/>
              <a:pathLst>
                <a:path extrusionOk="0" h="21123" w="17967">
                  <a:moveTo>
                    <a:pt x="11847" y="0"/>
                  </a:moveTo>
                  <a:cubicBezTo>
                    <a:pt x="8652" y="0"/>
                    <a:pt x="4899" y="2953"/>
                    <a:pt x="2694" y="7527"/>
                  </a:cubicBezTo>
                  <a:cubicBezTo>
                    <a:pt x="1" y="13117"/>
                    <a:pt x="635" y="19002"/>
                    <a:pt x="4107" y="20676"/>
                  </a:cubicBezTo>
                  <a:cubicBezTo>
                    <a:pt x="4736" y="20979"/>
                    <a:pt x="5415" y="21123"/>
                    <a:pt x="6121" y="21123"/>
                  </a:cubicBezTo>
                  <a:cubicBezTo>
                    <a:pt x="9318" y="21123"/>
                    <a:pt x="13071" y="18167"/>
                    <a:pt x="15274" y="13592"/>
                  </a:cubicBezTo>
                  <a:cubicBezTo>
                    <a:pt x="17967" y="8007"/>
                    <a:pt x="17333" y="2121"/>
                    <a:pt x="13860" y="448"/>
                  </a:cubicBezTo>
                  <a:cubicBezTo>
                    <a:pt x="13231" y="145"/>
                    <a:pt x="12553" y="0"/>
                    <a:pt x="1184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5"/>
            <p:cNvSpPr/>
            <p:nvPr/>
          </p:nvSpPr>
          <p:spPr>
            <a:xfrm>
              <a:off x="7428957" y="2438477"/>
              <a:ext cx="173658" cy="204184"/>
            </a:xfrm>
            <a:custGeom>
              <a:rect b="b" l="l" r="r" t="t"/>
              <a:pathLst>
                <a:path extrusionOk="0" h="7857" w="6683">
                  <a:moveTo>
                    <a:pt x="4407" y="0"/>
                  </a:moveTo>
                  <a:cubicBezTo>
                    <a:pt x="3219" y="0"/>
                    <a:pt x="1823" y="1099"/>
                    <a:pt x="1004" y="2803"/>
                  </a:cubicBezTo>
                  <a:cubicBezTo>
                    <a:pt x="1" y="4878"/>
                    <a:pt x="236" y="7068"/>
                    <a:pt x="1528" y="7689"/>
                  </a:cubicBezTo>
                  <a:cubicBezTo>
                    <a:pt x="1763" y="7803"/>
                    <a:pt x="2016" y="7857"/>
                    <a:pt x="2280" y="7857"/>
                  </a:cubicBezTo>
                  <a:cubicBezTo>
                    <a:pt x="3467" y="7857"/>
                    <a:pt x="4862" y="6759"/>
                    <a:pt x="5679" y="5057"/>
                  </a:cubicBezTo>
                  <a:cubicBezTo>
                    <a:pt x="6683" y="2981"/>
                    <a:pt x="6447" y="788"/>
                    <a:pt x="5155" y="166"/>
                  </a:cubicBezTo>
                  <a:cubicBezTo>
                    <a:pt x="4922" y="54"/>
                    <a:pt x="4670" y="0"/>
                    <a:pt x="44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5"/>
            <p:cNvSpPr/>
            <p:nvPr/>
          </p:nvSpPr>
          <p:spPr>
            <a:xfrm>
              <a:off x="7741443" y="2087184"/>
              <a:ext cx="520572" cy="668022"/>
            </a:xfrm>
            <a:custGeom>
              <a:rect b="b" l="l" r="r" t="t"/>
              <a:pathLst>
                <a:path extrusionOk="0" h="33136" w="25822">
                  <a:moveTo>
                    <a:pt x="5763" y="1"/>
                  </a:moveTo>
                  <a:cubicBezTo>
                    <a:pt x="2471" y="1"/>
                    <a:pt x="0" y="921"/>
                    <a:pt x="0" y="921"/>
                  </a:cubicBezTo>
                  <a:cubicBezTo>
                    <a:pt x="1152" y="714"/>
                    <a:pt x="2240" y="615"/>
                    <a:pt x="3266" y="615"/>
                  </a:cubicBezTo>
                  <a:cubicBezTo>
                    <a:pt x="11885" y="615"/>
                    <a:pt x="16058" y="7597"/>
                    <a:pt x="15558" y="15881"/>
                  </a:cubicBezTo>
                  <a:cubicBezTo>
                    <a:pt x="14997" y="25150"/>
                    <a:pt x="9152" y="28554"/>
                    <a:pt x="9152" y="28554"/>
                  </a:cubicBezTo>
                  <a:cubicBezTo>
                    <a:pt x="10976" y="31324"/>
                    <a:pt x="10911" y="33136"/>
                    <a:pt x="10911" y="33136"/>
                  </a:cubicBezTo>
                  <a:cubicBezTo>
                    <a:pt x="10911" y="33136"/>
                    <a:pt x="25822" y="23765"/>
                    <a:pt x="19408" y="9297"/>
                  </a:cubicBezTo>
                  <a:cubicBezTo>
                    <a:pt x="16013" y="1640"/>
                    <a:pt x="10157" y="1"/>
                    <a:pt x="576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1" name="Google Shape;671;p25"/>
          <p:cNvGrpSpPr/>
          <p:nvPr/>
        </p:nvGrpSpPr>
        <p:grpSpPr>
          <a:xfrm>
            <a:off x="3338725" y="4098113"/>
            <a:ext cx="261600" cy="352550"/>
            <a:chOff x="5658788" y="2331488"/>
            <a:chExt cx="261600" cy="352550"/>
          </a:xfrm>
        </p:grpSpPr>
        <p:sp>
          <p:nvSpPr>
            <p:cNvPr id="672" name="Google Shape;672;p25"/>
            <p:cNvSpPr/>
            <p:nvPr/>
          </p:nvSpPr>
          <p:spPr>
            <a:xfrm>
              <a:off x="5714063" y="2331488"/>
              <a:ext cx="206325" cy="352550"/>
            </a:xfrm>
            <a:custGeom>
              <a:rect b="b" l="l" r="r" t="t"/>
              <a:pathLst>
                <a:path extrusionOk="0" h="14102" w="8253">
                  <a:moveTo>
                    <a:pt x="1412" y="1433"/>
                  </a:moveTo>
                  <a:lnTo>
                    <a:pt x="4256" y="2985"/>
                  </a:lnTo>
                  <a:lnTo>
                    <a:pt x="3224" y="5978"/>
                  </a:lnTo>
                  <a:lnTo>
                    <a:pt x="1412" y="1433"/>
                  </a:lnTo>
                  <a:close/>
                  <a:moveTo>
                    <a:pt x="3894" y="7652"/>
                  </a:moveTo>
                  <a:lnTo>
                    <a:pt x="7168" y="8460"/>
                  </a:lnTo>
                  <a:lnTo>
                    <a:pt x="5787" y="12392"/>
                  </a:lnTo>
                  <a:lnTo>
                    <a:pt x="3894" y="7652"/>
                  </a:lnTo>
                  <a:close/>
                  <a:moveTo>
                    <a:pt x="537" y="0"/>
                  </a:moveTo>
                  <a:cubicBezTo>
                    <a:pt x="246" y="0"/>
                    <a:pt x="0" y="301"/>
                    <a:pt x="125" y="612"/>
                  </a:cubicBezTo>
                  <a:lnTo>
                    <a:pt x="5397" y="13822"/>
                  </a:lnTo>
                  <a:cubicBezTo>
                    <a:pt x="5462" y="13992"/>
                    <a:pt x="5629" y="14102"/>
                    <a:pt x="5807" y="14102"/>
                  </a:cubicBezTo>
                  <a:lnTo>
                    <a:pt x="5820" y="14102"/>
                  </a:lnTo>
                  <a:cubicBezTo>
                    <a:pt x="6002" y="14098"/>
                    <a:pt x="6169" y="13980"/>
                    <a:pt x="6230" y="13805"/>
                  </a:cubicBezTo>
                  <a:lnTo>
                    <a:pt x="8167" y="8293"/>
                  </a:lnTo>
                  <a:cubicBezTo>
                    <a:pt x="8253" y="8042"/>
                    <a:pt x="8110" y="7774"/>
                    <a:pt x="7855" y="7713"/>
                  </a:cubicBezTo>
                  <a:lnTo>
                    <a:pt x="3906" y="6738"/>
                  </a:lnTo>
                  <a:lnTo>
                    <a:pt x="5218" y="2915"/>
                  </a:lnTo>
                  <a:cubicBezTo>
                    <a:pt x="5287" y="2712"/>
                    <a:pt x="5202" y="2485"/>
                    <a:pt x="5011" y="2379"/>
                  </a:cubicBezTo>
                  <a:lnTo>
                    <a:pt x="750" y="56"/>
                  </a:lnTo>
                  <a:cubicBezTo>
                    <a:pt x="680" y="17"/>
                    <a:pt x="607" y="0"/>
                    <a:pt x="5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5"/>
            <p:cNvSpPr/>
            <p:nvPr/>
          </p:nvSpPr>
          <p:spPr>
            <a:xfrm>
              <a:off x="5658788" y="2445163"/>
              <a:ext cx="151025" cy="201525"/>
            </a:xfrm>
            <a:custGeom>
              <a:rect b="b" l="l" r="r" t="t"/>
              <a:pathLst>
                <a:path extrusionOk="0" h="8061" w="6041">
                  <a:moveTo>
                    <a:pt x="506" y="0"/>
                  </a:moveTo>
                  <a:cubicBezTo>
                    <a:pt x="331" y="0"/>
                    <a:pt x="164" y="105"/>
                    <a:pt x="94" y="278"/>
                  </a:cubicBezTo>
                  <a:cubicBezTo>
                    <a:pt x="0" y="505"/>
                    <a:pt x="110" y="765"/>
                    <a:pt x="337" y="858"/>
                  </a:cubicBezTo>
                  <a:lnTo>
                    <a:pt x="4939" y="2743"/>
                  </a:lnTo>
                  <a:lnTo>
                    <a:pt x="2827" y="7435"/>
                  </a:lnTo>
                  <a:cubicBezTo>
                    <a:pt x="2693" y="7727"/>
                    <a:pt x="2908" y="8060"/>
                    <a:pt x="3233" y="8060"/>
                  </a:cubicBezTo>
                  <a:cubicBezTo>
                    <a:pt x="3408" y="8060"/>
                    <a:pt x="3562" y="7959"/>
                    <a:pt x="3636" y="7800"/>
                  </a:cubicBezTo>
                  <a:lnTo>
                    <a:pt x="5939" y="2690"/>
                  </a:lnTo>
                  <a:cubicBezTo>
                    <a:pt x="6040" y="2459"/>
                    <a:pt x="5935" y="2191"/>
                    <a:pt x="5699" y="2093"/>
                  </a:cubicBezTo>
                  <a:lnTo>
                    <a:pt x="674" y="34"/>
                  </a:lnTo>
                  <a:cubicBezTo>
                    <a:pt x="619" y="11"/>
                    <a:pt x="562" y="0"/>
                    <a:pt x="5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674" name="Shape 674"/>
        <p:cNvGrpSpPr/>
        <p:nvPr/>
      </p:nvGrpSpPr>
      <p:grpSpPr>
        <a:xfrm>
          <a:off x="0" y="0"/>
          <a:ext cx="0" cy="0"/>
          <a:chOff x="0" y="0"/>
          <a:chExt cx="0" cy="0"/>
        </a:xfrm>
      </p:grpSpPr>
      <p:sp>
        <p:nvSpPr>
          <p:cNvPr id="675" name="Google Shape;675;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676" name="Google Shape;676;p26"/>
          <p:cNvSpPr txBox="1"/>
          <p:nvPr>
            <p:ph idx="1" type="subTitle"/>
          </p:nvPr>
        </p:nvSpPr>
        <p:spPr>
          <a:xfrm>
            <a:off x="6674574" y="1942350"/>
            <a:ext cx="1756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77" name="Google Shape;677;p26"/>
          <p:cNvSpPr txBox="1"/>
          <p:nvPr>
            <p:ph idx="2" type="subTitle"/>
          </p:nvPr>
        </p:nvSpPr>
        <p:spPr>
          <a:xfrm>
            <a:off x="6674587" y="3687300"/>
            <a:ext cx="1756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78" name="Google Shape;678;p26"/>
          <p:cNvSpPr txBox="1"/>
          <p:nvPr>
            <p:ph idx="3" type="subTitle"/>
          </p:nvPr>
        </p:nvSpPr>
        <p:spPr>
          <a:xfrm>
            <a:off x="1473125" y="1942350"/>
            <a:ext cx="1756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79" name="Google Shape;679;p26"/>
          <p:cNvSpPr txBox="1"/>
          <p:nvPr>
            <p:ph idx="4" type="subTitle"/>
          </p:nvPr>
        </p:nvSpPr>
        <p:spPr>
          <a:xfrm>
            <a:off x="1473121" y="3687200"/>
            <a:ext cx="1756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80" name="Google Shape;680;p26"/>
          <p:cNvSpPr txBox="1"/>
          <p:nvPr>
            <p:ph idx="5" type="subTitle"/>
          </p:nvPr>
        </p:nvSpPr>
        <p:spPr>
          <a:xfrm>
            <a:off x="6674575" y="1558975"/>
            <a:ext cx="1756200" cy="463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200">
                <a:solidFill>
                  <a:schemeClr val="dk1"/>
                </a:solidFill>
                <a:latin typeface="Exo ExtraBold"/>
                <a:ea typeface="Exo ExtraBold"/>
                <a:cs typeface="Exo ExtraBold"/>
                <a:sym typeface="Exo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81" name="Google Shape;681;p26"/>
          <p:cNvSpPr txBox="1"/>
          <p:nvPr>
            <p:ph idx="6" type="subTitle"/>
          </p:nvPr>
        </p:nvSpPr>
        <p:spPr>
          <a:xfrm>
            <a:off x="1473125" y="1558975"/>
            <a:ext cx="1756200" cy="463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200">
                <a:solidFill>
                  <a:schemeClr val="dk1"/>
                </a:solidFill>
                <a:latin typeface="Exo ExtraBold"/>
                <a:ea typeface="Exo ExtraBold"/>
                <a:cs typeface="Exo ExtraBold"/>
                <a:sym typeface="Exo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82" name="Google Shape;682;p26"/>
          <p:cNvSpPr txBox="1"/>
          <p:nvPr>
            <p:ph idx="7" type="subTitle"/>
          </p:nvPr>
        </p:nvSpPr>
        <p:spPr>
          <a:xfrm>
            <a:off x="6674584" y="3299600"/>
            <a:ext cx="1756200" cy="463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200">
                <a:solidFill>
                  <a:schemeClr val="dk1"/>
                </a:solidFill>
                <a:latin typeface="Exo ExtraBold"/>
                <a:ea typeface="Exo ExtraBold"/>
                <a:cs typeface="Exo ExtraBold"/>
                <a:sym typeface="Exo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83" name="Google Shape;683;p26"/>
          <p:cNvSpPr txBox="1"/>
          <p:nvPr>
            <p:ph idx="8" type="subTitle"/>
          </p:nvPr>
        </p:nvSpPr>
        <p:spPr>
          <a:xfrm>
            <a:off x="1473117" y="3299600"/>
            <a:ext cx="1756200" cy="463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200">
                <a:solidFill>
                  <a:schemeClr val="dk1"/>
                </a:solidFill>
                <a:latin typeface="Exo ExtraBold"/>
                <a:ea typeface="Exo ExtraBold"/>
                <a:cs typeface="Exo ExtraBold"/>
                <a:sym typeface="Exo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84" name="Google Shape;684;p26"/>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685" name="Shape 685"/>
        <p:cNvGrpSpPr/>
        <p:nvPr/>
      </p:nvGrpSpPr>
      <p:grpSpPr>
        <a:xfrm>
          <a:off x="0" y="0"/>
          <a:ext cx="0" cy="0"/>
          <a:chOff x="0" y="0"/>
          <a:chExt cx="0" cy="0"/>
        </a:xfrm>
      </p:grpSpPr>
      <p:sp>
        <p:nvSpPr>
          <p:cNvPr id="686" name="Google Shape;686;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687" name="Google Shape;687;p27"/>
          <p:cNvSpPr txBox="1"/>
          <p:nvPr>
            <p:ph idx="1" type="subTitle"/>
          </p:nvPr>
        </p:nvSpPr>
        <p:spPr>
          <a:xfrm>
            <a:off x="713225" y="2288551"/>
            <a:ext cx="19419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88" name="Google Shape;688;p27"/>
          <p:cNvSpPr txBox="1"/>
          <p:nvPr>
            <p:ph idx="2" type="subTitle"/>
          </p:nvPr>
        </p:nvSpPr>
        <p:spPr>
          <a:xfrm>
            <a:off x="2832763" y="2288551"/>
            <a:ext cx="19419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89" name="Google Shape;689;p27"/>
          <p:cNvSpPr txBox="1"/>
          <p:nvPr>
            <p:ph idx="3" type="subTitle"/>
          </p:nvPr>
        </p:nvSpPr>
        <p:spPr>
          <a:xfrm>
            <a:off x="713225" y="3665625"/>
            <a:ext cx="19419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90" name="Google Shape;690;p27"/>
          <p:cNvSpPr txBox="1"/>
          <p:nvPr>
            <p:ph idx="4" type="subTitle"/>
          </p:nvPr>
        </p:nvSpPr>
        <p:spPr>
          <a:xfrm>
            <a:off x="2832775" y="3665625"/>
            <a:ext cx="19419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91" name="Google Shape;691;p27"/>
          <p:cNvSpPr txBox="1"/>
          <p:nvPr>
            <p:ph idx="5" type="subTitle"/>
          </p:nvPr>
        </p:nvSpPr>
        <p:spPr>
          <a:xfrm>
            <a:off x="4952326" y="2288551"/>
            <a:ext cx="19419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92" name="Google Shape;692;p27"/>
          <p:cNvSpPr txBox="1"/>
          <p:nvPr>
            <p:ph idx="6" type="subTitle"/>
          </p:nvPr>
        </p:nvSpPr>
        <p:spPr>
          <a:xfrm>
            <a:off x="4952326" y="3665625"/>
            <a:ext cx="19419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93" name="Google Shape;693;p27"/>
          <p:cNvSpPr txBox="1"/>
          <p:nvPr>
            <p:ph idx="7" type="subTitle"/>
          </p:nvPr>
        </p:nvSpPr>
        <p:spPr>
          <a:xfrm>
            <a:off x="717038" y="1872150"/>
            <a:ext cx="19344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200">
                <a:solidFill>
                  <a:schemeClr val="dk1"/>
                </a:solidFill>
                <a:latin typeface="Exo ExtraBold"/>
                <a:ea typeface="Exo ExtraBold"/>
                <a:cs typeface="Exo ExtraBold"/>
                <a:sym typeface="Exo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94" name="Google Shape;694;p27"/>
          <p:cNvSpPr txBox="1"/>
          <p:nvPr>
            <p:ph idx="8" type="subTitle"/>
          </p:nvPr>
        </p:nvSpPr>
        <p:spPr>
          <a:xfrm>
            <a:off x="2836577" y="1872150"/>
            <a:ext cx="19344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200">
                <a:solidFill>
                  <a:schemeClr val="dk1"/>
                </a:solidFill>
                <a:latin typeface="Exo ExtraBold"/>
                <a:ea typeface="Exo ExtraBold"/>
                <a:cs typeface="Exo ExtraBold"/>
                <a:sym typeface="Exo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95" name="Google Shape;695;p27"/>
          <p:cNvSpPr txBox="1"/>
          <p:nvPr>
            <p:ph idx="9" type="subTitle"/>
          </p:nvPr>
        </p:nvSpPr>
        <p:spPr>
          <a:xfrm>
            <a:off x="4956139" y="1872150"/>
            <a:ext cx="19344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200">
                <a:solidFill>
                  <a:schemeClr val="dk1"/>
                </a:solidFill>
                <a:latin typeface="Exo ExtraBold"/>
                <a:ea typeface="Exo ExtraBold"/>
                <a:cs typeface="Exo ExtraBold"/>
                <a:sym typeface="Exo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96" name="Google Shape;696;p27"/>
          <p:cNvSpPr txBox="1"/>
          <p:nvPr>
            <p:ph idx="13" type="subTitle"/>
          </p:nvPr>
        </p:nvSpPr>
        <p:spPr>
          <a:xfrm>
            <a:off x="717038" y="3249200"/>
            <a:ext cx="19344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200">
                <a:solidFill>
                  <a:schemeClr val="dk1"/>
                </a:solidFill>
                <a:latin typeface="Exo ExtraBold"/>
                <a:ea typeface="Exo ExtraBold"/>
                <a:cs typeface="Exo ExtraBold"/>
                <a:sym typeface="Exo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97" name="Google Shape;697;p27"/>
          <p:cNvSpPr txBox="1"/>
          <p:nvPr>
            <p:ph idx="14" type="subTitle"/>
          </p:nvPr>
        </p:nvSpPr>
        <p:spPr>
          <a:xfrm>
            <a:off x="2836577" y="3249200"/>
            <a:ext cx="19344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200">
                <a:solidFill>
                  <a:schemeClr val="dk1"/>
                </a:solidFill>
                <a:latin typeface="Exo ExtraBold"/>
                <a:ea typeface="Exo ExtraBold"/>
                <a:cs typeface="Exo ExtraBold"/>
                <a:sym typeface="Exo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98" name="Google Shape;698;p27"/>
          <p:cNvSpPr txBox="1"/>
          <p:nvPr>
            <p:ph idx="15" type="subTitle"/>
          </p:nvPr>
        </p:nvSpPr>
        <p:spPr>
          <a:xfrm>
            <a:off x="4956139" y="3249200"/>
            <a:ext cx="19344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200">
                <a:solidFill>
                  <a:schemeClr val="dk1"/>
                </a:solidFill>
                <a:latin typeface="Exo ExtraBold"/>
                <a:ea typeface="Exo ExtraBold"/>
                <a:cs typeface="Exo ExtraBold"/>
                <a:sym typeface="Exo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99" name="Google Shape;699;p27"/>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700" name="Shape 700"/>
        <p:cNvGrpSpPr/>
        <p:nvPr/>
      </p:nvGrpSpPr>
      <p:grpSpPr>
        <a:xfrm>
          <a:off x="0" y="0"/>
          <a:ext cx="0" cy="0"/>
          <a:chOff x="0" y="0"/>
          <a:chExt cx="0" cy="0"/>
        </a:xfrm>
      </p:grpSpPr>
      <p:sp>
        <p:nvSpPr>
          <p:cNvPr id="701" name="Google Shape;701;p28"/>
          <p:cNvSpPr txBox="1"/>
          <p:nvPr>
            <p:ph hasCustomPrompt="1" type="title"/>
          </p:nvPr>
        </p:nvSpPr>
        <p:spPr>
          <a:xfrm>
            <a:off x="1097225" y="683930"/>
            <a:ext cx="46968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02" name="Google Shape;702;p28"/>
          <p:cNvSpPr txBox="1"/>
          <p:nvPr>
            <p:ph idx="1" type="subTitle"/>
          </p:nvPr>
        </p:nvSpPr>
        <p:spPr>
          <a:xfrm>
            <a:off x="1097225" y="1372849"/>
            <a:ext cx="4696800" cy="382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703" name="Google Shape;703;p28"/>
          <p:cNvSpPr txBox="1"/>
          <p:nvPr>
            <p:ph hasCustomPrompt="1" idx="2" type="title"/>
          </p:nvPr>
        </p:nvSpPr>
        <p:spPr>
          <a:xfrm>
            <a:off x="1097225" y="2036186"/>
            <a:ext cx="46968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04" name="Google Shape;704;p28"/>
          <p:cNvSpPr txBox="1"/>
          <p:nvPr>
            <p:ph idx="3" type="subTitle"/>
          </p:nvPr>
        </p:nvSpPr>
        <p:spPr>
          <a:xfrm>
            <a:off x="1097225" y="2725102"/>
            <a:ext cx="4696800" cy="382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705" name="Google Shape;705;p28"/>
          <p:cNvSpPr txBox="1"/>
          <p:nvPr>
            <p:ph hasCustomPrompt="1" idx="4" type="title"/>
          </p:nvPr>
        </p:nvSpPr>
        <p:spPr>
          <a:xfrm>
            <a:off x="1097225" y="3388442"/>
            <a:ext cx="46968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06" name="Google Shape;706;p28"/>
          <p:cNvSpPr txBox="1"/>
          <p:nvPr>
            <p:ph idx="5" type="subTitle"/>
          </p:nvPr>
        </p:nvSpPr>
        <p:spPr>
          <a:xfrm>
            <a:off x="1097225" y="4077370"/>
            <a:ext cx="4696800" cy="382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707" name="Google Shape;707;p28"/>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708" name="Shape 708"/>
        <p:cNvGrpSpPr/>
        <p:nvPr/>
      </p:nvGrpSpPr>
      <p:grpSpPr>
        <a:xfrm>
          <a:off x="0" y="0"/>
          <a:ext cx="0" cy="0"/>
          <a:chOff x="0" y="0"/>
          <a:chExt cx="0" cy="0"/>
        </a:xfrm>
      </p:grpSpPr>
      <p:sp>
        <p:nvSpPr>
          <p:cNvPr id="709" name="Google Shape;709;p29"/>
          <p:cNvSpPr txBox="1"/>
          <p:nvPr>
            <p:ph hasCustomPrompt="1" type="title"/>
          </p:nvPr>
        </p:nvSpPr>
        <p:spPr>
          <a:xfrm>
            <a:off x="1325650" y="1837175"/>
            <a:ext cx="13989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2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10" name="Google Shape;710;p29"/>
          <p:cNvSpPr txBox="1"/>
          <p:nvPr>
            <p:ph idx="1" type="subTitle"/>
          </p:nvPr>
        </p:nvSpPr>
        <p:spPr>
          <a:xfrm>
            <a:off x="938500" y="3444925"/>
            <a:ext cx="2173200" cy="881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711" name="Google Shape;711;p29"/>
          <p:cNvSpPr txBox="1"/>
          <p:nvPr>
            <p:ph idx="2" type="subTitle"/>
          </p:nvPr>
        </p:nvSpPr>
        <p:spPr>
          <a:xfrm>
            <a:off x="938500" y="3024100"/>
            <a:ext cx="2173200" cy="5055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1"/>
              </a:buClr>
              <a:buSzPts val="2400"/>
              <a:buFont typeface="Bebas Neue"/>
              <a:buNone/>
              <a:defRPr sz="2200">
                <a:solidFill>
                  <a:schemeClr val="dk1"/>
                </a:solidFill>
                <a:latin typeface="Exo ExtraBold"/>
                <a:ea typeface="Exo ExtraBold"/>
                <a:cs typeface="Exo ExtraBold"/>
                <a:sym typeface="Exo Extra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712" name="Google Shape;712;p29"/>
          <p:cNvSpPr txBox="1"/>
          <p:nvPr>
            <p:ph hasCustomPrompt="1" idx="3" type="title"/>
          </p:nvPr>
        </p:nvSpPr>
        <p:spPr>
          <a:xfrm>
            <a:off x="3873100" y="1837175"/>
            <a:ext cx="13977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2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13" name="Google Shape;713;p29"/>
          <p:cNvSpPr txBox="1"/>
          <p:nvPr>
            <p:ph idx="4" type="subTitle"/>
          </p:nvPr>
        </p:nvSpPr>
        <p:spPr>
          <a:xfrm>
            <a:off x="3485400" y="3444925"/>
            <a:ext cx="2173200" cy="881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714" name="Google Shape;714;p29"/>
          <p:cNvSpPr txBox="1"/>
          <p:nvPr>
            <p:ph idx="5" type="subTitle"/>
          </p:nvPr>
        </p:nvSpPr>
        <p:spPr>
          <a:xfrm>
            <a:off x="3485400" y="3024100"/>
            <a:ext cx="2173200" cy="5055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1"/>
              </a:buClr>
              <a:buSzPts val="2400"/>
              <a:buFont typeface="Bebas Neue"/>
              <a:buNone/>
              <a:defRPr sz="2200">
                <a:solidFill>
                  <a:schemeClr val="dk1"/>
                </a:solidFill>
                <a:latin typeface="Exo ExtraBold"/>
                <a:ea typeface="Exo ExtraBold"/>
                <a:cs typeface="Exo ExtraBold"/>
                <a:sym typeface="Exo Extra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715" name="Google Shape;715;p29"/>
          <p:cNvSpPr txBox="1"/>
          <p:nvPr>
            <p:ph hasCustomPrompt="1" idx="6" type="title"/>
          </p:nvPr>
        </p:nvSpPr>
        <p:spPr>
          <a:xfrm>
            <a:off x="6417675" y="1837175"/>
            <a:ext cx="13977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2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16" name="Google Shape;716;p29"/>
          <p:cNvSpPr txBox="1"/>
          <p:nvPr>
            <p:ph idx="7" type="subTitle"/>
          </p:nvPr>
        </p:nvSpPr>
        <p:spPr>
          <a:xfrm>
            <a:off x="6032300" y="3444925"/>
            <a:ext cx="2173200" cy="881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717" name="Google Shape;717;p29"/>
          <p:cNvSpPr txBox="1"/>
          <p:nvPr>
            <p:ph idx="8" type="subTitle"/>
          </p:nvPr>
        </p:nvSpPr>
        <p:spPr>
          <a:xfrm>
            <a:off x="6032300" y="3024100"/>
            <a:ext cx="2173200" cy="5055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1"/>
              </a:buClr>
              <a:buSzPts val="2400"/>
              <a:buFont typeface="Bebas Neue"/>
              <a:buNone/>
              <a:defRPr sz="2200">
                <a:solidFill>
                  <a:schemeClr val="dk1"/>
                </a:solidFill>
                <a:latin typeface="Exo ExtraBold"/>
                <a:ea typeface="Exo ExtraBold"/>
                <a:cs typeface="Exo ExtraBold"/>
                <a:sym typeface="Exo Extra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718" name="Google Shape;718;p29"/>
          <p:cNvSpPr txBox="1"/>
          <p:nvPr>
            <p:ph idx="9"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719" name="Google Shape;719;p29"/>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0" name="Google Shape;720;p29"/>
          <p:cNvGrpSpPr/>
          <p:nvPr/>
        </p:nvGrpSpPr>
        <p:grpSpPr>
          <a:xfrm>
            <a:off x="451187" y="4280395"/>
            <a:ext cx="2933900" cy="733851"/>
            <a:chOff x="451187" y="4280395"/>
            <a:chExt cx="2933900" cy="733851"/>
          </a:xfrm>
        </p:grpSpPr>
        <p:sp>
          <p:nvSpPr>
            <p:cNvPr id="721" name="Google Shape;721;p29"/>
            <p:cNvSpPr/>
            <p:nvPr/>
          </p:nvSpPr>
          <p:spPr>
            <a:xfrm>
              <a:off x="589335" y="4280395"/>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9"/>
            <p:cNvSpPr/>
            <p:nvPr/>
          </p:nvSpPr>
          <p:spPr>
            <a:xfrm>
              <a:off x="451187" y="4726779"/>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9"/>
            <p:cNvSpPr/>
            <p:nvPr/>
          </p:nvSpPr>
          <p:spPr>
            <a:xfrm>
              <a:off x="1023413" y="466144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9"/>
            <p:cNvSpPr/>
            <p:nvPr/>
          </p:nvSpPr>
          <p:spPr>
            <a:xfrm>
              <a:off x="1649260" y="4820820"/>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9"/>
            <p:cNvSpPr/>
            <p:nvPr/>
          </p:nvSpPr>
          <p:spPr>
            <a:xfrm>
              <a:off x="3225487" y="4708929"/>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9"/>
            <p:cNvSpPr/>
            <p:nvPr/>
          </p:nvSpPr>
          <p:spPr>
            <a:xfrm>
              <a:off x="2464688" y="491404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27" name="Google Shape;727;p29"/>
            <p:cNvCxnSpPr>
              <a:stCxn id="722" idx="0"/>
              <a:endCxn id="721" idx="3"/>
            </p:cNvCxnSpPr>
            <p:nvPr/>
          </p:nvCxnSpPr>
          <p:spPr>
            <a:xfrm flipH="1" rot="10800000">
              <a:off x="530987" y="4386579"/>
              <a:ext cx="76500" cy="340200"/>
            </a:xfrm>
            <a:prstGeom prst="straightConnector1">
              <a:avLst/>
            </a:prstGeom>
            <a:noFill/>
            <a:ln cap="flat" cmpd="sng" w="19050">
              <a:solidFill>
                <a:schemeClr val="dk2"/>
              </a:solidFill>
              <a:prstDash val="solid"/>
              <a:round/>
              <a:headEnd len="med" w="med" type="none"/>
              <a:tailEnd len="med" w="med" type="none"/>
            </a:ln>
          </p:spPr>
        </p:cxnSp>
        <p:cxnSp>
          <p:nvCxnSpPr>
            <p:cNvPr id="728" name="Google Shape;728;p29"/>
            <p:cNvCxnSpPr>
              <a:stCxn id="722" idx="6"/>
              <a:endCxn id="723" idx="2"/>
            </p:cNvCxnSpPr>
            <p:nvPr/>
          </p:nvCxnSpPr>
          <p:spPr>
            <a:xfrm flipH="1" rot="10800000">
              <a:off x="610787" y="4711479"/>
              <a:ext cx="412500" cy="95400"/>
            </a:xfrm>
            <a:prstGeom prst="straightConnector1">
              <a:avLst/>
            </a:prstGeom>
            <a:noFill/>
            <a:ln cap="flat" cmpd="sng" w="19050">
              <a:solidFill>
                <a:schemeClr val="dk2"/>
              </a:solidFill>
              <a:prstDash val="solid"/>
              <a:round/>
              <a:headEnd len="med" w="med" type="none"/>
              <a:tailEnd len="med" w="med" type="none"/>
            </a:ln>
          </p:spPr>
        </p:cxnSp>
        <p:cxnSp>
          <p:nvCxnSpPr>
            <p:cNvPr id="729" name="Google Shape;729;p29"/>
            <p:cNvCxnSpPr>
              <a:stCxn id="723" idx="6"/>
              <a:endCxn id="724" idx="2"/>
            </p:cNvCxnSpPr>
            <p:nvPr/>
          </p:nvCxnSpPr>
          <p:spPr>
            <a:xfrm>
              <a:off x="1123313" y="4711546"/>
              <a:ext cx="525900" cy="171600"/>
            </a:xfrm>
            <a:prstGeom prst="straightConnector1">
              <a:avLst/>
            </a:prstGeom>
            <a:noFill/>
            <a:ln cap="flat" cmpd="sng" w="19050">
              <a:solidFill>
                <a:schemeClr val="dk2"/>
              </a:solidFill>
              <a:prstDash val="solid"/>
              <a:round/>
              <a:headEnd len="med" w="med" type="none"/>
              <a:tailEnd len="med" w="med" type="none"/>
            </a:ln>
          </p:spPr>
        </p:cxnSp>
        <p:cxnSp>
          <p:nvCxnSpPr>
            <p:cNvPr id="730" name="Google Shape;730;p29"/>
            <p:cNvCxnSpPr>
              <a:stCxn id="724" idx="5"/>
              <a:endCxn id="726" idx="2"/>
            </p:cNvCxnSpPr>
            <p:nvPr/>
          </p:nvCxnSpPr>
          <p:spPr>
            <a:xfrm>
              <a:off x="1755015" y="4927088"/>
              <a:ext cx="709800" cy="37200"/>
            </a:xfrm>
            <a:prstGeom prst="straightConnector1">
              <a:avLst/>
            </a:prstGeom>
            <a:noFill/>
            <a:ln cap="flat" cmpd="sng" w="19050">
              <a:solidFill>
                <a:schemeClr val="dk2"/>
              </a:solidFill>
              <a:prstDash val="solid"/>
              <a:round/>
              <a:headEnd len="med" w="med" type="none"/>
              <a:tailEnd len="med" w="med" type="none"/>
            </a:ln>
          </p:spPr>
        </p:cxnSp>
        <p:cxnSp>
          <p:nvCxnSpPr>
            <p:cNvPr id="731" name="Google Shape;731;p29"/>
            <p:cNvCxnSpPr>
              <a:stCxn id="724" idx="6"/>
              <a:endCxn id="725" idx="2"/>
            </p:cNvCxnSpPr>
            <p:nvPr/>
          </p:nvCxnSpPr>
          <p:spPr>
            <a:xfrm flipH="1" rot="10800000">
              <a:off x="1773160" y="4789170"/>
              <a:ext cx="1452300" cy="93900"/>
            </a:xfrm>
            <a:prstGeom prst="straightConnector1">
              <a:avLst/>
            </a:prstGeom>
            <a:noFill/>
            <a:ln cap="flat" cmpd="sng" w="19050">
              <a:solidFill>
                <a:schemeClr val="dk2"/>
              </a:solidFill>
              <a:prstDash val="solid"/>
              <a:round/>
              <a:headEnd len="med" w="med" type="none"/>
              <a:tailEnd len="med" w="med" type="none"/>
            </a:ln>
          </p:spPr>
        </p:cxnSp>
      </p:grpSp>
      <p:grpSp>
        <p:nvGrpSpPr>
          <p:cNvPr id="732" name="Google Shape;732;p29"/>
          <p:cNvGrpSpPr/>
          <p:nvPr/>
        </p:nvGrpSpPr>
        <p:grpSpPr>
          <a:xfrm>
            <a:off x="7118985" y="3943420"/>
            <a:ext cx="1865252" cy="1098964"/>
            <a:chOff x="7103360" y="3943420"/>
            <a:chExt cx="1865252" cy="1098964"/>
          </a:xfrm>
        </p:grpSpPr>
        <p:sp>
          <p:nvSpPr>
            <p:cNvPr id="733" name="Google Shape;733;p29"/>
            <p:cNvSpPr/>
            <p:nvPr/>
          </p:nvSpPr>
          <p:spPr>
            <a:xfrm>
              <a:off x="8752810" y="3943420"/>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9"/>
            <p:cNvSpPr/>
            <p:nvPr/>
          </p:nvSpPr>
          <p:spPr>
            <a:xfrm>
              <a:off x="8809012" y="4783854"/>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9"/>
            <p:cNvSpPr/>
            <p:nvPr/>
          </p:nvSpPr>
          <p:spPr>
            <a:xfrm>
              <a:off x="8330863" y="467149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9"/>
            <p:cNvSpPr/>
            <p:nvPr/>
          </p:nvSpPr>
          <p:spPr>
            <a:xfrm>
              <a:off x="7103360" y="4659358"/>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9"/>
            <p:cNvSpPr/>
            <p:nvPr/>
          </p:nvSpPr>
          <p:spPr>
            <a:xfrm>
              <a:off x="7650737" y="4726767"/>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9"/>
            <p:cNvSpPr/>
            <p:nvPr/>
          </p:nvSpPr>
          <p:spPr>
            <a:xfrm>
              <a:off x="7331513" y="4942184"/>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39" name="Google Shape;739;p29"/>
            <p:cNvCxnSpPr>
              <a:stCxn id="738" idx="7"/>
              <a:endCxn id="737" idx="3"/>
            </p:cNvCxnSpPr>
            <p:nvPr/>
          </p:nvCxnSpPr>
          <p:spPr>
            <a:xfrm flipH="1" rot="10800000">
              <a:off x="7416783" y="4863558"/>
              <a:ext cx="257400" cy="93300"/>
            </a:xfrm>
            <a:prstGeom prst="straightConnector1">
              <a:avLst/>
            </a:prstGeom>
            <a:noFill/>
            <a:ln cap="flat" cmpd="sng" w="19050">
              <a:solidFill>
                <a:schemeClr val="dk2"/>
              </a:solidFill>
              <a:prstDash val="solid"/>
              <a:round/>
              <a:headEnd len="med" w="med" type="none"/>
              <a:tailEnd len="med" w="med" type="none"/>
            </a:ln>
          </p:spPr>
        </p:cxnSp>
        <p:cxnSp>
          <p:nvCxnSpPr>
            <p:cNvPr id="740" name="Google Shape;740;p29"/>
            <p:cNvCxnSpPr>
              <a:stCxn id="736" idx="6"/>
              <a:endCxn id="737" idx="2"/>
            </p:cNvCxnSpPr>
            <p:nvPr/>
          </p:nvCxnSpPr>
          <p:spPr>
            <a:xfrm>
              <a:off x="7227260" y="4721608"/>
              <a:ext cx="423600" cy="85200"/>
            </a:xfrm>
            <a:prstGeom prst="straightConnector1">
              <a:avLst/>
            </a:prstGeom>
            <a:noFill/>
            <a:ln cap="flat" cmpd="sng" w="19050">
              <a:solidFill>
                <a:schemeClr val="dk2"/>
              </a:solidFill>
              <a:prstDash val="solid"/>
              <a:round/>
              <a:headEnd len="med" w="med" type="none"/>
              <a:tailEnd len="med" w="med" type="none"/>
            </a:ln>
          </p:spPr>
        </p:cxnSp>
        <p:cxnSp>
          <p:nvCxnSpPr>
            <p:cNvPr id="741" name="Google Shape;741;p29"/>
            <p:cNvCxnSpPr>
              <a:stCxn id="737" idx="6"/>
              <a:endCxn id="735" idx="2"/>
            </p:cNvCxnSpPr>
            <p:nvPr/>
          </p:nvCxnSpPr>
          <p:spPr>
            <a:xfrm flipH="1" rot="10800000">
              <a:off x="7810337" y="4721667"/>
              <a:ext cx="520500" cy="85200"/>
            </a:xfrm>
            <a:prstGeom prst="straightConnector1">
              <a:avLst/>
            </a:prstGeom>
            <a:noFill/>
            <a:ln cap="flat" cmpd="sng" w="19050">
              <a:solidFill>
                <a:schemeClr val="dk2"/>
              </a:solidFill>
              <a:prstDash val="solid"/>
              <a:round/>
              <a:headEnd len="med" w="med" type="none"/>
              <a:tailEnd len="med" w="med" type="none"/>
            </a:ln>
          </p:spPr>
        </p:cxnSp>
        <p:cxnSp>
          <p:nvCxnSpPr>
            <p:cNvPr id="742" name="Google Shape;742;p29"/>
            <p:cNvCxnSpPr>
              <a:stCxn id="733" idx="4"/>
              <a:endCxn id="734" idx="0"/>
            </p:cNvCxnSpPr>
            <p:nvPr/>
          </p:nvCxnSpPr>
          <p:spPr>
            <a:xfrm>
              <a:off x="8814760" y="4067920"/>
              <a:ext cx="74100" cy="715800"/>
            </a:xfrm>
            <a:prstGeom prst="straightConnector1">
              <a:avLst/>
            </a:prstGeom>
            <a:noFill/>
            <a:ln cap="flat" cmpd="sng" w="19050">
              <a:solidFill>
                <a:schemeClr val="dk2"/>
              </a:solidFill>
              <a:prstDash val="solid"/>
              <a:round/>
              <a:headEnd len="med" w="med" type="none"/>
              <a:tailEnd len="med" w="med" type="none"/>
            </a:ln>
          </p:spPr>
        </p:cxnSp>
        <p:cxnSp>
          <p:nvCxnSpPr>
            <p:cNvPr id="743" name="Google Shape;743;p29"/>
            <p:cNvCxnSpPr>
              <a:stCxn id="735" idx="6"/>
              <a:endCxn id="734" idx="2"/>
            </p:cNvCxnSpPr>
            <p:nvPr/>
          </p:nvCxnSpPr>
          <p:spPr>
            <a:xfrm>
              <a:off x="8430763" y="4721596"/>
              <a:ext cx="378300" cy="142500"/>
            </a:xfrm>
            <a:prstGeom prst="straightConnector1">
              <a:avLst/>
            </a:prstGeom>
            <a:noFill/>
            <a:ln cap="flat" cmpd="sng" w="19050">
              <a:solidFill>
                <a:schemeClr val="dk2"/>
              </a:solidFill>
              <a:prstDash val="solid"/>
              <a:round/>
              <a:headEnd len="med" w="med" type="none"/>
              <a:tailEnd len="med" w="med" type="none"/>
            </a:ln>
          </p:spPr>
        </p:cxnSp>
      </p:grpSp>
      <p:grpSp>
        <p:nvGrpSpPr>
          <p:cNvPr id="744" name="Google Shape;744;p29"/>
          <p:cNvGrpSpPr/>
          <p:nvPr/>
        </p:nvGrpSpPr>
        <p:grpSpPr>
          <a:xfrm>
            <a:off x="8078363" y="4603989"/>
            <a:ext cx="557586" cy="335343"/>
            <a:chOff x="8351038" y="3222477"/>
            <a:chExt cx="557586" cy="335343"/>
          </a:xfrm>
        </p:grpSpPr>
        <p:sp>
          <p:nvSpPr>
            <p:cNvPr id="745" name="Google Shape;745;p29"/>
            <p:cNvSpPr/>
            <p:nvPr/>
          </p:nvSpPr>
          <p:spPr>
            <a:xfrm>
              <a:off x="8352349" y="3390537"/>
              <a:ext cx="25402" cy="37195"/>
            </a:xfrm>
            <a:custGeom>
              <a:rect b="b" l="l" r="r" t="t"/>
              <a:pathLst>
                <a:path extrusionOk="0" h="1845" w="1260">
                  <a:moveTo>
                    <a:pt x="536" y="0"/>
                  </a:moveTo>
                  <a:lnTo>
                    <a:pt x="0" y="1844"/>
                  </a:lnTo>
                  <a:lnTo>
                    <a:pt x="1259" y="1690"/>
                  </a:lnTo>
                  <a:lnTo>
                    <a:pt x="53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9"/>
            <p:cNvSpPr/>
            <p:nvPr/>
          </p:nvSpPr>
          <p:spPr>
            <a:xfrm>
              <a:off x="8351038" y="3252294"/>
              <a:ext cx="549158" cy="305525"/>
            </a:xfrm>
            <a:custGeom>
              <a:rect b="b" l="l" r="r" t="t"/>
              <a:pathLst>
                <a:path extrusionOk="0" h="15155" w="27240">
                  <a:moveTo>
                    <a:pt x="19458" y="0"/>
                  </a:moveTo>
                  <a:cubicBezTo>
                    <a:pt x="19375" y="0"/>
                    <a:pt x="19291" y="13"/>
                    <a:pt x="19209" y="37"/>
                  </a:cubicBezTo>
                  <a:cubicBezTo>
                    <a:pt x="13945" y="1613"/>
                    <a:pt x="3668" y="6447"/>
                    <a:pt x="646" y="7885"/>
                  </a:cubicBezTo>
                  <a:cubicBezTo>
                    <a:pt x="167" y="8112"/>
                    <a:pt x="0" y="8710"/>
                    <a:pt x="293" y="9152"/>
                  </a:cubicBezTo>
                  <a:cubicBezTo>
                    <a:pt x="1723" y="11358"/>
                    <a:pt x="4290" y="13925"/>
                    <a:pt x="5305" y="14912"/>
                  </a:cubicBezTo>
                  <a:cubicBezTo>
                    <a:pt x="5472" y="15071"/>
                    <a:pt x="5690" y="15155"/>
                    <a:pt x="5912" y="15155"/>
                  </a:cubicBezTo>
                  <a:cubicBezTo>
                    <a:pt x="6037" y="15155"/>
                    <a:pt x="6162" y="15128"/>
                    <a:pt x="6280" y="15075"/>
                  </a:cubicBezTo>
                  <a:cubicBezTo>
                    <a:pt x="7799" y="14364"/>
                    <a:pt x="9538" y="13511"/>
                    <a:pt x="10253" y="13157"/>
                  </a:cubicBezTo>
                  <a:cubicBezTo>
                    <a:pt x="10374" y="13098"/>
                    <a:pt x="10505" y="13068"/>
                    <a:pt x="10636" y="13068"/>
                  </a:cubicBezTo>
                  <a:cubicBezTo>
                    <a:pt x="10737" y="13068"/>
                    <a:pt x="10838" y="13085"/>
                    <a:pt x="10935" y="13121"/>
                  </a:cubicBezTo>
                  <a:cubicBezTo>
                    <a:pt x="11634" y="13377"/>
                    <a:pt x="12214" y="13604"/>
                    <a:pt x="12556" y="13738"/>
                  </a:cubicBezTo>
                  <a:cubicBezTo>
                    <a:pt x="12657" y="13780"/>
                    <a:pt x="12765" y="13800"/>
                    <a:pt x="12873" y="13800"/>
                  </a:cubicBezTo>
                  <a:cubicBezTo>
                    <a:pt x="12986" y="13800"/>
                    <a:pt x="13099" y="13778"/>
                    <a:pt x="13206" y="13734"/>
                  </a:cubicBezTo>
                  <a:cubicBezTo>
                    <a:pt x="13660" y="13543"/>
                    <a:pt x="14436" y="13226"/>
                    <a:pt x="14932" y="13023"/>
                  </a:cubicBezTo>
                  <a:cubicBezTo>
                    <a:pt x="15224" y="12905"/>
                    <a:pt x="15427" y="12637"/>
                    <a:pt x="15464" y="12325"/>
                  </a:cubicBezTo>
                  <a:cubicBezTo>
                    <a:pt x="15505" y="12024"/>
                    <a:pt x="15541" y="11683"/>
                    <a:pt x="15566" y="11415"/>
                  </a:cubicBezTo>
                  <a:cubicBezTo>
                    <a:pt x="15598" y="11122"/>
                    <a:pt x="15773" y="10866"/>
                    <a:pt x="16037" y="10732"/>
                  </a:cubicBezTo>
                  <a:cubicBezTo>
                    <a:pt x="16419" y="10541"/>
                    <a:pt x="16959" y="10273"/>
                    <a:pt x="17332" y="10091"/>
                  </a:cubicBezTo>
                  <a:cubicBezTo>
                    <a:pt x="17452" y="10032"/>
                    <a:pt x="17582" y="10003"/>
                    <a:pt x="17711" y="10003"/>
                  </a:cubicBezTo>
                  <a:cubicBezTo>
                    <a:pt x="17877" y="10003"/>
                    <a:pt x="18042" y="10050"/>
                    <a:pt x="18185" y="10143"/>
                  </a:cubicBezTo>
                  <a:cubicBezTo>
                    <a:pt x="18612" y="10416"/>
                    <a:pt x="19172" y="10822"/>
                    <a:pt x="19538" y="11086"/>
                  </a:cubicBezTo>
                  <a:cubicBezTo>
                    <a:pt x="19689" y="11198"/>
                    <a:pt x="19869" y="11256"/>
                    <a:pt x="20050" y="11256"/>
                  </a:cubicBezTo>
                  <a:cubicBezTo>
                    <a:pt x="20157" y="11256"/>
                    <a:pt x="20264" y="11236"/>
                    <a:pt x="20367" y="11195"/>
                  </a:cubicBezTo>
                  <a:cubicBezTo>
                    <a:pt x="22962" y="10168"/>
                    <a:pt x="25403" y="8807"/>
                    <a:pt x="26671" y="8064"/>
                  </a:cubicBezTo>
                  <a:cubicBezTo>
                    <a:pt x="27142" y="7779"/>
                    <a:pt x="27239" y="7138"/>
                    <a:pt x="26874" y="6727"/>
                  </a:cubicBezTo>
                  <a:cubicBezTo>
                    <a:pt x="23259" y="2694"/>
                    <a:pt x="20822" y="789"/>
                    <a:pt x="19956" y="163"/>
                  </a:cubicBezTo>
                  <a:cubicBezTo>
                    <a:pt x="19810" y="56"/>
                    <a:pt x="19636" y="0"/>
                    <a:pt x="194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9"/>
            <p:cNvSpPr/>
            <p:nvPr/>
          </p:nvSpPr>
          <p:spPr>
            <a:xfrm>
              <a:off x="8359465" y="3222477"/>
              <a:ext cx="549158" cy="305525"/>
            </a:xfrm>
            <a:custGeom>
              <a:rect b="b" l="l" r="r" t="t"/>
              <a:pathLst>
                <a:path extrusionOk="0" h="15155" w="27240">
                  <a:moveTo>
                    <a:pt x="19459" y="1"/>
                  </a:moveTo>
                  <a:cubicBezTo>
                    <a:pt x="19375" y="1"/>
                    <a:pt x="19291" y="13"/>
                    <a:pt x="19209" y="38"/>
                  </a:cubicBezTo>
                  <a:cubicBezTo>
                    <a:pt x="13945" y="1614"/>
                    <a:pt x="3669" y="6448"/>
                    <a:pt x="646" y="7885"/>
                  </a:cubicBezTo>
                  <a:cubicBezTo>
                    <a:pt x="171" y="8113"/>
                    <a:pt x="1" y="8710"/>
                    <a:pt x="293" y="9153"/>
                  </a:cubicBezTo>
                  <a:cubicBezTo>
                    <a:pt x="1723" y="11358"/>
                    <a:pt x="4290" y="13925"/>
                    <a:pt x="5305" y="14908"/>
                  </a:cubicBezTo>
                  <a:cubicBezTo>
                    <a:pt x="5473" y="15070"/>
                    <a:pt x="5692" y="15155"/>
                    <a:pt x="5914" y="15155"/>
                  </a:cubicBezTo>
                  <a:cubicBezTo>
                    <a:pt x="6038" y="15155"/>
                    <a:pt x="6163" y="15129"/>
                    <a:pt x="6280" y="15075"/>
                  </a:cubicBezTo>
                  <a:cubicBezTo>
                    <a:pt x="7800" y="14364"/>
                    <a:pt x="9538" y="13511"/>
                    <a:pt x="10253" y="13158"/>
                  </a:cubicBezTo>
                  <a:cubicBezTo>
                    <a:pt x="10372" y="13098"/>
                    <a:pt x="10503" y="13068"/>
                    <a:pt x="10635" y="13068"/>
                  </a:cubicBezTo>
                  <a:cubicBezTo>
                    <a:pt x="10736" y="13068"/>
                    <a:pt x="10838" y="13086"/>
                    <a:pt x="10935" y="13121"/>
                  </a:cubicBezTo>
                  <a:cubicBezTo>
                    <a:pt x="11634" y="13377"/>
                    <a:pt x="12215" y="13605"/>
                    <a:pt x="12556" y="13739"/>
                  </a:cubicBezTo>
                  <a:cubicBezTo>
                    <a:pt x="12658" y="13779"/>
                    <a:pt x="12768" y="13799"/>
                    <a:pt x="12877" y="13799"/>
                  </a:cubicBezTo>
                  <a:cubicBezTo>
                    <a:pt x="12989" y="13799"/>
                    <a:pt x="13101" y="13778"/>
                    <a:pt x="13206" y="13735"/>
                  </a:cubicBezTo>
                  <a:cubicBezTo>
                    <a:pt x="13661" y="13544"/>
                    <a:pt x="14437" y="13227"/>
                    <a:pt x="14932" y="13024"/>
                  </a:cubicBezTo>
                  <a:cubicBezTo>
                    <a:pt x="15225" y="12906"/>
                    <a:pt x="15428" y="12638"/>
                    <a:pt x="15464" y="12325"/>
                  </a:cubicBezTo>
                  <a:cubicBezTo>
                    <a:pt x="15501" y="12029"/>
                    <a:pt x="15537" y="11683"/>
                    <a:pt x="15566" y="11419"/>
                  </a:cubicBezTo>
                  <a:cubicBezTo>
                    <a:pt x="15594" y="11123"/>
                    <a:pt x="15773" y="10867"/>
                    <a:pt x="16037" y="10733"/>
                  </a:cubicBezTo>
                  <a:cubicBezTo>
                    <a:pt x="16415" y="10542"/>
                    <a:pt x="16955" y="10274"/>
                    <a:pt x="17329" y="10091"/>
                  </a:cubicBezTo>
                  <a:cubicBezTo>
                    <a:pt x="17450" y="10032"/>
                    <a:pt x="17581" y="10003"/>
                    <a:pt x="17711" y="10003"/>
                  </a:cubicBezTo>
                  <a:cubicBezTo>
                    <a:pt x="17877" y="10003"/>
                    <a:pt x="18042" y="10050"/>
                    <a:pt x="18186" y="10144"/>
                  </a:cubicBezTo>
                  <a:cubicBezTo>
                    <a:pt x="18612" y="10420"/>
                    <a:pt x="19173" y="10822"/>
                    <a:pt x="19538" y="11090"/>
                  </a:cubicBezTo>
                  <a:cubicBezTo>
                    <a:pt x="19689" y="11200"/>
                    <a:pt x="19868" y="11257"/>
                    <a:pt x="20049" y="11257"/>
                  </a:cubicBezTo>
                  <a:cubicBezTo>
                    <a:pt x="20156" y="11257"/>
                    <a:pt x="20264" y="11237"/>
                    <a:pt x="20367" y="11196"/>
                  </a:cubicBezTo>
                  <a:cubicBezTo>
                    <a:pt x="22963" y="10172"/>
                    <a:pt x="25404" y="8812"/>
                    <a:pt x="26671" y="8064"/>
                  </a:cubicBezTo>
                  <a:cubicBezTo>
                    <a:pt x="27142" y="7784"/>
                    <a:pt x="27240" y="7138"/>
                    <a:pt x="26874" y="6728"/>
                  </a:cubicBezTo>
                  <a:cubicBezTo>
                    <a:pt x="23255" y="2698"/>
                    <a:pt x="20822" y="789"/>
                    <a:pt x="19957" y="164"/>
                  </a:cubicBezTo>
                  <a:cubicBezTo>
                    <a:pt x="19810" y="56"/>
                    <a:pt x="19636" y="1"/>
                    <a:pt x="194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9"/>
            <p:cNvSpPr/>
            <p:nvPr/>
          </p:nvSpPr>
          <p:spPr>
            <a:xfrm>
              <a:off x="8393698" y="3358017"/>
              <a:ext cx="109267" cy="58666"/>
            </a:xfrm>
            <a:custGeom>
              <a:rect b="b" l="l" r="r" t="t"/>
              <a:pathLst>
                <a:path extrusionOk="0" h="2910" w="5420">
                  <a:moveTo>
                    <a:pt x="4802" y="1"/>
                  </a:moveTo>
                  <a:lnTo>
                    <a:pt x="1" y="2194"/>
                  </a:lnTo>
                  <a:lnTo>
                    <a:pt x="622" y="2909"/>
                  </a:lnTo>
                  <a:lnTo>
                    <a:pt x="5419" y="756"/>
                  </a:lnTo>
                  <a:lnTo>
                    <a:pt x="480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9"/>
            <p:cNvSpPr/>
            <p:nvPr/>
          </p:nvSpPr>
          <p:spPr>
            <a:xfrm>
              <a:off x="8415149" y="3387916"/>
              <a:ext cx="109267" cy="58645"/>
            </a:xfrm>
            <a:custGeom>
              <a:rect b="b" l="l" r="r" t="t"/>
              <a:pathLst>
                <a:path extrusionOk="0" h="2909" w="5420">
                  <a:moveTo>
                    <a:pt x="4802" y="0"/>
                  </a:moveTo>
                  <a:lnTo>
                    <a:pt x="1" y="2194"/>
                  </a:lnTo>
                  <a:lnTo>
                    <a:pt x="622" y="2909"/>
                  </a:lnTo>
                  <a:lnTo>
                    <a:pt x="5419" y="756"/>
                  </a:lnTo>
                  <a:lnTo>
                    <a:pt x="480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9"/>
            <p:cNvSpPr/>
            <p:nvPr/>
          </p:nvSpPr>
          <p:spPr>
            <a:xfrm>
              <a:off x="8441277" y="3417068"/>
              <a:ext cx="109166" cy="58726"/>
            </a:xfrm>
            <a:custGeom>
              <a:rect b="b" l="l" r="r" t="t"/>
              <a:pathLst>
                <a:path extrusionOk="0" h="2913" w="5415">
                  <a:moveTo>
                    <a:pt x="4798" y="0"/>
                  </a:moveTo>
                  <a:lnTo>
                    <a:pt x="0" y="2198"/>
                  </a:lnTo>
                  <a:lnTo>
                    <a:pt x="622" y="2913"/>
                  </a:lnTo>
                  <a:lnTo>
                    <a:pt x="5415" y="760"/>
                  </a:lnTo>
                  <a:lnTo>
                    <a:pt x="4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751" name="Shape 751"/>
        <p:cNvGrpSpPr/>
        <p:nvPr/>
      </p:nvGrpSpPr>
      <p:grpSpPr>
        <a:xfrm>
          <a:off x="0" y="0"/>
          <a:ext cx="0" cy="0"/>
          <a:chOff x="0" y="0"/>
          <a:chExt cx="0" cy="0"/>
        </a:xfrm>
      </p:grpSpPr>
      <p:sp>
        <p:nvSpPr>
          <p:cNvPr id="752" name="Google Shape;752;p30"/>
          <p:cNvSpPr txBox="1"/>
          <p:nvPr>
            <p:ph type="title"/>
          </p:nvPr>
        </p:nvSpPr>
        <p:spPr>
          <a:xfrm>
            <a:off x="713275" y="608513"/>
            <a:ext cx="4448100" cy="7131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sz="400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753" name="Google Shape;753;p30"/>
          <p:cNvSpPr txBox="1"/>
          <p:nvPr>
            <p:ph idx="1" type="subTitle"/>
          </p:nvPr>
        </p:nvSpPr>
        <p:spPr>
          <a:xfrm>
            <a:off x="713225" y="1527488"/>
            <a:ext cx="4448100" cy="11784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54" name="Google Shape;754;p30"/>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30"/>
          <p:cNvSpPr txBox="1"/>
          <p:nvPr/>
        </p:nvSpPr>
        <p:spPr>
          <a:xfrm>
            <a:off x="713425" y="3801488"/>
            <a:ext cx="4448100" cy="396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chemeClr val="dk1"/>
                </a:solidFill>
                <a:latin typeface="Source Sans 3"/>
                <a:ea typeface="Source Sans 3"/>
                <a:cs typeface="Source Sans 3"/>
                <a:sym typeface="Source Sans 3"/>
              </a:rPr>
              <a:t>CREDITS: This presentation template was created by </a:t>
            </a:r>
            <a:r>
              <a:rPr b="1" lang="en" sz="1000" u="sng">
                <a:solidFill>
                  <a:schemeClr val="dk1"/>
                </a:solidFill>
                <a:latin typeface="Source Sans 3"/>
                <a:ea typeface="Source Sans 3"/>
                <a:cs typeface="Source Sans 3"/>
                <a:sym typeface="Source Sans 3"/>
                <a:hlinkClick r:id="rId2">
                  <a:extLst>
                    <a:ext uri="{A12FA001-AC4F-418D-AE19-62706E023703}">
                      <ahyp:hlinkClr val="tx"/>
                    </a:ext>
                  </a:extLst>
                </a:hlinkClick>
              </a:rPr>
              <a:t>Slidesgo</a:t>
            </a:r>
            <a:r>
              <a:rPr lang="en" sz="1000">
                <a:solidFill>
                  <a:schemeClr val="dk1"/>
                </a:solidFill>
                <a:latin typeface="Source Sans 3"/>
                <a:ea typeface="Source Sans 3"/>
                <a:cs typeface="Source Sans 3"/>
                <a:sym typeface="Source Sans 3"/>
              </a:rPr>
              <a:t>, and includes icons by </a:t>
            </a:r>
            <a:r>
              <a:rPr b="1" lang="en" sz="1000" u="sng">
                <a:solidFill>
                  <a:schemeClr val="dk1"/>
                </a:solidFill>
                <a:latin typeface="Source Sans 3"/>
                <a:ea typeface="Source Sans 3"/>
                <a:cs typeface="Source Sans 3"/>
                <a:sym typeface="Source Sans 3"/>
                <a:hlinkClick r:id="rId3">
                  <a:extLst>
                    <a:ext uri="{A12FA001-AC4F-418D-AE19-62706E023703}">
                      <ahyp:hlinkClr val="tx"/>
                    </a:ext>
                  </a:extLst>
                </a:hlinkClick>
              </a:rPr>
              <a:t>Flaticon</a:t>
            </a:r>
            <a:r>
              <a:rPr lang="en" sz="1000">
                <a:solidFill>
                  <a:schemeClr val="dk1"/>
                </a:solidFill>
                <a:latin typeface="Source Sans 3"/>
                <a:ea typeface="Source Sans 3"/>
                <a:cs typeface="Source Sans 3"/>
                <a:sym typeface="Source Sans 3"/>
              </a:rPr>
              <a:t>, and infographics &amp; images by </a:t>
            </a:r>
            <a:r>
              <a:rPr b="1" lang="en" sz="1000" u="sng">
                <a:solidFill>
                  <a:schemeClr val="dk1"/>
                </a:solidFill>
                <a:latin typeface="Source Sans 3"/>
                <a:ea typeface="Source Sans 3"/>
                <a:cs typeface="Source Sans 3"/>
                <a:sym typeface="Source Sans 3"/>
                <a:hlinkClick r:id="rId4">
                  <a:extLst>
                    <a:ext uri="{A12FA001-AC4F-418D-AE19-62706E023703}">
                      <ahyp:hlinkClr val="tx"/>
                    </a:ext>
                  </a:extLst>
                </a:hlinkClick>
              </a:rPr>
              <a:t>Freepik</a:t>
            </a:r>
            <a:r>
              <a:rPr b="1" lang="en" sz="1000" u="sng">
                <a:solidFill>
                  <a:schemeClr val="dk1"/>
                </a:solidFill>
                <a:latin typeface="Source Sans 3"/>
                <a:ea typeface="Source Sans 3"/>
                <a:cs typeface="Source Sans 3"/>
                <a:sym typeface="Source Sans 3"/>
              </a:rPr>
              <a:t> </a:t>
            </a:r>
            <a:endParaRPr b="1" sz="1000" u="sng">
              <a:solidFill>
                <a:schemeClr val="dk1"/>
              </a:solidFill>
              <a:latin typeface="Source Sans 3"/>
              <a:ea typeface="Source Sans 3"/>
              <a:cs typeface="Source Sans 3"/>
              <a:sym typeface="Source Sans 3"/>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756" name="Shape 756"/>
        <p:cNvGrpSpPr/>
        <p:nvPr/>
      </p:nvGrpSpPr>
      <p:grpSpPr>
        <a:xfrm>
          <a:off x="0" y="0"/>
          <a:ext cx="0" cy="0"/>
          <a:chOff x="0" y="0"/>
          <a:chExt cx="0" cy="0"/>
        </a:xfrm>
      </p:grpSpPr>
      <p:sp>
        <p:nvSpPr>
          <p:cNvPr id="757" name="Google Shape;757;p31"/>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8" name="Google Shape;758;p31"/>
          <p:cNvGrpSpPr/>
          <p:nvPr/>
        </p:nvGrpSpPr>
        <p:grpSpPr>
          <a:xfrm flipH="1" rot="-1413064">
            <a:off x="7281299" y="1977378"/>
            <a:ext cx="1142546" cy="735355"/>
            <a:chOff x="6059150" y="2509438"/>
            <a:chExt cx="1268472" cy="813651"/>
          </a:xfrm>
        </p:grpSpPr>
        <p:sp>
          <p:nvSpPr>
            <p:cNvPr id="759" name="Google Shape;759;p31"/>
            <p:cNvSpPr/>
            <p:nvPr/>
          </p:nvSpPr>
          <p:spPr>
            <a:xfrm>
              <a:off x="6258808" y="3078500"/>
              <a:ext cx="1035149" cy="244588"/>
            </a:xfrm>
            <a:custGeom>
              <a:rect b="b" l="l" r="r" t="t"/>
              <a:pathLst>
                <a:path extrusionOk="0" h="5667" w="23984">
                  <a:moveTo>
                    <a:pt x="19526" y="0"/>
                  </a:moveTo>
                  <a:cubicBezTo>
                    <a:pt x="16855" y="0"/>
                    <a:pt x="13737" y="107"/>
                    <a:pt x="12579" y="331"/>
                  </a:cubicBezTo>
                  <a:cubicBezTo>
                    <a:pt x="10405" y="746"/>
                    <a:pt x="491" y="797"/>
                    <a:pt x="491" y="797"/>
                  </a:cubicBezTo>
                  <a:cubicBezTo>
                    <a:pt x="260" y="1376"/>
                    <a:pt x="0" y="2106"/>
                    <a:pt x="2199" y="3084"/>
                  </a:cubicBezTo>
                  <a:cubicBezTo>
                    <a:pt x="4399" y="4062"/>
                    <a:pt x="7748" y="5338"/>
                    <a:pt x="10011" y="5636"/>
                  </a:cubicBezTo>
                  <a:cubicBezTo>
                    <a:pt x="10164" y="5657"/>
                    <a:pt x="10335" y="5666"/>
                    <a:pt x="10521" y="5666"/>
                  </a:cubicBezTo>
                  <a:cubicBezTo>
                    <a:pt x="13751" y="5666"/>
                    <a:pt x="21601" y="2760"/>
                    <a:pt x="22657" y="2295"/>
                  </a:cubicBezTo>
                  <a:cubicBezTo>
                    <a:pt x="23769" y="1808"/>
                    <a:pt x="23983" y="579"/>
                    <a:pt x="23895" y="239"/>
                  </a:cubicBezTo>
                  <a:cubicBezTo>
                    <a:pt x="23856" y="82"/>
                    <a:pt x="21862" y="0"/>
                    <a:pt x="195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31"/>
            <p:cNvSpPr/>
            <p:nvPr/>
          </p:nvSpPr>
          <p:spPr>
            <a:xfrm>
              <a:off x="6059150" y="2509438"/>
              <a:ext cx="848051" cy="607779"/>
            </a:xfrm>
            <a:custGeom>
              <a:rect b="b" l="l" r="r" t="t"/>
              <a:pathLst>
                <a:path extrusionOk="0" h="14082" w="19649">
                  <a:moveTo>
                    <a:pt x="9197" y="1"/>
                  </a:moveTo>
                  <a:cubicBezTo>
                    <a:pt x="4710" y="1"/>
                    <a:pt x="1457" y="672"/>
                    <a:pt x="891" y="2238"/>
                  </a:cubicBezTo>
                  <a:cubicBezTo>
                    <a:pt x="1" y="4681"/>
                    <a:pt x="2427" y="10863"/>
                    <a:pt x="3052" y="12248"/>
                  </a:cubicBezTo>
                  <a:cubicBezTo>
                    <a:pt x="3601" y="13464"/>
                    <a:pt x="4401" y="14081"/>
                    <a:pt x="5259" y="14081"/>
                  </a:cubicBezTo>
                  <a:cubicBezTo>
                    <a:pt x="5378" y="14081"/>
                    <a:pt x="5499" y="14069"/>
                    <a:pt x="5621" y="14045"/>
                  </a:cubicBezTo>
                  <a:cubicBezTo>
                    <a:pt x="6481" y="13877"/>
                    <a:pt x="17717" y="12114"/>
                    <a:pt x="18603" y="11354"/>
                  </a:cubicBezTo>
                  <a:cubicBezTo>
                    <a:pt x="19648" y="10452"/>
                    <a:pt x="18876" y="8232"/>
                    <a:pt x="18213" y="6083"/>
                  </a:cubicBezTo>
                  <a:cubicBezTo>
                    <a:pt x="17474" y="3703"/>
                    <a:pt x="16907" y="2259"/>
                    <a:pt x="15866" y="1344"/>
                  </a:cubicBezTo>
                  <a:cubicBezTo>
                    <a:pt x="14754" y="362"/>
                    <a:pt x="13667" y="1"/>
                    <a:pt x="91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31"/>
            <p:cNvSpPr/>
            <p:nvPr/>
          </p:nvSpPr>
          <p:spPr>
            <a:xfrm>
              <a:off x="6250650" y="2999820"/>
              <a:ext cx="1076971" cy="276958"/>
            </a:xfrm>
            <a:custGeom>
              <a:rect b="b" l="l" r="r" t="t"/>
              <a:pathLst>
                <a:path extrusionOk="0" h="6417" w="24953">
                  <a:moveTo>
                    <a:pt x="15160" y="1"/>
                  </a:moveTo>
                  <a:cubicBezTo>
                    <a:pt x="14802" y="1"/>
                    <a:pt x="14463" y="30"/>
                    <a:pt x="14099" y="93"/>
                  </a:cubicBezTo>
                  <a:cubicBezTo>
                    <a:pt x="14099" y="93"/>
                    <a:pt x="1234" y="2271"/>
                    <a:pt x="617" y="2725"/>
                  </a:cubicBezTo>
                  <a:cubicBezTo>
                    <a:pt x="0" y="3174"/>
                    <a:pt x="2955" y="4391"/>
                    <a:pt x="5541" y="5281"/>
                  </a:cubicBezTo>
                  <a:cubicBezTo>
                    <a:pt x="7669" y="6012"/>
                    <a:pt x="8767" y="6417"/>
                    <a:pt x="10237" y="6417"/>
                  </a:cubicBezTo>
                  <a:cubicBezTo>
                    <a:pt x="10953" y="6417"/>
                    <a:pt x="11757" y="6321"/>
                    <a:pt x="12810" y="6120"/>
                  </a:cubicBezTo>
                  <a:cubicBezTo>
                    <a:pt x="15182" y="5671"/>
                    <a:pt x="22007" y="3606"/>
                    <a:pt x="23215" y="3002"/>
                  </a:cubicBezTo>
                  <a:cubicBezTo>
                    <a:pt x="24953" y="2129"/>
                    <a:pt x="24500" y="1352"/>
                    <a:pt x="19979" y="651"/>
                  </a:cubicBezTo>
                  <a:cubicBezTo>
                    <a:pt x="17460" y="261"/>
                    <a:pt x="16230" y="1"/>
                    <a:pt x="151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31"/>
            <p:cNvSpPr/>
            <p:nvPr/>
          </p:nvSpPr>
          <p:spPr>
            <a:xfrm>
              <a:off x="6151383" y="2567401"/>
              <a:ext cx="678432" cy="473034"/>
            </a:xfrm>
            <a:custGeom>
              <a:rect b="b" l="l" r="r" t="t"/>
              <a:pathLst>
                <a:path extrusionOk="0" h="10960" w="15719">
                  <a:moveTo>
                    <a:pt x="8047" y="0"/>
                  </a:moveTo>
                  <a:cubicBezTo>
                    <a:pt x="7828" y="0"/>
                    <a:pt x="7603" y="2"/>
                    <a:pt x="7375" y="5"/>
                  </a:cubicBezTo>
                  <a:cubicBezTo>
                    <a:pt x="6510" y="18"/>
                    <a:pt x="5587" y="55"/>
                    <a:pt x="4667" y="123"/>
                  </a:cubicBezTo>
                  <a:cubicBezTo>
                    <a:pt x="4328" y="144"/>
                    <a:pt x="3992" y="173"/>
                    <a:pt x="3656" y="202"/>
                  </a:cubicBezTo>
                  <a:cubicBezTo>
                    <a:pt x="3207" y="244"/>
                    <a:pt x="2758" y="311"/>
                    <a:pt x="2317" y="400"/>
                  </a:cubicBezTo>
                  <a:cubicBezTo>
                    <a:pt x="365" y="815"/>
                    <a:pt x="0" y="1608"/>
                    <a:pt x="189" y="2309"/>
                  </a:cubicBezTo>
                  <a:lnTo>
                    <a:pt x="500" y="3434"/>
                  </a:lnTo>
                  <a:cubicBezTo>
                    <a:pt x="688" y="4123"/>
                    <a:pt x="936" y="5017"/>
                    <a:pt x="1180" y="5915"/>
                  </a:cubicBezTo>
                  <a:lnTo>
                    <a:pt x="1973" y="8807"/>
                  </a:lnTo>
                  <a:cubicBezTo>
                    <a:pt x="1985" y="8853"/>
                    <a:pt x="1998" y="8899"/>
                    <a:pt x="2011" y="8941"/>
                  </a:cubicBezTo>
                  <a:cubicBezTo>
                    <a:pt x="2325" y="10087"/>
                    <a:pt x="2615" y="10599"/>
                    <a:pt x="3060" y="10813"/>
                  </a:cubicBezTo>
                  <a:cubicBezTo>
                    <a:pt x="3290" y="10928"/>
                    <a:pt x="3564" y="10959"/>
                    <a:pt x="3905" y="10959"/>
                  </a:cubicBezTo>
                  <a:cubicBezTo>
                    <a:pt x="3974" y="10959"/>
                    <a:pt x="4047" y="10958"/>
                    <a:pt x="4122" y="10956"/>
                  </a:cubicBezTo>
                  <a:cubicBezTo>
                    <a:pt x="4122" y="10956"/>
                    <a:pt x="4579" y="10884"/>
                    <a:pt x="5301" y="10771"/>
                  </a:cubicBezTo>
                  <a:cubicBezTo>
                    <a:pt x="6048" y="10653"/>
                    <a:pt x="7073" y="10490"/>
                    <a:pt x="8164" y="10314"/>
                  </a:cubicBezTo>
                  <a:cubicBezTo>
                    <a:pt x="9037" y="10171"/>
                    <a:pt x="9952" y="10020"/>
                    <a:pt x="10800" y="9873"/>
                  </a:cubicBezTo>
                  <a:cubicBezTo>
                    <a:pt x="12122" y="9650"/>
                    <a:pt x="13284" y="9440"/>
                    <a:pt x="13893" y="9302"/>
                  </a:cubicBezTo>
                  <a:cubicBezTo>
                    <a:pt x="13985" y="9281"/>
                    <a:pt x="14065" y="9264"/>
                    <a:pt x="14128" y="9247"/>
                  </a:cubicBezTo>
                  <a:cubicBezTo>
                    <a:pt x="15580" y="8861"/>
                    <a:pt x="15719" y="8572"/>
                    <a:pt x="15719" y="7854"/>
                  </a:cubicBezTo>
                  <a:cubicBezTo>
                    <a:pt x="15719" y="7699"/>
                    <a:pt x="15660" y="7434"/>
                    <a:pt x="15559" y="7103"/>
                  </a:cubicBezTo>
                  <a:cubicBezTo>
                    <a:pt x="15358" y="6431"/>
                    <a:pt x="15001" y="5466"/>
                    <a:pt x="14649" y="4525"/>
                  </a:cubicBezTo>
                  <a:cubicBezTo>
                    <a:pt x="14372" y="3783"/>
                    <a:pt x="14099" y="3056"/>
                    <a:pt x="13910" y="2498"/>
                  </a:cubicBezTo>
                  <a:cubicBezTo>
                    <a:pt x="13809" y="2183"/>
                    <a:pt x="13679" y="1877"/>
                    <a:pt x="13528" y="1583"/>
                  </a:cubicBezTo>
                  <a:cubicBezTo>
                    <a:pt x="13150" y="865"/>
                    <a:pt x="12688" y="526"/>
                    <a:pt x="11996" y="324"/>
                  </a:cubicBezTo>
                  <a:cubicBezTo>
                    <a:pt x="11836" y="278"/>
                    <a:pt x="11664" y="240"/>
                    <a:pt x="11480" y="202"/>
                  </a:cubicBezTo>
                  <a:cubicBezTo>
                    <a:pt x="11110" y="135"/>
                    <a:pt x="10565" y="81"/>
                    <a:pt x="9901" y="47"/>
                  </a:cubicBezTo>
                  <a:cubicBezTo>
                    <a:pt x="9353" y="15"/>
                    <a:pt x="8724" y="0"/>
                    <a:pt x="804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31"/>
            <p:cNvSpPr/>
            <p:nvPr/>
          </p:nvSpPr>
          <p:spPr>
            <a:xfrm>
              <a:off x="6392776" y="3019803"/>
              <a:ext cx="766565" cy="174884"/>
            </a:xfrm>
            <a:custGeom>
              <a:rect b="b" l="l" r="r" t="t"/>
              <a:pathLst>
                <a:path extrusionOk="0" h="4052" w="17761">
                  <a:moveTo>
                    <a:pt x="12834" y="0"/>
                  </a:moveTo>
                  <a:cubicBezTo>
                    <a:pt x="12435" y="0"/>
                    <a:pt x="12033" y="46"/>
                    <a:pt x="11549" y="142"/>
                  </a:cubicBezTo>
                  <a:lnTo>
                    <a:pt x="6793" y="1107"/>
                  </a:lnTo>
                  <a:cubicBezTo>
                    <a:pt x="4707" y="1527"/>
                    <a:pt x="48" y="2186"/>
                    <a:pt x="23" y="2606"/>
                  </a:cubicBezTo>
                  <a:cubicBezTo>
                    <a:pt x="0" y="2979"/>
                    <a:pt x="1937" y="4051"/>
                    <a:pt x="3210" y="4051"/>
                  </a:cubicBezTo>
                  <a:cubicBezTo>
                    <a:pt x="3354" y="4051"/>
                    <a:pt x="3489" y="4038"/>
                    <a:pt x="3612" y="4008"/>
                  </a:cubicBezTo>
                  <a:cubicBezTo>
                    <a:pt x="4825" y="3714"/>
                    <a:pt x="9014" y="2875"/>
                    <a:pt x="11205" y="2258"/>
                  </a:cubicBezTo>
                  <a:cubicBezTo>
                    <a:pt x="13396" y="1636"/>
                    <a:pt x="17761" y="927"/>
                    <a:pt x="15729" y="474"/>
                  </a:cubicBezTo>
                  <a:cubicBezTo>
                    <a:pt x="14385" y="174"/>
                    <a:pt x="13615" y="0"/>
                    <a:pt x="1283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31"/>
            <p:cNvSpPr/>
            <p:nvPr/>
          </p:nvSpPr>
          <p:spPr>
            <a:xfrm>
              <a:off x="6767490" y="3117344"/>
              <a:ext cx="295301" cy="84335"/>
            </a:xfrm>
            <a:custGeom>
              <a:rect b="b" l="l" r="r" t="t"/>
              <a:pathLst>
                <a:path extrusionOk="0" h="1954" w="6842">
                  <a:moveTo>
                    <a:pt x="4350" y="0"/>
                  </a:moveTo>
                  <a:cubicBezTo>
                    <a:pt x="4078" y="0"/>
                    <a:pt x="3786" y="34"/>
                    <a:pt x="3438" y="107"/>
                  </a:cubicBezTo>
                  <a:cubicBezTo>
                    <a:pt x="2611" y="279"/>
                    <a:pt x="944" y="556"/>
                    <a:pt x="735" y="749"/>
                  </a:cubicBezTo>
                  <a:cubicBezTo>
                    <a:pt x="525" y="946"/>
                    <a:pt x="0" y="1261"/>
                    <a:pt x="1163" y="1626"/>
                  </a:cubicBezTo>
                  <a:cubicBezTo>
                    <a:pt x="1884" y="1851"/>
                    <a:pt x="2291" y="1953"/>
                    <a:pt x="2650" y="1953"/>
                  </a:cubicBezTo>
                  <a:cubicBezTo>
                    <a:pt x="2869" y="1953"/>
                    <a:pt x="3069" y="1916"/>
                    <a:pt x="3312" y="1844"/>
                  </a:cubicBezTo>
                  <a:lnTo>
                    <a:pt x="6330" y="959"/>
                  </a:lnTo>
                  <a:cubicBezTo>
                    <a:pt x="6720" y="845"/>
                    <a:pt x="6842" y="577"/>
                    <a:pt x="5456" y="178"/>
                  </a:cubicBezTo>
                  <a:cubicBezTo>
                    <a:pt x="5061" y="64"/>
                    <a:pt x="4724" y="0"/>
                    <a:pt x="43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31"/>
            <p:cNvSpPr/>
            <p:nvPr/>
          </p:nvSpPr>
          <p:spPr>
            <a:xfrm>
              <a:off x="6172919" y="2572494"/>
              <a:ext cx="180107" cy="250199"/>
            </a:xfrm>
            <a:custGeom>
              <a:rect b="b" l="l" r="r" t="t"/>
              <a:pathLst>
                <a:path extrusionOk="0" h="5797" w="4173">
                  <a:moveTo>
                    <a:pt x="4173" y="0"/>
                  </a:moveTo>
                  <a:lnTo>
                    <a:pt x="4173" y="0"/>
                  </a:lnTo>
                  <a:cubicBezTo>
                    <a:pt x="3833" y="26"/>
                    <a:pt x="3493" y="55"/>
                    <a:pt x="3157" y="84"/>
                  </a:cubicBezTo>
                  <a:cubicBezTo>
                    <a:pt x="2708" y="126"/>
                    <a:pt x="2259" y="193"/>
                    <a:pt x="1818" y="282"/>
                  </a:cubicBezTo>
                  <a:lnTo>
                    <a:pt x="1" y="3316"/>
                  </a:lnTo>
                  <a:cubicBezTo>
                    <a:pt x="189" y="4005"/>
                    <a:pt x="437" y="4899"/>
                    <a:pt x="681" y="5797"/>
                  </a:cubicBezTo>
                  <a:lnTo>
                    <a:pt x="4173" y="0"/>
                  </a:ln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31"/>
            <p:cNvSpPr/>
            <p:nvPr/>
          </p:nvSpPr>
          <p:spPr>
            <a:xfrm>
              <a:off x="6236494" y="2567401"/>
              <a:ext cx="342259" cy="466689"/>
            </a:xfrm>
            <a:custGeom>
              <a:rect b="b" l="l" r="r" t="t"/>
              <a:pathLst>
                <a:path extrusionOk="0" h="10813" w="7930">
                  <a:moveTo>
                    <a:pt x="6092" y="0"/>
                  </a:moveTo>
                  <a:cubicBezTo>
                    <a:pt x="5869" y="0"/>
                    <a:pt x="5640" y="2"/>
                    <a:pt x="5407" y="5"/>
                  </a:cubicBezTo>
                  <a:lnTo>
                    <a:pt x="1" y="8807"/>
                  </a:lnTo>
                  <a:cubicBezTo>
                    <a:pt x="13" y="8853"/>
                    <a:pt x="26" y="8895"/>
                    <a:pt x="39" y="8941"/>
                  </a:cubicBezTo>
                  <a:cubicBezTo>
                    <a:pt x="353" y="10087"/>
                    <a:pt x="643" y="10599"/>
                    <a:pt x="1088" y="10813"/>
                  </a:cubicBezTo>
                  <a:cubicBezTo>
                    <a:pt x="2557" y="8521"/>
                    <a:pt x="6910" y="1655"/>
                    <a:pt x="7929" y="43"/>
                  </a:cubicBezTo>
                  <a:cubicBezTo>
                    <a:pt x="7385" y="14"/>
                    <a:pt x="6762" y="0"/>
                    <a:pt x="6092" y="0"/>
                  </a:cubicBez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31"/>
            <p:cNvSpPr/>
            <p:nvPr/>
          </p:nvSpPr>
          <p:spPr>
            <a:xfrm>
              <a:off x="6380173" y="2581558"/>
              <a:ext cx="355293" cy="450547"/>
            </a:xfrm>
            <a:custGeom>
              <a:rect b="b" l="l" r="r" t="t"/>
              <a:pathLst>
                <a:path extrusionOk="0" h="10439" w="8232">
                  <a:moveTo>
                    <a:pt x="6695" y="0"/>
                  </a:moveTo>
                  <a:lnTo>
                    <a:pt x="0" y="10439"/>
                  </a:lnTo>
                  <a:cubicBezTo>
                    <a:pt x="747" y="10325"/>
                    <a:pt x="1772" y="10162"/>
                    <a:pt x="2863" y="9981"/>
                  </a:cubicBezTo>
                  <a:lnTo>
                    <a:pt x="8231" y="1255"/>
                  </a:lnTo>
                  <a:cubicBezTo>
                    <a:pt x="7849" y="537"/>
                    <a:pt x="7387" y="202"/>
                    <a:pt x="6695" y="0"/>
                  </a:cubicBez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31"/>
            <p:cNvSpPr/>
            <p:nvPr/>
          </p:nvSpPr>
          <p:spPr>
            <a:xfrm>
              <a:off x="6617466" y="2762700"/>
              <a:ext cx="205485" cy="230820"/>
            </a:xfrm>
            <a:custGeom>
              <a:rect b="b" l="l" r="r" t="t"/>
              <a:pathLst>
                <a:path extrusionOk="0" h="5348" w="4761">
                  <a:moveTo>
                    <a:pt x="3854" y="0"/>
                  </a:moveTo>
                  <a:lnTo>
                    <a:pt x="1" y="5348"/>
                  </a:lnTo>
                  <a:cubicBezTo>
                    <a:pt x="1323" y="5125"/>
                    <a:pt x="2485" y="4915"/>
                    <a:pt x="3094" y="4777"/>
                  </a:cubicBezTo>
                  <a:cubicBezTo>
                    <a:pt x="3526" y="4210"/>
                    <a:pt x="4156" y="3383"/>
                    <a:pt x="4760" y="2578"/>
                  </a:cubicBezTo>
                  <a:cubicBezTo>
                    <a:pt x="4563" y="1906"/>
                    <a:pt x="4206" y="941"/>
                    <a:pt x="3854" y="0"/>
                  </a:cubicBez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9" name="Google Shape;769;p31"/>
          <p:cNvGrpSpPr/>
          <p:nvPr/>
        </p:nvGrpSpPr>
        <p:grpSpPr>
          <a:xfrm>
            <a:off x="7040999" y="655796"/>
            <a:ext cx="1789890" cy="3982570"/>
            <a:chOff x="524349" y="655796"/>
            <a:chExt cx="1789890" cy="3982570"/>
          </a:xfrm>
        </p:grpSpPr>
        <p:sp>
          <p:nvSpPr>
            <p:cNvPr id="770" name="Google Shape;770;p31"/>
            <p:cNvSpPr/>
            <p:nvPr/>
          </p:nvSpPr>
          <p:spPr>
            <a:xfrm flipH="1">
              <a:off x="524349" y="3921979"/>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31"/>
            <p:cNvSpPr/>
            <p:nvPr/>
          </p:nvSpPr>
          <p:spPr>
            <a:xfrm flipH="1">
              <a:off x="1691889" y="4209034"/>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31"/>
            <p:cNvSpPr/>
            <p:nvPr/>
          </p:nvSpPr>
          <p:spPr>
            <a:xfrm flipH="1">
              <a:off x="1944876" y="4192234"/>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31"/>
            <p:cNvSpPr/>
            <p:nvPr/>
          </p:nvSpPr>
          <p:spPr>
            <a:xfrm flipH="1">
              <a:off x="1859940" y="2959329"/>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31"/>
            <p:cNvSpPr/>
            <p:nvPr/>
          </p:nvSpPr>
          <p:spPr>
            <a:xfrm flipH="1">
              <a:off x="554189" y="348294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31"/>
            <p:cNvSpPr/>
            <p:nvPr/>
          </p:nvSpPr>
          <p:spPr>
            <a:xfrm flipH="1">
              <a:off x="1969589" y="207237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31"/>
            <p:cNvSpPr/>
            <p:nvPr/>
          </p:nvSpPr>
          <p:spPr>
            <a:xfrm flipH="1">
              <a:off x="1414914" y="65579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31"/>
            <p:cNvSpPr/>
            <p:nvPr/>
          </p:nvSpPr>
          <p:spPr>
            <a:xfrm flipH="1">
              <a:off x="734340" y="982179"/>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78" name="Google Shape;778;p31"/>
            <p:cNvCxnSpPr>
              <a:stCxn id="775" idx="4"/>
              <a:endCxn id="773" idx="0"/>
            </p:cNvCxnSpPr>
            <p:nvPr/>
          </p:nvCxnSpPr>
          <p:spPr>
            <a:xfrm flipH="1">
              <a:off x="1939739" y="2172571"/>
              <a:ext cx="79800" cy="786900"/>
            </a:xfrm>
            <a:prstGeom prst="straightConnector1">
              <a:avLst/>
            </a:prstGeom>
            <a:noFill/>
            <a:ln cap="flat" cmpd="sng" w="19050">
              <a:solidFill>
                <a:schemeClr val="dk2"/>
              </a:solidFill>
              <a:prstDash val="solid"/>
              <a:round/>
              <a:headEnd len="med" w="med" type="none"/>
              <a:tailEnd len="med" w="med" type="none"/>
            </a:ln>
          </p:spPr>
        </p:cxnSp>
        <p:cxnSp>
          <p:nvCxnSpPr>
            <p:cNvPr id="779" name="Google Shape;779;p31"/>
            <p:cNvCxnSpPr>
              <a:stCxn id="773" idx="4"/>
              <a:endCxn id="771" idx="0"/>
            </p:cNvCxnSpPr>
            <p:nvPr/>
          </p:nvCxnSpPr>
          <p:spPr>
            <a:xfrm flipH="1">
              <a:off x="1741740" y="3119529"/>
              <a:ext cx="198000" cy="1089600"/>
            </a:xfrm>
            <a:prstGeom prst="straightConnector1">
              <a:avLst/>
            </a:prstGeom>
            <a:noFill/>
            <a:ln cap="flat" cmpd="sng" w="19050">
              <a:solidFill>
                <a:schemeClr val="dk2"/>
              </a:solidFill>
              <a:prstDash val="solid"/>
              <a:round/>
              <a:headEnd len="med" w="med" type="none"/>
              <a:tailEnd len="med" w="med" type="none"/>
            </a:ln>
          </p:spPr>
        </p:cxnSp>
        <p:cxnSp>
          <p:nvCxnSpPr>
            <p:cNvPr id="780" name="Google Shape;780;p31"/>
            <p:cNvCxnSpPr>
              <a:stCxn id="771" idx="2"/>
              <a:endCxn id="772" idx="6"/>
            </p:cNvCxnSpPr>
            <p:nvPr/>
          </p:nvCxnSpPr>
          <p:spPr>
            <a:xfrm flipH="1" rot="10800000">
              <a:off x="1791789" y="4242334"/>
              <a:ext cx="153000" cy="16800"/>
            </a:xfrm>
            <a:prstGeom prst="straightConnector1">
              <a:avLst/>
            </a:prstGeom>
            <a:noFill/>
            <a:ln cap="flat" cmpd="sng" w="19050">
              <a:solidFill>
                <a:schemeClr val="dk2"/>
              </a:solidFill>
              <a:prstDash val="solid"/>
              <a:round/>
              <a:headEnd len="med" w="med" type="none"/>
              <a:tailEnd len="med" w="med" type="none"/>
            </a:ln>
          </p:spPr>
        </p:cxnSp>
        <p:cxnSp>
          <p:nvCxnSpPr>
            <p:cNvPr id="781" name="Google Shape;781;p31"/>
            <p:cNvCxnSpPr>
              <a:stCxn id="776" idx="5"/>
              <a:endCxn id="777" idx="2"/>
            </p:cNvCxnSpPr>
            <p:nvPr/>
          </p:nvCxnSpPr>
          <p:spPr>
            <a:xfrm flipH="1">
              <a:off x="894044" y="741322"/>
              <a:ext cx="535500" cy="321000"/>
            </a:xfrm>
            <a:prstGeom prst="straightConnector1">
              <a:avLst/>
            </a:prstGeom>
            <a:noFill/>
            <a:ln cap="flat" cmpd="sng" w="19050">
              <a:solidFill>
                <a:schemeClr val="dk2"/>
              </a:solidFill>
              <a:prstDash val="solid"/>
              <a:round/>
              <a:headEnd len="med" w="med" type="none"/>
              <a:tailEnd len="med" w="med" type="none"/>
            </a:ln>
          </p:spPr>
        </p:cxnSp>
        <p:cxnSp>
          <p:nvCxnSpPr>
            <p:cNvPr id="782" name="Google Shape;782;p31"/>
            <p:cNvCxnSpPr>
              <a:stCxn id="777" idx="4"/>
              <a:endCxn id="774" idx="0"/>
            </p:cNvCxnSpPr>
            <p:nvPr/>
          </p:nvCxnSpPr>
          <p:spPr>
            <a:xfrm flipH="1">
              <a:off x="604140" y="1142379"/>
              <a:ext cx="210000" cy="2340600"/>
            </a:xfrm>
            <a:prstGeom prst="straightConnector1">
              <a:avLst/>
            </a:prstGeom>
            <a:noFill/>
            <a:ln cap="flat" cmpd="sng" w="19050">
              <a:solidFill>
                <a:schemeClr val="dk2"/>
              </a:solidFill>
              <a:prstDash val="solid"/>
              <a:round/>
              <a:headEnd len="med" w="med" type="none"/>
              <a:tailEnd len="med" w="med" type="none"/>
            </a:ln>
          </p:spPr>
        </p:cxnSp>
        <p:cxnSp>
          <p:nvCxnSpPr>
            <p:cNvPr id="783" name="Google Shape;783;p31"/>
            <p:cNvCxnSpPr>
              <a:stCxn id="774" idx="2"/>
              <a:endCxn id="773" idx="6"/>
            </p:cNvCxnSpPr>
            <p:nvPr/>
          </p:nvCxnSpPr>
          <p:spPr>
            <a:xfrm flipH="1" rot="10800000">
              <a:off x="654089" y="3039546"/>
              <a:ext cx="1206000" cy="493500"/>
            </a:xfrm>
            <a:prstGeom prst="straightConnector1">
              <a:avLst/>
            </a:prstGeom>
            <a:noFill/>
            <a:ln cap="flat" cmpd="sng" w="19050">
              <a:solidFill>
                <a:schemeClr val="dk2"/>
              </a:solidFill>
              <a:prstDash val="solid"/>
              <a:round/>
              <a:headEnd len="med" w="med" type="none"/>
              <a:tailEnd len="med" w="med" type="none"/>
            </a:ln>
          </p:spPr>
        </p:cxnSp>
        <p:cxnSp>
          <p:nvCxnSpPr>
            <p:cNvPr id="784" name="Google Shape;784;p31"/>
            <p:cNvCxnSpPr>
              <a:stCxn id="774" idx="4"/>
              <a:endCxn id="770" idx="0"/>
            </p:cNvCxnSpPr>
            <p:nvPr/>
          </p:nvCxnSpPr>
          <p:spPr>
            <a:xfrm>
              <a:off x="604139" y="3583146"/>
              <a:ext cx="0" cy="338700"/>
            </a:xfrm>
            <a:prstGeom prst="straightConnector1">
              <a:avLst/>
            </a:prstGeom>
            <a:noFill/>
            <a:ln cap="flat" cmpd="sng" w="19050">
              <a:solidFill>
                <a:schemeClr val="dk2"/>
              </a:solidFill>
              <a:prstDash val="solid"/>
              <a:round/>
              <a:headEnd len="med" w="med" type="none"/>
              <a:tailEnd len="med" w="med" type="none"/>
            </a:ln>
          </p:spPr>
        </p:cxnSp>
        <p:sp>
          <p:nvSpPr>
            <p:cNvPr id="785" name="Google Shape;785;p31"/>
            <p:cNvSpPr/>
            <p:nvPr/>
          </p:nvSpPr>
          <p:spPr>
            <a:xfrm flipH="1">
              <a:off x="1429639" y="99404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86" name="Google Shape;786;p31"/>
            <p:cNvCxnSpPr>
              <a:stCxn id="776" idx="4"/>
              <a:endCxn id="785" idx="0"/>
            </p:cNvCxnSpPr>
            <p:nvPr/>
          </p:nvCxnSpPr>
          <p:spPr>
            <a:xfrm>
              <a:off x="1464864" y="755996"/>
              <a:ext cx="14700" cy="237900"/>
            </a:xfrm>
            <a:prstGeom prst="straightConnector1">
              <a:avLst/>
            </a:prstGeom>
            <a:noFill/>
            <a:ln cap="flat" cmpd="sng" w="19050">
              <a:solidFill>
                <a:schemeClr val="dk2"/>
              </a:solidFill>
              <a:prstDash val="solid"/>
              <a:round/>
              <a:headEnd len="med" w="med" type="none"/>
              <a:tailEnd len="med" w="med" type="none"/>
            </a:ln>
          </p:spPr>
        </p:cxnSp>
        <p:sp>
          <p:nvSpPr>
            <p:cNvPr id="787" name="Google Shape;787;p31"/>
            <p:cNvSpPr/>
            <p:nvPr/>
          </p:nvSpPr>
          <p:spPr>
            <a:xfrm flipH="1">
              <a:off x="1921340" y="4478167"/>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88" name="Google Shape;788;p31"/>
            <p:cNvCxnSpPr>
              <a:stCxn id="771" idx="3"/>
              <a:endCxn id="787" idx="7"/>
            </p:cNvCxnSpPr>
            <p:nvPr/>
          </p:nvCxnSpPr>
          <p:spPr>
            <a:xfrm>
              <a:off x="1777159" y="4294560"/>
              <a:ext cx="167700" cy="207000"/>
            </a:xfrm>
            <a:prstGeom prst="straightConnector1">
              <a:avLst/>
            </a:prstGeom>
            <a:noFill/>
            <a:ln cap="flat" cmpd="sng" w="19050">
              <a:solidFill>
                <a:schemeClr val="dk2"/>
              </a:solidFill>
              <a:prstDash val="solid"/>
              <a:round/>
              <a:headEnd len="med" w="med" type="none"/>
              <a:tailEnd len="med" w="med" type="none"/>
            </a:ln>
          </p:spPr>
        </p:cxnSp>
        <p:sp>
          <p:nvSpPr>
            <p:cNvPr id="789" name="Google Shape;789;p31"/>
            <p:cNvSpPr/>
            <p:nvPr/>
          </p:nvSpPr>
          <p:spPr>
            <a:xfrm flipH="1">
              <a:off x="2214339" y="296237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90" name="Google Shape;790;p31"/>
            <p:cNvCxnSpPr>
              <a:stCxn id="789" idx="6"/>
              <a:endCxn id="773" idx="2"/>
            </p:cNvCxnSpPr>
            <p:nvPr/>
          </p:nvCxnSpPr>
          <p:spPr>
            <a:xfrm flipH="1">
              <a:off x="2019639" y="3012471"/>
              <a:ext cx="194700" cy="27000"/>
            </a:xfrm>
            <a:prstGeom prst="straightConnector1">
              <a:avLst/>
            </a:prstGeom>
            <a:noFill/>
            <a:ln cap="flat" cmpd="sng" w="19050">
              <a:solidFill>
                <a:schemeClr val="dk2"/>
              </a:solidFill>
              <a:prstDash val="solid"/>
              <a:round/>
              <a:headEnd len="med" w="med" type="none"/>
              <a:tailEnd len="med" w="med" type="none"/>
            </a:ln>
          </p:spPr>
        </p:cxnSp>
      </p:grpSp>
      <p:grpSp>
        <p:nvGrpSpPr>
          <p:cNvPr id="791" name="Google Shape;791;p31"/>
          <p:cNvGrpSpPr/>
          <p:nvPr/>
        </p:nvGrpSpPr>
        <p:grpSpPr>
          <a:xfrm flipH="1">
            <a:off x="7040999" y="734132"/>
            <a:ext cx="570591" cy="556883"/>
            <a:chOff x="8220000" y="1458182"/>
            <a:chExt cx="570591" cy="556883"/>
          </a:xfrm>
        </p:grpSpPr>
        <p:sp>
          <p:nvSpPr>
            <p:cNvPr id="792" name="Google Shape;792;p31"/>
            <p:cNvSpPr/>
            <p:nvPr/>
          </p:nvSpPr>
          <p:spPr>
            <a:xfrm>
              <a:off x="8340451" y="1548376"/>
              <a:ext cx="450139" cy="466029"/>
            </a:xfrm>
            <a:custGeom>
              <a:rect b="b" l="l" r="r" t="t"/>
              <a:pathLst>
                <a:path extrusionOk="0" h="11321" w="10935">
                  <a:moveTo>
                    <a:pt x="3778" y="0"/>
                  </a:moveTo>
                  <a:cubicBezTo>
                    <a:pt x="3060" y="0"/>
                    <a:pt x="1377" y="554"/>
                    <a:pt x="877" y="836"/>
                  </a:cubicBezTo>
                  <a:cubicBezTo>
                    <a:pt x="382" y="1117"/>
                    <a:pt x="0" y="1570"/>
                    <a:pt x="0" y="1570"/>
                  </a:cubicBezTo>
                  <a:lnTo>
                    <a:pt x="147" y="1981"/>
                  </a:lnTo>
                  <a:cubicBezTo>
                    <a:pt x="147" y="1981"/>
                    <a:pt x="1977" y="7631"/>
                    <a:pt x="2078" y="8403"/>
                  </a:cubicBezTo>
                  <a:cubicBezTo>
                    <a:pt x="2183" y="9180"/>
                    <a:pt x="2989" y="11245"/>
                    <a:pt x="3576" y="11316"/>
                  </a:cubicBezTo>
                  <a:cubicBezTo>
                    <a:pt x="3602" y="11319"/>
                    <a:pt x="3631" y="11321"/>
                    <a:pt x="3661" y="11321"/>
                  </a:cubicBezTo>
                  <a:cubicBezTo>
                    <a:pt x="4320" y="11321"/>
                    <a:pt x="5976" y="10605"/>
                    <a:pt x="6678" y="10028"/>
                  </a:cubicBezTo>
                  <a:cubicBezTo>
                    <a:pt x="7408" y="9427"/>
                    <a:pt x="10934" y="5390"/>
                    <a:pt x="9868" y="3942"/>
                  </a:cubicBezTo>
                  <a:cubicBezTo>
                    <a:pt x="8798" y="2489"/>
                    <a:pt x="4495" y="0"/>
                    <a:pt x="37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31"/>
            <p:cNvSpPr/>
            <p:nvPr/>
          </p:nvSpPr>
          <p:spPr>
            <a:xfrm>
              <a:off x="8220000" y="1605926"/>
              <a:ext cx="425276" cy="409139"/>
            </a:xfrm>
            <a:custGeom>
              <a:rect b="b" l="l" r="r" t="t"/>
              <a:pathLst>
                <a:path extrusionOk="0" h="9939" w="10331">
                  <a:moveTo>
                    <a:pt x="3501" y="1"/>
                  </a:moveTo>
                  <a:cubicBezTo>
                    <a:pt x="3263" y="1"/>
                    <a:pt x="3066" y="58"/>
                    <a:pt x="2926" y="172"/>
                  </a:cubicBezTo>
                  <a:cubicBezTo>
                    <a:pt x="2590" y="453"/>
                    <a:pt x="353" y="3937"/>
                    <a:pt x="177" y="4609"/>
                  </a:cubicBezTo>
                  <a:cubicBezTo>
                    <a:pt x="1" y="5280"/>
                    <a:pt x="366" y="6128"/>
                    <a:pt x="731" y="6560"/>
                  </a:cubicBezTo>
                  <a:cubicBezTo>
                    <a:pt x="1096" y="6997"/>
                    <a:pt x="5491" y="9511"/>
                    <a:pt x="6263" y="9910"/>
                  </a:cubicBezTo>
                  <a:cubicBezTo>
                    <a:pt x="6301" y="9929"/>
                    <a:pt x="6344" y="9939"/>
                    <a:pt x="6390" y="9939"/>
                  </a:cubicBezTo>
                  <a:cubicBezTo>
                    <a:pt x="7282" y="9939"/>
                    <a:pt x="9565" y="6494"/>
                    <a:pt x="9936" y="5855"/>
                  </a:cubicBezTo>
                  <a:cubicBezTo>
                    <a:pt x="10330" y="5179"/>
                    <a:pt x="9852" y="3496"/>
                    <a:pt x="9306" y="2984"/>
                  </a:cubicBezTo>
                  <a:cubicBezTo>
                    <a:pt x="8765" y="2472"/>
                    <a:pt x="4727" y="348"/>
                    <a:pt x="4727" y="348"/>
                  </a:cubicBezTo>
                  <a:cubicBezTo>
                    <a:pt x="4263" y="117"/>
                    <a:pt x="3840" y="1"/>
                    <a:pt x="35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31"/>
            <p:cNvSpPr/>
            <p:nvPr/>
          </p:nvSpPr>
          <p:spPr>
            <a:xfrm>
              <a:off x="8623631" y="1645569"/>
              <a:ext cx="72944" cy="73727"/>
            </a:xfrm>
            <a:custGeom>
              <a:rect b="b" l="l" r="r" t="t"/>
              <a:pathLst>
                <a:path extrusionOk="0" h="1791" w="1772">
                  <a:moveTo>
                    <a:pt x="1192" y="1"/>
                  </a:moveTo>
                  <a:cubicBezTo>
                    <a:pt x="895" y="1"/>
                    <a:pt x="0" y="791"/>
                    <a:pt x="0" y="791"/>
                  </a:cubicBezTo>
                  <a:cubicBezTo>
                    <a:pt x="103" y="1495"/>
                    <a:pt x="722" y="1791"/>
                    <a:pt x="1039" y="1791"/>
                  </a:cubicBezTo>
                  <a:cubicBezTo>
                    <a:pt x="1045" y="1791"/>
                    <a:pt x="1052" y="1791"/>
                    <a:pt x="1058" y="1790"/>
                  </a:cubicBezTo>
                  <a:cubicBezTo>
                    <a:pt x="1365" y="1774"/>
                    <a:pt x="1763" y="590"/>
                    <a:pt x="1768" y="422"/>
                  </a:cubicBezTo>
                  <a:cubicBezTo>
                    <a:pt x="1772" y="250"/>
                    <a:pt x="1491" y="49"/>
                    <a:pt x="1213" y="2"/>
                  </a:cubicBezTo>
                  <a:cubicBezTo>
                    <a:pt x="1207" y="1"/>
                    <a:pt x="1200" y="1"/>
                    <a:pt x="119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31"/>
            <p:cNvSpPr/>
            <p:nvPr/>
          </p:nvSpPr>
          <p:spPr>
            <a:xfrm>
              <a:off x="8415085" y="1458182"/>
              <a:ext cx="200803" cy="164825"/>
            </a:xfrm>
            <a:custGeom>
              <a:rect b="b" l="l" r="r" t="t"/>
              <a:pathLst>
                <a:path extrusionOk="0" h="4004" w="4878">
                  <a:moveTo>
                    <a:pt x="2464" y="0"/>
                  </a:moveTo>
                  <a:cubicBezTo>
                    <a:pt x="1965" y="0"/>
                    <a:pt x="1730" y="59"/>
                    <a:pt x="1411" y="248"/>
                  </a:cubicBezTo>
                  <a:cubicBezTo>
                    <a:pt x="1087" y="441"/>
                    <a:pt x="0" y="2443"/>
                    <a:pt x="298" y="2649"/>
                  </a:cubicBezTo>
                  <a:cubicBezTo>
                    <a:pt x="340" y="2678"/>
                    <a:pt x="2154" y="3866"/>
                    <a:pt x="2359" y="3984"/>
                  </a:cubicBezTo>
                  <a:cubicBezTo>
                    <a:pt x="2383" y="3997"/>
                    <a:pt x="2420" y="4003"/>
                    <a:pt x="2467" y="4003"/>
                  </a:cubicBezTo>
                  <a:cubicBezTo>
                    <a:pt x="2837" y="4003"/>
                    <a:pt x="3843" y="3637"/>
                    <a:pt x="4089" y="3484"/>
                  </a:cubicBezTo>
                  <a:cubicBezTo>
                    <a:pt x="4366" y="3312"/>
                    <a:pt x="4878" y="2137"/>
                    <a:pt x="4819" y="1931"/>
                  </a:cubicBezTo>
                  <a:cubicBezTo>
                    <a:pt x="4760" y="1730"/>
                    <a:pt x="2959" y="0"/>
                    <a:pt x="24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31"/>
            <p:cNvSpPr/>
            <p:nvPr/>
          </p:nvSpPr>
          <p:spPr>
            <a:xfrm>
              <a:off x="8450858" y="1498113"/>
              <a:ext cx="101636" cy="97561"/>
            </a:xfrm>
            <a:custGeom>
              <a:rect b="b" l="l" r="r" t="t"/>
              <a:pathLst>
                <a:path extrusionOk="0" h="2370" w="2469">
                  <a:moveTo>
                    <a:pt x="842" y="1"/>
                  </a:moveTo>
                  <a:cubicBezTo>
                    <a:pt x="798" y="1"/>
                    <a:pt x="764" y="14"/>
                    <a:pt x="743" y="42"/>
                  </a:cubicBezTo>
                  <a:cubicBezTo>
                    <a:pt x="617" y="218"/>
                    <a:pt x="0" y="1079"/>
                    <a:pt x="143" y="1314"/>
                  </a:cubicBezTo>
                  <a:cubicBezTo>
                    <a:pt x="290" y="1549"/>
                    <a:pt x="1096" y="2203"/>
                    <a:pt x="1419" y="2355"/>
                  </a:cubicBezTo>
                  <a:cubicBezTo>
                    <a:pt x="1441" y="2365"/>
                    <a:pt x="1464" y="2369"/>
                    <a:pt x="1489" y="2369"/>
                  </a:cubicBezTo>
                  <a:cubicBezTo>
                    <a:pt x="1834" y="2369"/>
                    <a:pt x="2468" y="1482"/>
                    <a:pt x="2414" y="1200"/>
                  </a:cubicBezTo>
                  <a:cubicBezTo>
                    <a:pt x="2365" y="926"/>
                    <a:pt x="1221" y="1"/>
                    <a:pt x="84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31"/>
            <p:cNvSpPr/>
            <p:nvPr/>
          </p:nvSpPr>
          <p:spPr>
            <a:xfrm>
              <a:off x="8278414" y="1669815"/>
              <a:ext cx="293424" cy="252959"/>
            </a:xfrm>
            <a:custGeom>
              <a:rect b="b" l="l" r="r" t="t"/>
              <a:pathLst>
                <a:path extrusionOk="0" h="6145" w="7128">
                  <a:moveTo>
                    <a:pt x="3663" y="0"/>
                  </a:moveTo>
                  <a:cubicBezTo>
                    <a:pt x="2569" y="0"/>
                    <a:pt x="1546" y="635"/>
                    <a:pt x="1054" y="1386"/>
                  </a:cubicBezTo>
                  <a:cubicBezTo>
                    <a:pt x="336" y="2486"/>
                    <a:pt x="0" y="3980"/>
                    <a:pt x="747" y="4929"/>
                  </a:cubicBezTo>
                  <a:cubicBezTo>
                    <a:pt x="1203" y="5509"/>
                    <a:pt x="2233" y="6145"/>
                    <a:pt x="3346" y="6145"/>
                  </a:cubicBezTo>
                  <a:cubicBezTo>
                    <a:pt x="4059" y="6145"/>
                    <a:pt x="4806" y="5884"/>
                    <a:pt x="5457" y="5180"/>
                  </a:cubicBezTo>
                  <a:cubicBezTo>
                    <a:pt x="7127" y="3380"/>
                    <a:pt x="6670" y="1428"/>
                    <a:pt x="5167" y="450"/>
                  </a:cubicBezTo>
                  <a:cubicBezTo>
                    <a:pt x="4680" y="134"/>
                    <a:pt x="4164" y="0"/>
                    <a:pt x="366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31"/>
            <p:cNvSpPr/>
            <p:nvPr/>
          </p:nvSpPr>
          <p:spPr>
            <a:xfrm>
              <a:off x="8324891" y="1726583"/>
              <a:ext cx="182320" cy="155480"/>
            </a:xfrm>
            <a:custGeom>
              <a:rect b="b" l="l" r="r" t="t"/>
              <a:pathLst>
                <a:path extrusionOk="0" h="3777" w="4429">
                  <a:moveTo>
                    <a:pt x="2355" y="1"/>
                  </a:moveTo>
                  <a:cubicBezTo>
                    <a:pt x="1794" y="1"/>
                    <a:pt x="1159" y="223"/>
                    <a:pt x="748" y="813"/>
                  </a:cubicBezTo>
                  <a:cubicBezTo>
                    <a:pt x="0" y="1883"/>
                    <a:pt x="231" y="2630"/>
                    <a:pt x="748" y="3201"/>
                  </a:cubicBezTo>
                  <a:cubicBezTo>
                    <a:pt x="1046" y="3534"/>
                    <a:pt x="1579" y="3777"/>
                    <a:pt x="2159" y="3777"/>
                  </a:cubicBezTo>
                  <a:cubicBezTo>
                    <a:pt x="2574" y="3777"/>
                    <a:pt x="3013" y="3653"/>
                    <a:pt x="3409" y="3348"/>
                  </a:cubicBezTo>
                  <a:cubicBezTo>
                    <a:pt x="4361" y="2618"/>
                    <a:pt x="4429" y="1455"/>
                    <a:pt x="3409" y="360"/>
                  </a:cubicBezTo>
                  <a:cubicBezTo>
                    <a:pt x="3212" y="146"/>
                    <a:pt x="2808" y="1"/>
                    <a:pt x="23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31"/>
            <p:cNvSpPr/>
            <p:nvPr/>
          </p:nvSpPr>
          <p:spPr>
            <a:xfrm>
              <a:off x="8351854" y="1747248"/>
              <a:ext cx="102995" cy="95173"/>
            </a:xfrm>
            <a:custGeom>
              <a:rect b="b" l="l" r="r" t="t"/>
              <a:pathLst>
                <a:path extrusionOk="0" h="2312" w="2502">
                  <a:moveTo>
                    <a:pt x="1241" y="0"/>
                  </a:moveTo>
                  <a:cubicBezTo>
                    <a:pt x="808" y="0"/>
                    <a:pt x="405" y="300"/>
                    <a:pt x="248" y="626"/>
                  </a:cubicBezTo>
                  <a:cubicBezTo>
                    <a:pt x="0" y="1138"/>
                    <a:pt x="134" y="1755"/>
                    <a:pt x="571" y="2124"/>
                  </a:cubicBezTo>
                  <a:cubicBezTo>
                    <a:pt x="729" y="2259"/>
                    <a:pt x="924" y="2312"/>
                    <a:pt x="1127" y="2312"/>
                  </a:cubicBezTo>
                  <a:cubicBezTo>
                    <a:pt x="1449" y="2312"/>
                    <a:pt x="1790" y="2180"/>
                    <a:pt x="2032" y="2036"/>
                  </a:cubicBezTo>
                  <a:cubicBezTo>
                    <a:pt x="2430" y="1801"/>
                    <a:pt x="2502" y="1083"/>
                    <a:pt x="2107" y="512"/>
                  </a:cubicBezTo>
                  <a:cubicBezTo>
                    <a:pt x="1851" y="142"/>
                    <a:pt x="1539" y="0"/>
                    <a:pt x="12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800" name="Shape 800"/>
        <p:cNvGrpSpPr/>
        <p:nvPr/>
      </p:nvGrpSpPr>
      <p:grpSpPr>
        <a:xfrm>
          <a:off x="0" y="0"/>
          <a:ext cx="0" cy="0"/>
          <a:chOff x="0" y="0"/>
          <a:chExt cx="0" cy="0"/>
        </a:xfrm>
      </p:grpSpPr>
      <p:sp>
        <p:nvSpPr>
          <p:cNvPr id="801" name="Google Shape;801;p32"/>
          <p:cNvSpPr/>
          <p:nvPr/>
        </p:nvSpPr>
        <p:spPr>
          <a:xfrm>
            <a:off x="0" y="150"/>
            <a:ext cx="243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2" name="Google Shape;802;p32"/>
          <p:cNvGrpSpPr/>
          <p:nvPr/>
        </p:nvGrpSpPr>
        <p:grpSpPr>
          <a:xfrm flipH="1">
            <a:off x="5108675" y="159754"/>
            <a:ext cx="3899937" cy="3218855"/>
            <a:chOff x="506275" y="379304"/>
            <a:chExt cx="3899938" cy="3218855"/>
          </a:xfrm>
        </p:grpSpPr>
        <p:sp>
          <p:nvSpPr>
            <p:cNvPr id="803" name="Google Shape;803;p32"/>
            <p:cNvSpPr/>
            <p:nvPr/>
          </p:nvSpPr>
          <p:spPr>
            <a:xfrm>
              <a:off x="713228" y="826067"/>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32"/>
            <p:cNvSpPr/>
            <p:nvPr/>
          </p:nvSpPr>
          <p:spPr>
            <a:xfrm>
              <a:off x="577738" y="2573184"/>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32"/>
            <p:cNvSpPr/>
            <p:nvPr/>
          </p:nvSpPr>
          <p:spPr>
            <a:xfrm>
              <a:off x="1292703" y="2673379"/>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32"/>
            <p:cNvSpPr/>
            <p:nvPr/>
          </p:nvSpPr>
          <p:spPr>
            <a:xfrm>
              <a:off x="2513938" y="72587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32"/>
            <p:cNvSpPr/>
            <p:nvPr/>
          </p:nvSpPr>
          <p:spPr>
            <a:xfrm>
              <a:off x="2060015" y="1891292"/>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32"/>
            <p:cNvSpPr/>
            <p:nvPr/>
          </p:nvSpPr>
          <p:spPr>
            <a:xfrm>
              <a:off x="506275" y="3497959"/>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32"/>
            <p:cNvSpPr/>
            <p:nvPr/>
          </p:nvSpPr>
          <p:spPr>
            <a:xfrm>
              <a:off x="3960565" y="379304"/>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10" name="Google Shape;810;p32"/>
            <p:cNvCxnSpPr>
              <a:stCxn id="806" idx="6"/>
              <a:endCxn id="809" idx="2"/>
            </p:cNvCxnSpPr>
            <p:nvPr/>
          </p:nvCxnSpPr>
          <p:spPr>
            <a:xfrm flipH="1" rot="10800000">
              <a:off x="2613838" y="459471"/>
              <a:ext cx="1346700" cy="316500"/>
            </a:xfrm>
            <a:prstGeom prst="straightConnector1">
              <a:avLst/>
            </a:prstGeom>
            <a:noFill/>
            <a:ln cap="flat" cmpd="sng" w="19050">
              <a:solidFill>
                <a:schemeClr val="dk2"/>
              </a:solidFill>
              <a:prstDash val="solid"/>
              <a:round/>
              <a:headEnd len="med" w="med" type="none"/>
              <a:tailEnd len="med" w="med" type="none"/>
            </a:ln>
          </p:spPr>
        </p:cxnSp>
        <p:cxnSp>
          <p:nvCxnSpPr>
            <p:cNvPr id="811" name="Google Shape;811;p32"/>
            <p:cNvCxnSpPr>
              <a:stCxn id="806" idx="4"/>
              <a:endCxn id="807" idx="0"/>
            </p:cNvCxnSpPr>
            <p:nvPr/>
          </p:nvCxnSpPr>
          <p:spPr>
            <a:xfrm flipH="1">
              <a:off x="2139688" y="826071"/>
              <a:ext cx="424200" cy="1065300"/>
            </a:xfrm>
            <a:prstGeom prst="straightConnector1">
              <a:avLst/>
            </a:prstGeom>
            <a:noFill/>
            <a:ln cap="flat" cmpd="sng" w="19050">
              <a:solidFill>
                <a:schemeClr val="dk2"/>
              </a:solidFill>
              <a:prstDash val="solid"/>
              <a:round/>
              <a:headEnd len="med" w="med" type="none"/>
              <a:tailEnd len="med" w="med" type="none"/>
            </a:ln>
          </p:spPr>
        </p:cxnSp>
        <p:cxnSp>
          <p:nvCxnSpPr>
            <p:cNvPr id="812" name="Google Shape;812;p32"/>
            <p:cNvCxnSpPr>
              <a:stCxn id="807" idx="1"/>
              <a:endCxn id="803" idx="5"/>
            </p:cNvCxnSpPr>
            <p:nvPr/>
          </p:nvCxnSpPr>
          <p:spPr>
            <a:xfrm rot="10800000">
              <a:off x="849488" y="962852"/>
              <a:ext cx="1233900" cy="951900"/>
            </a:xfrm>
            <a:prstGeom prst="straightConnector1">
              <a:avLst/>
            </a:prstGeom>
            <a:noFill/>
            <a:ln cap="flat" cmpd="sng" w="19050">
              <a:solidFill>
                <a:schemeClr val="dk2"/>
              </a:solidFill>
              <a:prstDash val="solid"/>
              <a:round/>
              <a:headEnd len="med" w="med" type="none"/>
              <a:tailEnd len="med" w="med" type="none"/>
            </a:ln>
          </p:spPr>
        </p:cxnSp>
        <p:cxnSp>
          <p:nvCxnSpPr>
            <p:cNvPr id="813" name="Google Shape;813;p32"/>
            <p:cNvCxnSpPr>
              <a:stCxn id="803" idx="4"/>
              <a:endCxn id="804" idx="0"/>
            </p:cNvCxnSpPr>
            <p:nvPr/>
          </p:nvCxnSpPr>
          <p:spPr>
            <a:xfrm flipH="1">
              <a:off x="627728" y="986267"/>
              <a:ext cx="165300" cy="1587000"/>
            </a:xfrm>
            <a:prstGeom prst="straightConnector1">
              <a:avLst/>
            </a:prstGeom>
            <a:noFill/>
            <a:ln cap="flat" cmpd="sng" w="19050">
              <a:solidFill>
                <a:schemeClr val="dk2"/>
              </a:solidFill>
              <a:prstDash val="solid"/>
              <a:round/>
              <a:headEnd len="med" w="med" type="none"/>
              <a:tailEnd len="med" w="med" type="none"/>
            </a:ln>
          </p:spPr>
        </p:cxnSp>
        <p:cxnSp>
          <p:nvCxnSpPr>
            <p:cNvPr id="814" name="Google Shape;814;p32"/>
            <p:cNvCxnSpPr>
              <a:stCxn id="804" idx="6"/>
              <a:endCxn id="805" idx="2"/>
            </p:cNvCxnSpPr>
            <p:nvPr/>
          </p:nvCxnSpPr>
          <p:spPr>
            <a:xfrm>
              <a:off x="677638" y="2623284"/>
              <a:ext cx="615000" cy="130200"/>
            </a:xfrm>
            <a:prstGeom prst="straightConnector1">
              <a:avLst/>
            </a:prstGeom>
            <a:noFill/>
            <a:ln cap="flat" cmpd="sng" w="19050">
              <a:solidFill>
                <a:schemeClr val="dk2"/>
              </a:solidFill>
              <a:prstDash val="solid"/>
              <a:round/>
              <a:headEnd len="med" w="med" type="none"/>
              <a:tailEnd len="med" w="med" type="none"/>
            </a:ln>
          </p:spPr>
        </p:cxnSp>
        <p:cxnSp>
          <p:nvCxnSpPr>
            <p:cNvPr id="815" name="Google Shape;815;p32"/>
            <p:cNvCxnSpPr>
              <a:stCxn id="804" idx="4"/>
              <a:endCxn id="808" idx="0"/>
            </p:cNvCxnSpPr>
            <p:nvPr/>
          </p:nvCxnSpPr>
          <p:spPr>
            <a:xfrm flipH="1">
              <a:off x="556288" y="2673384"/>
              <a:ext cx="71400" cy="824700"/>
            </a:xfrm>
            <a:prstGeom prst="straightConnector1">
              <a:avLst/>
            </a:prstGeom>
            <a:noFill/>
            <a:ln cap="flat" cmpd="sng" w="19050">
              <a:solidFill>
                <a:schemeClr val="dk2"/>
              </a:solidFill>
              <a:prstDash val="solid"/>
              <a:round/>
              <a:headEnd len="med" w="med" type="none"/>
              <a:tailEnd len="med" w="med" type="none"/>
            </a:ln>
          </p:spPr>
        </p:cxnSp>
        <p:sp>
          <p:nvSpPr>
            <p:cNvPr id="816" name="Google Shape;816;p32"/>
            <p:cNvSpPr/>
            <p:nvPr/>
          </p:nvSpPr>
          <p:spPr>
            <a:xfrm>
              <a:off x="808563" y="2937559"/>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17" name="Google Shape;817;p32"/>
            <p:cNvCxnSpPr>
              <a:stCxn id="804" idx="5"/>
              <a:endCxn id="816" idx="1"/>
            </p:cNvCxnSpPr>
            <p:nvPr/>
          </p:nvCxnSpPr>
          <p:spPr>
            <a:xfrm>
              <a:off x="663008" y="2658710"/>
              <a:ext cx="160200" cy="293400"/>
            </a:xfrm>
            <a:prstGeom prst="straightConnector1">
              <a:avLst/>
            </a:prstGeom>
            <a:noFill/>
            <a:ln cap="flat" cmpd="sng" w="19050">
              <a:solidFill>
                <a:schemeClr val="dk2"/>
              </a:solidFill>
              <a:prstDash val="solid"/>
              <a:round/>
              <a:headEnd len="med" w="med" type="none"/>
              <a:tailEnd len="med" w="med" type="none"/>
            </a:ln>
          </p:spPr>
        </p:cxnSp>
        <p:sp>
          <p:nvSpPr>
            <p:cNvPr id="818" name="Google Shape;818;p32"/>
            <p:cNvSpPr/>
            <p:nvPr/>
          </p:nvSpPr>
          <p:spPr>
            <a:xfrm>
              <a:off x="4306313" y="581534"/>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19" name="Google Shape;819;p32"/>
            <p:cNvCxnSpPr>
              <a:stCxn id="809" idx="6"/>
              <a:endCxn id="818" idx="1"/>
            </p:cNvCxnSpPr>
            <p:nvPr/>
          </p:nvCxnSpPr>
          <p:spPr>
            <a:xfrm>
              <a:off x="4120165" y="459404"/>
              <a:ext cx="200700" cy="136800"/>
            </a:xfrm>
            <a:prstGeom prst="straightConnector1">
              <a:avLst/>
            </a:prstGeom>
            <a:noFill/>
            <a:ln cap="flat" cmpd="sng" w="19050">
              <a:solidFill>
                <a:schemeClr val="dk2"/>
              </a:solidFill>
              <a:prstDash val="solid"/>
              <a:round/>
              <a:headEnd len="med" w="med" type="none"/>
              <a:tailEnd len="med" w="med" type="none"/>
            </a:ln>
          </p:spPr>
        </p:cxnSp>
      </p:grpSp>
      <p:grpSp>
        <p:nvGrpSpPr>
          <p:cNvPr id="820" name="Google Shape;820;p32"/>
          <p:cNvGrpSpPr/>
          <p:nvPr/>
        </p:nvGrpSpPr>
        <p:grpSpPr>
          <a:xfrm rot="704148">
            <a:off x="8244896" y="1449498"/>
            <a:ext cx="792470" cy="639346"/>
            <a:chOff x="2509227" y="704963"/>
            <a:chExt cx="792466" cy="639344"/>
          </a:xfrm>
        </p:grpSpPr>
        <p:sp>
          <p:nvSpPr>
            <p:cNvPr id="821" name="Google Shape;821;p32"/>
            <p:cNvSpPr/>
            <p:nvPr/>
          </p:nvSpPr>
          <p:spPr>
            <a:xfrm rot="-9900005">
              <a:off x="3219216" y="1100849"/>
              <a:ext cx="32056" cy="40001"/>
            </a:xfrm>
            <a:custGeom>
              <a:rect b="b" l="l" r="r" t="t"/>
              <a:pathLst>
                <a:path extrusionOk="0" h="1017" w="815">
                  <a:moveTo>
                    <a:pt x="0" y="1"/>
                  </a:moveTo>
                  <a:lnTo>
                    <a:pt x="100" y="1017"/>
                  </a:lnTo>
                  <a:lnTo>
                    <a:pt x="815" y="398"/>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32"/>
            <p:cNvSpPr/>
            <p:nvPr/>
          </p:nvSpPr>
          <p:spPr>
            <a:xfrm rot="596871">
              <a:off x="2565940" y="878023"/>
              <a:ext cx="32057" cy="40003"/>
            </a:xfrm>
            <a:custGeom>
              <a:rect b="b" l="l" r="r" t="t"/>
              <a:pathLst>
                <a:path extrusionOk="0" h="1017" w="815">
                  <a:moveTo>
                    <a:pt x="0" y="1"/>
                  </a:moveTo>
                  <a:lnTo>
                    <a:pt x="100" y="1017"/>
                  </a:lnTo>
                  <a:lnTo>
                    <a:pt x="815" y="398"/>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32"/>
            <p:cNvSpPr/>
            <p:nvPr/>
          </p:nvSpPr>
          <p:spPr>
            <a:xfrm rot="596871">
              <a:off x="2546028" y="797844"/>
              <a:ext cx="715522" cy="488330"/>
            </a:xfrm>
            <a:custGeom>
              <a:rect b="b" l="l" r="r" t="t"/>
              <a:pathLst>
                <a:path extrusionOk="0" h="12415" w="18191">
                  <a:moveTo>
                    <a:pt x="5334" y="1"/>
                  </a:moveTo>
                  <a:cubicBezTo>
                    <a:pt x="5261" y="1"/>
                    <a:pt x="5189" y="21"/>
                    <a:pt x="5125" y="60"/>
                  </a:cubicBezTo>
                  <a:cubicBezTo>
                    <a:pt x="3853" y="881"/>
                    <a:pt x="1181" y="3210"/>
                    <a:pt x="196" y="4079"/>
                  </a:cubicBezTo>
                  <a:cubicBezTo>
                    <a:pt x="1" y="4250"/>
                    <a:pt x="21" y="4558"/>
                    <a:pt x="240" y="4695"/>
                  </a:cubicBezTo>
                  <a:cubicBezTo>
                    <a:pt x="2539" y="6163"/>
                    <a:pt x="11690" y="11472"/>
                    <a:pt x="13230" y="12361"/>
                  </a:cubicBezTo>
                  <a:cubicBezTo>
                    <a:pt x="13290" y="12397"/>
                    <a:pt x="13358" y="12414"/>
                    <a:pt x="13425" y="12414"/>
                  </a:cubicBezTo>
                  <a:cubicBezTo>
                    <a:pt x="13513" y="12414"/>
                    <a:pt x="13601" y="12384"/>
                    <a:pt x="13671" y="12324"/>
                  </a:cubicBezTo>
                  <a:cubicBezTo>
                    <a:pt x="14759" y="11427"/>
                    <a:pt x="17215" y="8451"/>
                    <a:pt x="18043" y="7439"/>
                  </a:cubicBezTo>
                  <a:cubicBezTo>
                    <a:pt x="18190" y="7257"/>
                    <a:pt x="18146" y="6987"/>
                    <a:pt x="17944" y="6867"/>
                  </a:cubicBezTo>
                  <a:cubicBezTo>
                    <a:pt x="14663" y="4852"/>
                    <a:pt x="6843" y="744"/>
                    <a:pt x="5512" y="43"/>
                  </a:cubicBezTo>
                  <a:cubicBezTo>
                    <a:pt x="5456" y="15"/>
                    <a:pt x="5395" y="1"/>
                    <a:pt x="53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32"/>
            <p:cNvSpPr/>
            <p:nvPr/>
          </p:nvSpPr>
          <p:spPr>
            <a:xfrm rot="596871">
              <a:off x="2549392" y="763091"/>
              <a:ext cx="715483" cy="488527"/>
            </a:xfrm>
            <a:custGeom>
              <a:rect b="b" l="l" r="r" t="t"/>
              <a:pathLst>
                <a:path extrusionOk="0" h="12420" w="18190">
                  <a:moveTo>
                    <a:pt x="5335" y="1"/>
                  </a:moveTo>
                  <a:cubicBezTo>
                    <a:pt x="5261" y="1"/>
                    <a:pt x="5188" y="21"/>
                    <a:pt x="5125" y="62"/>
                  </a:cubicBezTo>
                  <a:cubicBezTo>
                    <a:pt x="3852" y="883"/>
                    <a:pt x="1181" y="3213"/>
                    <a:pt x="195" y="4082"/>
                  </a:cubicBezTo>
                  <a:cubicBezTo>
                    <a:pt x="0" y="4249"/>
                    <a:pt x="24" y="4557"/>
                    <a:pt x="243" y="4697"/>
                  </a:cubicBezTo>
                  <a:cubicBezTo>
                    <a:pt x="2539" y="6162"/>
                    <a:pt x="11690" y="11474"/>
                    <a:pt x="13229" y="12367"/>
                  </a:cubicBezTo>
                  <a:cubicBezTo>
                    <a:pt x="13289" y="12402"/>
                    <a:pt x="13356" y="12419"/>
                    <a:pt x="13422" y="12419"/>
                  </a:cubicBezTo>
                  <a:cubicBezTo>
                    <a:pt x="13511" y="12419"/>
                    <a:pt x="13600" y="12388"/>
                    <a:pt x="13671" y="12330"/>
                  </a:cubicBezTo>
                  <a:cubicBezTo>
                    <a:pt x="14758" y="11433"/>
                    <a:pt x="17215" y="8457"/>
                    <a:pt x="18043" y="7444"/>
                  </a:cubicBezTo>
                  <a:cubicBezTo>
                    <a:pt x="18190" y="7263"/>
                    <a:pt x="18145" y="6993"/>
                    <a:pt x="17943" y="6870"/>
                  </a:cubicBezTo>
                  <a:cubicBezTo>
                    <a:pt x="14663" y="4858"/>
                    <a:pt x="6846" y="743"/>
                    <a:pt x="5515" y="45"/>
                  </a:cubicBezTo>
                  <a:cubicBezTo>
                    <a:pt x="5459" y="15"/>
                    <a:pt x="5397" y="1"/>
                    <a:pt x="533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32"/>
            <p:cNvSpPr/>
            <p:nvPr/>
          </p:nvSpPr>
          <p:spPr>
            <a:xfrm rot="596871">
              <a:off x="2600741" y="789647"/>
              <a:ext cx="613923" cy="412494"/>
            </a:xfrm>
            <a:custGeom>
              <a:rect b="b" l="l" r="r" t="t"/>
              <a:pathLst>
                <a:path extrusionOk="0" h="10487" w="15608">
                  <a:moveTo>
                    <a:pt x="4499" y="1"/>
                  </a:moveTo>
                  <a:lnTo>
                    <a:pt x="4400" y="86"/>
                  </a:lnTo>
                  <a:lnTo>
                    <a:pt x="3220" y="1082"/>
                  </a:lnTo>
                  <a:lnTo>
                    <a:pt x="1" y="3808"/>
                  </a:lnTo>
                  <a:lnTo>
                    <a:pt x="4304" y="6340"/>
                  </a:lnTo>
                  <a:lnTo>
                    <a:pt x="5632" y="7120"/>
                  </a:lnTo>
                  <a:lnTo>
                    <a:pt x="6518" y="7643"/>
                  </a:lnTo>
                  <a:lnTo>
                    <a:pt x="7103" y="7985"/>
                  </a:lnTo>
                  <a:lnTo>
                    <a:pt x="9511" y="9402"/>
                  </a:lnTo>
                  <a:lnTo>
                    <a:pt x="11355" y="10486"/>
                  </a:lnTo>
                  <a:lnTo>
                    <a:pt x="15607" y="5977"/>
                  </a:lnTo>
                  <a:lnTo>
                    <a:pt x="10503" y="3230"/>
                  </a:lnTo>
                  <a:lnTo>
                    <a:pt x="8413" y="2105"/>
                  </a:lnTo>
                  <a:lnTo>
                    <a:pt x="5950" y="781"/>
                  </a:lnTo>
                  <a:lnTo>
                    <a:pt x="5341" y="452"/>
                  </a:lnTo>
                  <a:lnTo>
                    <a:pt x="449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32"/>
            <p:cNvSpPr/>
            <p:nvPr/>
          </p:nvSpPr>
          <p:spPr>
            <a:xfrm rot="596871">
              <a:off x="3124029" y="1146489"/>
              <a:ext cx="37171" cy="29540"/>
            </a:xfrm>
            <a:custGeom>
              <a:rect b="b" l="l" r="r" t="t"/>
              <a:pathLst>
                <a:path extrusionOk="0" h="751" w="945">
                  <a:moveTo>
                    <a:pt x="360" y="1"/>
                  </a:moveTo>
                  <a:cubicBezTo>
                    <a:pt x="255" y="1"/>
                    <a:pt x="161" y="40"/>
                    <a:pt x="106" y="118"/>
                  </a:cubicBezTo>
                  <a:cubicBezTo>
                    <a:pt x="0" y="268"/>
                    <a:pt x="79" y="504"/>
                    <a:pt x="281" y="648"/>
                  </a:cubicBezTo>
                  <a:cubicBezTo>
                    <a:pt x="380" y="716"/>
                    <a:pt x="491" y="750"/>
                    <a:pt x="590" y="750"/>
                  </a:cubicBezTo>
                  <a:cubicBezTo>
                    <a:pt x="695" y="750"/>
                    <a:pt x="787" y="712"/>
                    <a:pt x="842" y="634"/>
                  </a:cubicBezTo>
                  <a:cubicBezTo>
                    <a:pt x="944" y="484"/>
                    <a:pt x="866" y="248"/>
                    <a:pt x="664" y="104"/>
                  </a:cubicBezTo>
                  <a:cubicBezTo>
                    <a:pt x="567" y="35"/>
                    <a:pt x="458" y="1"/>
                    <a:pt x="36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32"/>
            <p:cNvSpPr/>
            <p:nvPr/>
          </p:nvSpPr>
          <p:spPr>
            <a:xfrm rot="596871">
              <a:off x="2675115" y="794133"/>
              <a:ext cx="45785" cy="37367"/>
            </a:xfrm>
            <a:custGeom>
              <a:rect b="b" l="l" r="r" t="t"/>
              <a:pathLst>
                <a:path extrusionOk="0" h="950" w="1164">
                  <a:moveTo>
                    <a:pt x="984" y="0"/>
                  </a:moveTo>
                  <a:cubicBezTo>
                    <a:pt x="949" y="0"/>
                    <a:pt x="914" y="12"/>
                    <a:pt x="883" y="35"/>
                  </a:cubicBezTo>
                  <a:lnTo>
                    <a:pt x="79" y="664"/>
                  </a:lnTo>
                  <a:cubicBezTo>
                    <a:pt x="11" y="719"/>
                    <a:pt x="0" y="818"/>
                    <a:pt x="55" y="890"/>
                  </a:cubicBezTo>
                  <a:cubicBezTo>
                    <a:pt x="84" y="929"/>
                    <a:pt x="130" y="949"/>
                    <a:pt x="177" y="949"/>
                  </a:cubicBezTo>
                  <a:cubicBezTo>
                    <a:pt x="212" y="949"/>
                    <a:pt x="248" y="938"/>
                    <a:pt x="277" y="914"/>
                  </a:cubicBezTo>
                  <a:lnTo>
                    <a:pt x="1081" y="285"/>
                  </a:lnTo>
                  <a:cubicBezTo>
                    <a:pt x="1150" y="230"/>
                    <a:pt x="1164" y="131"/>
                    <a:pt x="1109" y="62"/>
                  </a:cubicBezTo>
                  <a:cubicBezTo>
                    <a:pt x="1077" y="21"/>
                    <a:pt x="1031" y="0"/>
                    <a:pt x="98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32"/>
            <p:cNvSpPr/>
            <p:nvPr/>
          </p:nvSpPr>
          <p:spPr>
            <a:xfrm rot="596871">
              <a:off x="2729392" y="782824"/>
              <a:ext cx="15852" cy="11761"/>
            </a:xfrm>
            <a:custGeom>
              <a:rect b="b" l="l" r="r" t="t"/>
              <a:pathLst>
                <a:path extrusionOk="0" h="299" w="403">
                  <a:moveTo>
                    <a:pt x="204" y="0"/>
                  </a:moveTo>
                  <a:cubicBezTo>
                    <a:pt x="201" y="0"/>
                    <a:pt x="198" y="0"/>
                    <a:pt x="195" y="0"/>
                  </a:cubicBezTo>
                  <a:cubicBezTo>
                    <a:pt x="62" y="4"/>
                    <a:pt x="0" y="164"/>
                    <a:pt x="96" y="257"/>
                  </a:cubicBezTo>
                  <a:cubicBezTo>
                    <a:pt x="126" y="285"/>
                    <a:pt x="164" y="299"/>
                    <a:pt x="202" y="299"/>
                  </a:cubicBezTo>
                  <a:cubicBezTo>
                    <a:pt x="242" y="299"/>
                    <a:pt x="282" y="283"/>
                    <a:pt x="312" y="253"/>
                  </a:cubicBezTo>
                  <a:cubicBezTo>
                    <a:pt x="402" y="156"/>
                    <a:pt x="332" y="0"/>
                    <a:pt x="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32"/>
            <p:cNvSpPr/>
            <p:nvPr/>
          </p:nvSpPr>
          <p:spPr>
            <a:xfrm rot="596871">
              <a:off x="2740497" y="771046"/>
              <a:ext cx="94913" cy="276674"/>
            </a:xfrm>
            <a:custGeom>
              <a:rect b="b" l="l" r="r" t="t"/>
              <a:pathLst>
                <a:path extrusionOk="0" h="7034" w="2413">
                  <a:moveTo>
                    <a:pt x="1181" y="0"/>
                  </a:moveTo>
                  <a:lnTo>
                    <a:pt x="1" y="996"/>
                  </a:lnTo>
                  <a:lnTo>
                    <a:pt x="1085" y="6254"/>
                  </a:lnTo>
                  <a:lnTo>
                    <a:pt x="2413" y="7034"/>
                  </a:lnTo>
                  <a:lnTo>
                    <a:pt x="1181" y="0"/>
                  </a:ln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32"/>
            <p:cNvSpPr/>
            <p:nvPr/>
          </p:nvSpPr>
          <p:spPr>
            <a:xfrm rot="596871">
              <a:off x="2818673" y="797284"/>
              <a:ext cx="69346" cy="296341"/>
            </a:xfrm>
            <a:custGeom>
              <a:rect b="b" l="l" r="r" t="t"/>
              <a:pathLst>
                <a:path extrusionOk="0" h="7534" w="1763">
                  <a:moveTo>
                    <a:pt x="1" y="0"/>
                  </a:moveTo>
                  <a:lnTo>
                    <a:pt x="1178" y="7191"/>
                  </a:lnTo>
                  <a:lnTo>
                    <a:pt x="1763" y="7533"/>
                  </a:lnTo>
                  <a:lnTo>
                    <a:pt x="1763" y="7533"/>
                  </a:lnTo>
                  <a:lnTo>
                    <a:pt x="610" y="329"/>
                  </a:lnTo>
                  <a:lnTo>
                    <a:pt x="1" y="0"/>
                  </a:ln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2"/>
            <p:cNvSpPr/>
            <p:nvPr/>
          </p:nvSpPr>
          <p:spPr>
            <a:xfrm rot="596871">
              <a:off x="2923103" y="887644"/>
              <a:ext cx="135663" cy="329854"/>
            </a:xfrm>
            <a:custGeom>
              <a:rect b="b" l="l" r="r" t="t"/>
              <a:pathLst>
                <a:path extrusionOk="0" h="8386" w="3449">
                  <a:moveTo>
                    <a:pt x="0" y="1"/>
                  </a:moveTo>
                  <a:cubicBezTo>
                    <a:pt x="233" y="1667"/>
                    <a:pt x="855" y="5710"/>
                    <a:pt x="1102" y="7298"/>
                  </a:cubicBezTo>
                  <a:lnTo>
                    <a:pt x="2942" y="8385"/>
                  </a:lnTo>
                  <a:lnTo>
                    <a:pt x="3448" y="7848"/>
                  </a:lnTo>
                  <a:lnTo>
                    <a:pt x="2090" y="1126"/>
                  </a:lnTo>
                  <a:lnTo>
                    <a:pt x="0" y="1"/>
                  </a:ln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2" name="Google Shape;832;p32"/>
          <p:cNvGrpSpPr/>
          <p:nvPr/>
        </p:nvGrpSpPr>
        <p:grpSpPr>
          <a:xfrm>
            <a:off x="7282224" y="258040"/>
            <a:ext cx="905933" cy="705554"/>
            <a:chOff x="7432381" y="878104"/>
            <a:chExt cx="1041062" cy="810795"/>
          </a:xfrm>
        </p:grpSpPr>
        <p:sp>
          <p:nvSpPr>
            <p:cNvPr id="833" name="Google Shape;833;p32"/>
            <p:cNvSpPr/>
            <p:nvPr/>
          </p:nvSpPr>
          <p:spPr>
            <a:xfrm>
              <a:off x="7432381" y="878104"/>
              <a:ext cx="1041062" cy="810795"/>
            </a:xfrm>
            <a:custGeom>
              <a:rect b="b" l="l" r="r" t="t"/>
              <a:pathLst>
                <a:path extrusionOk="0" h="40218" w="51640">
                  <a:moveTo>
                    <a:pt x="27239" y="0"/>
                  </a:moveTo>
                  <a:cubicBezTo>
                    <a:pt x="14735" y="0"/>
                    <a:pt x="5611" y="8132"/>
                    <a:pt x="3116" y="15696"/>
                  </a:cubicBezTo>
                  <a:cubicBezTo>
                    <a:pt x="322" y="24157"/>
                    <a:pt x="1" y="34937"/>
                    <a:pt x="5907" y="35969"/>
                  </a:cubicBezTo>
                  <a:cubicBezTo>
                    <a:pt x="6282" y="36037"/>
                    <a:pt x="6661" y="36071"/>
                    <a:pt x="7040" y="36071"/>
                  </a:cubicBezTo>
                  <a:cubicBezTo>
                    <a:pt x="7116" y="36071"/>
                    <a:pt x="7192" y="36069"/>
                    <a:pt x="7267" y="36067"/>
                  </a:cubicBezTo>
                  <a:cubicBezTo>
                    <a:pt x="9701" y="35953"/>
                    <a:pt x="11313" y="34271"/>
                    <a:pt x="12483" y="32252"/>
                  </a:cubicBezTo>
                  <a:cubicBezTo>
                    <a:pt x="13685" y="30181"/>
                    <a:pt x="14421" y="27764"/>
                    <a:pt x="15087" y="26314"/>
                  </a:cubicBezTo>
                  <a:cubicBezTo>
                    <a:pt x="15148" y="26180"/>
                    <a:pt x="15213" y="26054"/>
                    <a:pt x="15286" y="25928"/>
                  </a:cubicBezTo>
                  <a:cubicBezTo>
                    <a:pt x="15294" y="25912"/>
                    <a:pt x="15302" y="25900"/>
                    <a:pt x="15310" y="25883"/>
                  </a:cubicBezTo>
                  <a:cubicBezTo>
                    <a:pt x="15367" y="25774"/>
                    <a:pt x="15436" y="25668"/>
                    <a:pt x="15509" y="25571"/>
                  </a:cubicBezTo>
                  <a:cubicBezTo>
                    <a:pt x="15655" y="25343"/>
                    <a:pt x="15822" y="25132"/>
                    <a:pt x="16009" y="24937"/>
                  </a:cubicBezTo>
                  <a:lnTo>
                    <a:pt x="16025" y="24921"/>
                  </a:lnTo>
                  <a:cubicBezTo>
                    <a:pt x="16066" y="24876"/>
                    <a:pt x="16106" y="24831"/>
                    <a:pt x="16151" y="24791"/>
                  </a:cubicBezTo>
                  <a:cubicBezTo>
                    <a:pt x="16220" y="24726"/>
                    <a:pt x="16277" y="24665"/>
                    <a:pt x="16350" y="24604"/>
                  </a:cubicBezTo>
                  <a:cubicBezTo>
                    <a:pt x="16362" y="24596"/>
                    <a:pt x="16378" y="24584"/>
                    <a:pt x="16395" y="24567"/>
                  </a:cubicBezTo>
                  <a:cubicBezTo>
                    <a:pt x="16610" y="24389"/>
                    <a:pt x="16837" y="24226"/>
                    <a:pt x="17077" y="24088"/>
                  </a:cubicBezTo>
                  <a:cubicBezTo>
                    <a:pt x="17203" y="24011"/>
                    <a:pt x="17329" y="23942"/>
                    <a:pt x="17463" y="23885"/>
                  </a:cubicBezTo>
                  <a:cubicBezTo>
                    <a:pt x="17573" y="23832"/>
                    <a:pt x="17678" y="23783"/>
                    <a:pt x="17804" y="23731"/>
                  </a:cubicBezTo>
                  <a:cubicBezTo>
                    <a:pt x="17930" y="23682"/>
                    <a:pt x="18064" y="23633"/>
                    <a:pt x="18202" y="23588"/>
                  </a:cubicBezTo>
                  <a:cubicBezTo>
                    <a:pt x="18292" y="23556"/>
                    <a:pt x="18385" y="23527"/>
                    <a:pt x="18478" y="23499"/>
                  </a:cubicBezTo>
                  <a:lnTo>
                    <a:pt x="18608" y="23466"/>
                  </a:lnTo>
                  <a:cubicBezTo>
                    <a:pt x="18698" y="23438"/>
                    <a:pt x="18791" y="23418"/>
                    <a:pt x="18885" y="23397"/>
                  </a:cubicBezTo>
                  <a:lnTo>
                    <a:pt x="18901" y="23397"/>
                  </a:lnTo>
                  <a:cubicBezTo>
                    <a:pt x="19023" y="23369"/>
                    <a:pt x="19140" y="23345"/>
                    <a:pt x="19258" y="23324"/>
                  </a:cubicBezTo>
                  <a:cubicBezTo>
                    <a:pt x="19923" y="23202"/>
                    <a:pt x="20654" y="23146"/>
                    <a:pt x="21449" y="23146"/>
                  </a:cubicBezTo>
                  <a:cubicBezTo>
                    <a:pt x="21660" y="23146"/>
                    <a:pt x="21874" y="23150"/>
                    <a:pt x="22093" y="23158"/>
                  </a:cubicBezTo>
                  <a:cubicBezTo>
                    <a:pt x="22130" y="23158"/>
                    <a:pt x="22167" y="23158"/>
                    <a:pt x="22203" y="23166"/>
                  </a:cubicBezTo>
                  <a:cubicBezTo>
                    <a:pt x="22886" y="23190"/>
                    <a:pt x="23609" y="23255"/>
                    <a:pt x="24380" y="23357"/>
                  </a:cubicBezTo>
                  <a:cubicBezTo>
                    <a:pt x="24734" y="23401"/>
                    <a:pt x="25095" y="23454"/>
                    <a:pt x="25469" y="23515"/>
                  </a:cubicBezTo>
                  <a:cubicBezTo>
                    <a:pt x="25802" y="23572"/>
                    <a:pt x="26119" y="23625"/>
                    <a:pt x="26428" y="23686"/>
                  </a:cubicBezTo>
                  <a:cubicBezTo>
                    <a:pt x="26452" y="23698"/>
                    <a:pt x="26480" y="23702"/>
                    <a:pt x="26505" y="23702"/>
                  </a:cubicBezTo>
                  <a:cubicBezTo>
                    <a:pt x="26805" y="23763"/>
                    <a:pt x="27090" y="23832"/>
                    <a:pt x="27366" y="23901"/>
                  </a:cubicBezTo>
                  <a:cubicBezTo>
                    <a:pt x="27805" y="24011"/>
                    <a:pt x="28219" y="24125"/>
                    <a:pt x="28613" y="24259"/>
                  </a:cubicBezTo>
                  <a:cubicBezTo>
                    <a:pt x="28739" y="24295"/>
                    <a:pt x="28861" y="24340"/>
                    <a:pt x="28978" y="24384"/>
                  </a:cubicBezTo>
                  <a:cubicBezTo>
                    <a:pt x="29405" y="24531"/>
                    <a:pt x="29819" y="24705"/>
                    <a:pt x="30225" y="24904"/>
                  </a:cubicBezTo>
                  <a:cubicBezTo>
                    <a:pt x="30323" y="24945"/>
                    <a:pt x="30420" y="24998"/>
                    <a:pt x="30514" y="25043"/>
                  </a:cubicBezTo>
                  <a:cubicBezTo>
                    <a:pt x="30843" y="25213"/>
                    <a:pt x="31160" y="25404"/>
                    <a:pt x="31464" y="25619"/>
                  </a:cubicBezTo>
                  <a:cubicBezTo>
                    <a:pt x="31537" y="25668"/>
                    <a:pt x="31611" y="25717"/>
                    <a:pt x="31676" y="25770"/>
                  </a:cubicBezTo>
                  <a:cubicBezTo>
                    <a:pt x="31765" y="25835"/>
                    <a:pt x="31842" y="25900"/>
                    <a:pt x="31923" y="25965"/>
                  </a:cubicBezTo>
                  <a:cubicBezTo>
                    <a:pt x="31996" y="26025"/>
                    <a:pt x="32065" y="26086"/>
                    <a:pt x="32130" y="26147"/>
                  </a:cubicBezTo>
                  <a:cubicBezTo>
                    <a:pt x="32281" y="26281"/>
                    <a:pt x="32423" y="26419"/>
                    <a:pt x="32553" y="26574"/>
                  </a:cubicBezTo>
                  <a:cubicBezTo>
                    <a:pt x="32598" y="26619"/>
                    <a:pt x="32638" y="26663"/>
                    <a:pt x="32679" y="26716"/>
                  </a:cubicBezTo>
                  <a:cubicBezTo>
                    <a:pt x="32711" y="26749"/>
                    <a:pt x="32740" y="26785"/>
                    <a:pt x="32764" y="26826"/>
                  </a:cubicBezTo>
                  <a:cubicBezTo>
                    <a:pt x="32817" y="26883"/>
                    <a:pt x="32862" y="26948"/>
                    <a:pt x="32902" y="27013"/>
                  </a:cubicBezTo>
                  <a:cubicBezTo>
                    <a:pt x="33032" y="27195"/>
                    <a:pt x="33150" y="27386"/>
                    <a:pt x="33243" y="27585"/>
                  </a:cubicBezTo>
                  <a:cubicBezTo>
                    <a:pt x="33276" y="27650"/>
                    <a:pt x="33308" y="27711"/>
                    <a:pt x="33333" y="27780"/>
                  </a:cubicBezTo>
                  <a:cubicBezTo>
                    <a:pt x="33353" y="27825"/>
                    <a:pt x="33373" y="27874"/>
                    <a:pt x="33394" y="27926"/>
                  </a:cubicBezTo>
                  <a:cubicBezTo>
                    <a:pt x="33414" y="27983"/>
                    <a:pt x="33430" y="28032"/>
                    <a:pt x="33455" y="28089"/>
                  </a:cubicBezTo>
                  <a:cubicBezTo>
                    <a:pt x="33503" y="28243"/>
                    <a:pt x="33544" y="28406"/>
                    <a:pt x="33576" y="28568"/>
                  </a:cubicBezTo>
                  <a:cubicBezTo>
                    <a:pt x="33593" y="28637"/>
                    <a:pt x="33605" y="28710"/>
                    <a:pt x="33613" y="28784"/>
                  </a:cubicBezTo>
                  <a:cubicBezTo>
                    <a:pt x="33930" y="31103"/>
                    <a:pt x="33373" y="39162"/>
                    <a:pt x="37923" y="40124"/>
                  </a:cubicBezTo>
                  <a:cubicBezTo>
                    <a:pt x="38231" y="40185"/>
                    <a:pt x="38544" y="40218"/>
                    <a:pt x="38861" y="40218"/>
                  </a:cubicBezTo>
                  <a:lnTo>
                    <a:pt x="38865" y="40218"/>
                  </a:lnTo>
                  <a:cubicBezTo>
                    <a:pt x="40656" y="40218"/>
                    <a:pt x="42801" y="39267"/>
                    <a:pt x="44795" y="37517"/>
                  </a:cubicBezTo>
                  <a:cubicBezTo>
                    <a:pt x="44800" y="37509"/>
                    <a:pt x="44808" y="37509"/>
                    <a:pt x="44812" y="37504"/>
                  </a:cubicBezTo>
                  <a:cubicBezTo>
                    <a:pt x="47943" y="34755"/>
                    <a:pt x="50685" y="30051"/>
                    <a:pt x="51100" y="23995"/>
                  </a:cubicBezTo>
                  <a:cubicBezTo>
                    <a:pt x="51640" y="16009"/>
                    <a:pt x="48878" y="7970"/>
                    <a:pt x="41152" y="3494"/>
                  </a:cubicBezTo>
                  <a:cubicBezTo>
                    <a:pt x="39328" y="2442"/>
                    <a:pt x="37224" y="1581"/>
                    <a:pt x="34823" y="972"/>
                  </a:cubicBezTo>
                  <a:cubicBezTo>
                    <a:pt x="34815" y="972"/>
                    <a:pt x="34807" y="968"/>
                    <a:pt x="34799" y="963"/>
                  </a:cubicBezTo>
                  <a:cubicBezTo>
                    <a:pt x="34783" y="963"/>
                    <a:pt x="34763" y="959"/>
                    <a:pt x="34746" y="955"/>
                  </a:cubicBezTo>
                  <a:cubicBezTo>
                    <a:pt x="33824" y="724"/>
                    <a:pt x="32862" y="517"/>
                    <a:pt x="31858" y="366"/>
                  </a:cubicBezTo>
                  <a:cubicBezTo>
                    <a:pt x="31070" y="236"/>
                    <a:pt x="30294" y="151"/>
                    <a:pt x="29527" y="90"/>
                  </a:cubicBezTo>
                  <a:cubicBezTo>
                    <a:pt x="28752" y="30"/>
                    <a:pt x="27989" y="0"/>
                    <a:pt x="2723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32"/>
            <p:cNvSpPr/>
            <p:nvPr/>
          </p:nvSpPr>
          <p:spPr>
            <a:xfrm>
              <a:off x="8122074" y="1104025"/>
              <a:ext cx="257544" cy="252564"/>
            </a:xfrm>
            <a:custGeom>
              <a:rect b="b" l="l" r="r" t="t"/>
              <a:pathLst>
                <a:path extrusionOk="0" h="12528" w="12775">
                  <a:moveTo>
                    <a:pt x="7430" y="1"/>
                  </a:moveTo>
                  <a:cubicBezTo>
                    <a:pt x="5345" y="1"/>
                    <a:pt x="3125" y="1340"/>
                    <a:pt x="1808" y="3621"/>
                  </a:cubicBezTo>
                  <a:cubicBezTo>
                    <a:pt x="0" y="6757"/>
                    <a:pt x="581" y="10481"/>
                    <a:pt x="3108" y="11940"/>
                  </a:cubicBezTo>
                  <a:cubicBezTo>
                    <a:pt x="3798" y="12339"/>
                    <a:pt x="4561" y="12527"/>
                    <a:pt x="5344" y="12527"/>
                  </a:cubicBezTo>
                  <a:cubicBezTo>
                    <a:pt x="7428" y="12527"/>
                    <a:pt x="9646" y="11186"/>
                    <a:pt x="10963" y="8905"/>
                  </a:cubicBezTo>
                  <a:cubicBezTo>
                    <a:pt x="12775" y="5770"/>
                    <a:pt x="12194" y="2049"/>
                    <a:pt x="9663" y="587"/>
                  </a:cubicBezTo>
                  <a:cubicBezTo>
                    <a:pt x="8974" y="189"/>
                    <a:pt x="8212" y="1"/>
                    <a:pt x="743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32"/>
            <p:cNvSpPr/>
            <p:nvPr/>
          </p:nvSpPr>
          <p:spPr>
            <a:xfrm>
              <a:off x="7588061" y="1015197"/>
              <a:ext cx="257564" cy="252585"/>
            </a:xfrm>
            <a:custGeom>
              <a:rect b="b" l="l" r="r" t="t"/>
              <a:pathLst>
                <a:path extrusionOk="0" h="12529" w="12776">
                  <a:moveTo>
                    <a:pt x="7435" y="0"/>
                  </a:moveTo>
                  <a:cubicBezTo>
                    <a:pt x="5349" y="0"/>
                    <a:pt x="3130" y="1342"/>
                    <a:pt x="1812" y="3624"/>
                  </a:cubicBezTo>
                  <a:cubicBezTo>
                    <a:pt x="0" y="6759"/>
                    <a:pt x="581" y="10484"/>
                    <a:pt x="3112" y="11942"/>
                  </a:cubicBezTo>
                  <a:cubicBezTo>
                    <a:pt x="3801" y="12340"/>
                    <a:pt x="4564" y="12528"/>
                    <a:pt x="5345" y="12528"/>
                  </a:cubicBezTo>
                  <a:cubicBezTo>
                    <a:pt x="7430" y="12528"/>
                    <a:pt x="9649" y="11189"/>
                    <a:pt x="10964" y="8908"/>
                  </a:cubicBezTo>
                  <a:cubicBezTo>
                    <a:pt x="12775" y="5772"/>
                    <a:pt x="12194" y="2048"/>
                    <a:pt x="9668" y="585"/>
                  </a:cubicBezTo>
                  <a:cubicBezTo>
                    <a:pt x="8978" y="188"/>
                    <a:pt x="8216" y="0"/>
                    <a:pt x="74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32"/>
            <p:cNvSpPr/>
            <p:nvPr/>
          </p:nvSpPr>
          <p:spPr>
            <a:xfrm>
              <a:off x="7815311" y="879918"/>
              <a:ext cx="446705" cy="517709"/>
            </a:xfrm>
            <a:custGeom>
              <a:rect b="b" l="l" r="r" t="t"/>
              <a:pathLst>
                <a:path extrusionOk="0" h="25680" w="22158">
                  <a:moveTo>
                    <a:pt x="10533" y="0"/>
                  </a:moveTo>
                  <a:cubicBezTo>
                    <a:pt x="10301" y="146"/>
                    <a:pt x="10029" y="333"/>
                    <a:pt x="9720" y="569"/>
                  </a:cubicBezTo>
                  <a:lnTo>
                    <a:pt x="9716" y="569"/>
                  </a:lnTo>
                  <a:cubicBezTo>
                    <a:pt x="8047" y="1852"/>
                    <a:pt x="5325" y="4602"/>
                    <a:pt x="2722" y="10098"/>
                  </a:cubicBezTo>
                  <a:cubicBezTo>
                    <a:pt x="1483" y="12718"/>
                    <a:pt x="776" y="14993"/>
                    <a:pt x="398" y="16890"/>
                  </a:cubicBezTo>
                  <a:cubicBezTo>
                    <a:pt x="276" y="17507"/>
                    <a:pt x="187" y="18092"/>
                    <a:pt x="126" y="18632"/>
                  </a:cubicBezTo>
                  <a:lnTo>
                    <a:pt x="126" y="18636"/>
                  </a:lnTo>
                  <a:cubicBezTo>
                    <a:pt x="53" y="19266"/>
                    <a:pt x="12" y="19895"/>
                    <a:pt x="8" y="20529"/>
                  </a:cubicBezTo>
                  <a:lnTo>
                    <a:pt x="8" y="20558"/>
                  </a:lnTo>
                  <a:cubicBezTo>
                    <a:pt x="0" y="21813"/>
                    <a:pt x="142" y="22710"/>
                    <a:pt x="264" y="23230"/>
                  </a:cubicBezTo>
                  <a:lnTo>
                    <a:pt x="264" y="23234"/>
                  </a:lnTo>
                  <a:cubicBezTo>
                    <a:pt x="929" y="23112"/>
                    <a:pt x="1660" y="23056"/>
                    <a:pt x="2455" y="23056"/>
                  </a:cubicBezTo>
                  <a:cubicBezTo>
                    <a:pt x="2666" y="23056"/>
                    <a:pt x="2880" y="23060"/>
                    <a:pt x="3099" y="23068"/>
                  </a:cubicBezTo>
                  <a:cubicBezTo>
                    <a:pt x="3136" y="23068"/>
                    <a:pt x="3173" y="23072"/>
                    <a:pt x="3209" y="23076"/>
                  </a:cubicBezTo>
                  <a:cubicBezTo>
                    <a:pt x="3892" y="23100"/>
                    <a:pt x="4615" y="23165"/>
                    <a:pt x="5386" y="23267"/>
                  </a:cubicBezTo>
                  <a:cubicBezTo>
                    <a:pt x="5736" y="23311"/>
                    <a:pt x="6101" y="23364"/>
                    <a:pt x="6475" y="23425"/>
                  </a:cubicBezTo>
                  <a:cubicBezTo>
                    <a:pt x="6808" y="23482"/>
                    <a:pt x="7125" y="23535"/>
                    <a:pt x="7434" y="23596"/>
                  </a:cubicBezTo>
                  <a:cubicBezTo>
                    <a:pt x="7458" y="23608"/>
                    <a:pt x="7486" y="23612"/>
                    <a:pt x="7511" y="23612"/>
                  </a:cubicBezTo>
                  <a:cubicBezTo>
                    <a:pt x="7811" y="23673"/>
                    <a:pt x="8096" y="23742"/>
                    <a:pt x="8372" y="23811"/>
                  </a:cubicBezTo>
                  <a:cubicBezTo>
                    <a:pt x="8811" y="23921"/>
                    <a:pt x="9225" y="24035"/>
                    <a:pt x="9615" y="24169"/>
                  </a:cubicBezTo>
                  <a:cubicBezTo>
                    <a:pt x="9745" y="24205"/>
                    <a:pt x="9863" y="24250"/>
                    <a:pt x="9984" y="24294"/>
                  </a:cubicBezTo>
                  <a:cubicBezTo>
                    <a:pt x="10411" y="24445"/>
                    <a:pt x="10825" y="24615"/>
                    <a:pt x="11231" y="24814"/>
                  </a:cubicBezTo>
                  <a:cubicBezTo>
                    <a:pt x="11329" y="24855"/>
                    <a:pt x="11422" y="24908"/>
                    <a:pt x="11516" y="24953"/>
                  </a:cubicBezTo>
                  <a:cubicBezTo>
                    <a:pt x="11849" y="25123"/>
                    <a:pt x="12166" y="25314"/>
                    <a:pt x="12470" y="25529"/>
                  </a:cubicBezTo>
                  <a:cubicBezTo>
                    <a:pt x="12543" y="25578"/>
                    <a:pt x="12612" y="25627"/>
                    <a:pt x="12682" y="25680"/>
                  </a:cubicBezTo>
                  <a:cubicBezTo>
                    <a:pt x="12682" y="24863"/>
                    <a:pt x="12706" y="23645"/>
                    <a:pt x="12840" y="22170"/>
                  </a:cubicBezTo>
                  <a:cubicBezTo>
                    <a:pt x="12844" y="22146"/>
                    <a:pt x="12848" y="22121"/>
                    <a:pt x="12848" y="22097"/>
                  </a:cubicBezTo>
                  <a:cubicBezTo>
                    <a:pt x="13116" y="19197"/>
                    <a:pt x="13790" y="15330"/>
                    <a:pt x="15415" y="11638"/>
                  </a:cubicBezTo>
                  <a:cubicBezTo>
                    <a:pt x="17873" y="6073"/>
                    <a:pt x="20899" y="4046"/>
                    <a:pt x="22158" y="3404"/>
                  </a:cubicBezTo>
                  <a:cubicBezTo>
                    <a:pt x="20334" y="2352"/>
                    <a:pt x="18230" y="1491"/>
                    <a:pt x="15829" y="882"/>
                  </a:cubicBezTo>
                  <a:cubicBezTo>
                    <a:pt x="15821" y="882"/>
                    <a:pt x="15813" y="882"/>
                    <a:pt x="15809" y="878"/>
                  </a:cubicBezTo>
                  <a:cubicBezTo>
                    <a:pt x="15789" y="878"/>
                    <a:pt x="15769" y="873"/>
                    <a:pt x="15752" y="865"/>
                  </a:cubicBezTo>
                  <a:cubicBezTo>
                    <a:pt x="14830" y="634"/>
                    <a:pt x="13868" y="431"/>
                    <a:pt x="12864" y="276"/>
                  </a:cubicBezTo>
                  <a:cubicBezTo>
                    <a:pt x="12076" y="150"/>
                    <a:pt x="11300" y="61"/>
                    <a:pt x="1053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32"/>
            <p:cNvSpPr/>
            <p:nvPr/>
          </p:nvSpPr>
          <p:spPr>
            <a:xfrm>
              <a:off x="7578807" y="1283476"/>
              <a:ext cx="637036" cy="405377"/>
            </a:xfrm>
            <a:custGeom>
              <a:rect b="b" l="l" r="r" t="t"/>
              <a:pathLst>
                <a:path extrusionOk="0" h="20108" w="31599">
                  <a:moveTo>
                    <a:pt x="16485" y="0"/>
                  </a:moveTo>
                  <a:cubicBezTo>
                    <a:pt x="14668" y="0"/>
                    <a:pt x="13148" y="174"/>
                    <a:pt x="11869" y="480"/>
                  </a:cubicBezTo>
                  <a:lnTo>
                    <a:pt x="11857" y="480"/>
                  </a:lnTo>
                  <a:cubicBezTo>
                    <a:pt x="11821" y="492"/>
                    <a:pt x="11780" y="504"/>
                    <a:pt x="11739" y="508"/>
                  </a:cubicBezTo>
                  <a:cubicBezTo>
                    <a:pt x="5317" y="2129"/>
                    <a:pt x="5159" y="7255"/>
                    <a:pt x="4233" y="11154"/>
                  </a:cubicBezTo>
                  <a:cubicBezTo>
                    <a:pt x="4083" y="11808"/>
                    <a:pt x="3863" y="12442"/>
                    <a:pt x="3579" y="13043"/>
                  </a:cubicBezTo>
                  <a:cubicBezTo>
                    <a:pt x="2214" y="15886"/>
                    <a:pt x="0" y="15955"/>
                    <a:pt x="0" y="15955"/>
                  </a:cubicBezTo>
                  <a:cubicBezTo>
                    <a:pt x="4" y="15955"/>
                    <a:pt x="4" y="15955"/>
                    <a:pt x="4" y="15960"/>
                  </a:cubicBezTo>
                  <a:cubicBezTo>
                    <a:pt x="2438" y="15846"/>
                    <a:pt x="4050" y="14164"/>
                    <a:pt x="5220" y="12145"/>
                  </a:cubicBezTo>
                  <a:cubicBezTo>
                    <a:pt x="6422" y="10074"/>
                    <a:pt x="7158" y="7657"/>
                    <a:pt x="7824" y="6207"/>
                  </a:cubicBezTo>
                  <a:cubicBezTo>
                    <a:pt x="7885" y="6073"/>
                    <a:pt x="7950" y="5947"/>
                    <a:pt x="8023" y="5821"/>
                  </a:cubicBezTo>
                  <a:cubicBezTo>
                    <a:pt x="8031" y="5805"/>
                    <a:pt x="8039" y="5793"/>
                    <a:pt x="8047" y="5776"/>
                  </a:cubicBezTo>
                  <a:cubicBezTo>
                    <a:pt x="8104" y="5667"/>
                    <a:pt x="8173" y="5561"/>
                    <a:pt x="8246" y="5464"/>
                  </a:cubicBezTo>
                  <a:cubicBezTo>
                    <a:pt x="8392" y="5236"/>
                    <a:pt x="8559" y="5025"/>
                    <a:pt x="8746" y="4830"/>
                  </a:cubicBezTo>
                  <a:lnTo>
                    <a:pt x="8762" y="4814"/>
                  </a:lnTo>
                  <a:cubicBezTo>
                    <a:pt x="8803" y="4769"/>
                    <a:pt x="8843" y="4724"/>
                    <a:pt x="8888" y="4684"/>
                  </a:cubicBezTo>
                  <a:cubicBezTo>
                    <a:pt x="8957" y="4619"/>
                    <a:pt x="9014" y="4558"/>
                    <a:pt x="9087" y="4497"/>
                  </a:cubicBezTo>
                  <a:cubicBezTo>
                    <a:pt x="9099" y="4485"/>
                    <a:pt x="9115" y="4477"/>
                    <a:pt x="9132" y="4460"/>
                  </a:cubicBezTo>
                  <a:cubicBezTo>
                    <a:pt x="9347" y="4282"/>
                    <a:pt x="9574" y="4119"/>
                    <a:pt x="9814" y="3981"/>
                  </a:cubicBezTo>
                  <a:cubicBezTo>
                    <a:pt x="9940" y="3904"/>
                    <a:pt x="10066" y="3835"/>
                    <a:pt x="10200" y="3778"/>
                  </a:cubicBezTo>
                  <a:cubicBezTo>
                    <a:pt x="10310" y="3725"/>
                    <a:pt x="10415" y="3672"/>
                    <a:pt x="10541" y="3624"/>
                  </a:cubicBezTo>
                  <a:cubicBezTo>
                    <a:pt x="10667" y="3575"/>
                    <a:pt x="10801" y="3526"/>
                    <a:pt x="10939" y="3481"/>
                  </a:cubicBezTo>
                  <a:cubicBezTo>
                    <a:pt x="11029" y="3449"/>
                    <a:pt x="11122" y="3420"/>
                    <a:pt x="11215" y="3392"/>
                  </a:cubicBezTo>
                  <a:lnTo>
                    <a:pt x="11345" y="3359"/>
                  </a:lnTo>
                  <a:cubicBezTo>
                    <a:pt x="11435" y="3331"/>
                    <a:pt x="11528" y="3311"/>
                    <a:pt x="11622" y="3286"/>
                  </a:cubicBezTo>
                  <a:lnTo>
                    <a:pt x="11638" y="3286"/>
                  </a:lnTo>
                  <a:cubicBezTo>
                    <a:pt x="11756" y="3262"/>
                    <a:pt x="11877" y="3234"/>
                    <a:pt x="11995" y="3209"/>
                  </a:cubicBezTo>
                  <a:cubicBezTo>
                    <a:pt x="12659" y="3094"/>
                    <a:pt x="13388" y="3039"/>
                    <a:pt x="14180" y="3039"/>
                  </a:cubicBezTo>
                  <a:cubicBezTo>
                    <a:pt x="14393" y="3039"/>
                    <a:pt x="14609" y="3043"/>
                    <a:pt x="14830" y="3051"/>
                  </a:cubicBezTo>
                  <a:cubicBezTo>
                    <a:pt x="14867" y="3051"/>
                    <a:pt x="14904" y="3051"/>
                    <a:pt x="14940" y="3055"/>
                  </a:cubicBezTo>
                  <a:cubicBezTo>
                    <a:pt x="15623" y="3083"/>
                    <a:pt x="16346" y="3148"/>
                    <a:pt x="17117" y="3250"/>
                  </a:cubicBezTo>
                  <a:cubicBezTo>
                    <a:pt x="17471" y="3294"/>
                    <a:pt x="17832" y="3347"/>
                    <a:pt x="18206" y="3408"/>
                  </a:cubicBezTo>
                  <a:cubicBezTo>
                    <a:pt x="18539" y="3465"/>
                    <a:pt x="18856" y="3518"/>
                    <a:pt x="19165" y="3579"/>
                  </a:cubicBezTo>
                  <a:cubicBezTo>
                    <a:pt x="19189" y="3591"/>
                    <a:pt x="19217" y="3595"/>
                    <a:pt x="19242" y="3595"/>
                  </a:cubicBezTo>
                  <a:cubicBezTo>
                    <a:pt x="19542" y="3656"/>
                    <a:pt x="19827" y="3725"/>
                    <a:pt x="20103" y="3794"/>
                  </a:cubicBezTo>
                  <a:cubicBezTo>
                    <a:pt x="20542" y="3904"/>
                    <a:pt x="20956" y="4018"/>
                    <a:pt x="21350" y="4152"/>
                  </a:cubicBezTo>
                  <a:cubicBezTo>
                    <a:pt x="21476" y="4188"/>
                    <a:pt x="21598" y="4233"/>
                    <a:pt x="21715" y="4277"/>
                  </a:cubicBezTo>
                  <a:cubicBezTo>
                    <a:pt x="22142" y="4424"/>
                    <a:pt x="22556" y="4598"/>
                    <a:pt x="22962" y="4793"/>
                  </a:cubicBezTo>
                  <a:cubicBezTo>
                    <a:pt x="23060" y="4838"/>
                    <a:pt x="23157" y="4891"/>
                    <a:pt x="23251" y="4931"/>
                  </a:cubicBezTo>
                  <a:cubicBezTo>
                    <a:pt x="23580" y="5106"/>
                    <a:pt x="23897" y="5297"/>
                    <a:pt x="24201" y="5512"/>
                  </a:cubicBezTo>
                  <a:cubicBezTo>
                    <a:pt x="24274" y="5561"/>
                    <a:pt x="24348" y="5610"/>
                    <a:pt x="24413" y="5663"/>
                  </a:cubicBezTo>
                  <a:cubicBezTo>
                    <a:pt x="24502" y="5728"/>
                    <a:pt x="24579" y="5793"/>
                    <a:pt x="24660" y="5858"/>
                  </a:cubicBezTo>
                  <a:cubicBezTo>
                    <a:pt x="24733" y="5918"/>
                    <a:pt x="24802" y="5979"/>
                    <a:pt x="24867" y="6040"/>
                  </a:cubicBezTo>
                  <a:cubicBezTo>
                    <a:pt x="25018" y="6174"/>
                    <a:pt x="25160" y="6312"/>
                    <a:pt x="25290" y="6467"/>
                  </a:cubicBezTo>
                  <a:cubicBezTo>
                    <a:pt x="25335" y="6512"/>
                    <a:pt x="25375" y="6556"/>
                    <a:pt x="25416" y="6609"/>
                  </a:cubicBezTo>
                  <a:cubicBezTo>
                    <a:pt x="25448" y="6642"/>
                    <a:pt x="25477" y="6678"/>
                    <a:pt x="25501" y="6719"/>
                  </a:cubicBezTo>
                  <a:cubicBezTo>
                    <a:pt x="25554" y="6776"/>
                    <a:pt x="25599" y="6841"/>
                    <a:pt x="25639" y="6906"/>
                  </a:cubicBezTo>
                  <a:cubicBezTo>
                    <a:pt x="25769" y="7088"/>
                    <a:pt x="25887" y="7279"/>
                    <a:pt x="25980" y="7478"/>
                  </a:cubicBezTo>
                  <a:cubicBezTo>
                    <a:pt x="26013" y="7543"/>
                    <a:pt x="26045" y="7604"/>
                    <a:pt x="26070" y="7673"/>
                  </a:cubicBezTo>
                  <a:cubicBezTo>
                    <a:pt x="26090" y="7718"/>
                    <a:pt x="26110" y="7767"/>
                    <a:pt x="26131" y="7819"/>
                  </a:cubicBezTo>
                  <a:cubicBezTo>
                    <a:pt x="26151" y="7876"/>
                    <a:pt x="26167" y="7925"/>
                    <a:pt x="26192" y="7982"/>
                  </a:cubicBezTo>
                  <a:cubicBezTo>
                    <a:pt x="26240" y="8136"/>
                    <a:pt x="26281" y="8299"/>
                    <a:pt x="26313" y="8461"/>
                  </a:cubicBezTo>
                  <a:cubicBezTo>
                    <a:pt x="26330" y="8530"/>
                    <a:pt x="26342" y="8603"/>
                    <a:pt x="26350" y="8677"/>
                  </a:cubicBezTo>
                  <a:cubicBezTo>
                    <a:pt x="26667" y="10996"/>
                    <a:pt x="26110" y="19055"/>
                    <a:pt x="30660" y="20017"/>
                  </a:cubicBezTo>
                  <a:cubicBezTo>
                    <a:pt x="30951" y="20075"/>
                    <a:pt x="31246" y="20107"/>
                    <a:pt x="31545" y="20107"/>
                  </a:cubicBezTo>
                  <a:cubicBezTo>
                    <a:pt x="31563" y="20107"/>
                    <a:pt x="31580" y="20107"/>
                    <a:pt x="31598" y="20107"/>
                  </a:cubicBezTo>
                  <a:cubicBezTo>
                    <a:pt x="31574" y="20107"/>
                    <a:pt x="31553" y="20103"/>
                    <a:pt x="31529" y="20103"/>
                  </a:cubicBezTo>
                  <a:cubicBezTo>
                    <a:pt x="28263" y="19806"/>
                    <a:pt x="27942" y="16102"/>
                    <a:pt x="28584" y="12267"/>
                  </a:cubicBezTo>
                  <a:cubicBezTo>
                    <a:pt x="29019" y="9651"/>
                    <a:pt x="28523" y="4907"/>
                    <a:pt x="24571" y="2149"/>
                  </a:cubicBezTo>
                  <a:cubicBezTo>
                    <a:pt x="24445" y="2056"/>
                    <a:pt x="24311" y="1970"/>
                    <a:pt x="24173" y="1885"/>
                  </a:cubicBezTo>
                  <a:cubicBezTo>
                    <a:pt x="22377" y="756"/>
                    <a:pt x="19920" y="17"/>
                    <a:pt x="16610" y="0"/>
                  </a:cubicBezTo>
                  <a:cubicBezTo>
                    <a:pt x="16568" y="0"/>
                    <a:pt x="16526" y="0"/>
                    <a:pt x="1648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32"/>
            <p:cNvSpPr/>
            <p:nvPr/>
          </p:nvSpPr>
          <p:spPr>
            <a:xfrm>
              <a:off x="7563747" y="1007637"/>
              <a:ext cx="257544" cy="252524"/>
            </a:xfrm>
            <a:custGeom>
              <a:rect b="b" l="l" r="r" t="t"/>
              <a:pathLst>
                <a:path extrusionOk="0" h="12526" w="12775">
                  <a:moveTo>
                    <a:pt x="7430" y="1"/>
                  </a:moveTo>
                  <a:cubicBezTo>
                    <a:pt x="5345" y="1"/>
                    <a:pt x="3125" y="1340"/>
                    <a:pt x="1808" y="3621"/>
                  </a:cubicBezTo>
                  <a:cubicBezTo>
                    <a:pt x="0" y="6757"/>
                    <a:pt x="581" y="10481"/>
                    <a:pt x="3107" y="11940"/>
                  </a:cubicBezTo>
                  <a:cubicBezTo>
                    <a:pt x="3797" y="12337"/>
                    <a:pt x="4561" y="12526"/>
                    <a:pt x="5343" y="12526"/>
                  </a:cubicBezTo>
                  <a:cubicBezTo>
                    <a:pt x="7428" y="12526"/>
                    <a:pt x="9646" y="11186"/>
                    <a:pt x="10963" y="8905"/>
                  </a:cubicBezTo>
                  <a:cubicBezTo>
                    <a:pt x="12775" y="5770"/>
                    <a:pt x="12190" y="2045"/>
                    <a:pt x="9663" y="587"/>
                  </a:cubicBezTo>
                  <a:cubicBezTo>
                    <a:pt x="8974" y="189"/>
                    <a:pt x="8212" y="1"/>
                    <a:pt x="74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32"/>
            <p:cNvSpPr/>
            <p:nvPr/>
          </p:nvSpPr>
          <p:spPr>
            <a:xfrm>
              <a:off x="7909723" y="1156362"/>
              <a:ext cx="89531" cy="87837"/>
            </a:xfrm>
            <a:custGeom>
              <a:rect b="b" l="l" r="r" t="t"/>
              <a:pathLst>
                <a:path extrusionOk="0" h="4357" w="4441">
                  <a:moveTo>
                    <a:pt x="2584" y="1"/>
                  </a:moveTo>
                  <a:cubicBezTo>
                    <a:pt x="1859" y="1"/>
                    <a:pt x="1088" y="468"/>
                    <a:pt x="630" y="1260"/>
                  </a:cubicBezTo>
                  <a:cubicBezTo>
                    <a:pt x="1" y="2349"/>
                    <a:pt x="200" y="3645"/>
                    <a:pt x="1081" y="4152"/>
                  </a:cubicBezTo>
                  <a:cubicBezTo>
                    <a:pt x="1320" y="4291"/>
                    <a:pt x="1584" y="4356"/>
                    <a:pt x="1855" y="4356"/>
                  </a:cubicBezTo>
                  <a:cubicBezTo>
                    <a:pt x="2580" y="4356"/>
                    <a:pt x="3352" y="3889"/>
                    <a:pt x="3811" y="3096"/>
                  </a:cubicBezTo>
                  <a:cubicBezTo>
                    <a:pt x="4440" y="2008"/>
                    <a:pt x="4237" y="712"/>
                    <a:pt x="3360" y="204"/>
                  </a:cubicBezTo>
                  <a:cubicBezTo>
                    <a:pt x="3120" y="66"/>
                    <a:pt x="2855" y="1"/>
                    <a:pt x="258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32"/>
            <p:cNvSpPr/>
            <p:nvPr/>
          </p:nvSpPr>
          <p:spPr>
            <a:xfrm>
              <a:off x="7821117" y="1207752"/>
              <a:ext cx="63726" cy="62536"/>
            </a:xfrm>
            <a:custGeom>
              <a:rect b="b" l="l" r="r" t="t"/>
              <a:pathLst>
                <a:path extrusionOk="0" h="3102" w="3161">
                  <a:moveTo>
                    <a:pt x="1841" y="0"/>
                  </a:moveTo>
                  <a:cubicBezTo>
                    <a:pt x="1325" y="0"/>
                    <a:pt x="775" y="332"/>
                    <a:pt x="447" y="897"/>
                  </a:cubicBezTo>
                  <a:cubicBezTo>
                    <a:pt x="1" y="1673"/>
                    <a:pt x="147" y="2595"/>
                    <a:pt x="768" y="2956"/>
                  </a:cubicBezTo>
                  <a:cubicBezTo>
                    <a:pt x="939" y="3055"/>
                    <a:pt x="1128" y="3101"/>
                    <a:pt x="1321" y="3101"/>
                  </a:cubicBezTo>
                  <a:cubicBezTo>
                    <a:pt x="1838" y="3101"/>
                    <a:pt x="2389" y="2769"/>
                    <a:pt x="2714" y="2205"/>
                  </a:cubicBezTo>
                  <a:cubicBezTo>
                    <a:pt x="3161" y="1433"/>
                    <a:pt x="3015" y="507"/>
                    <a:pt x="2393" y="145"/>
                  </a:cubicBezTo>
                  <a:cubicBezTo>
                    <a:pt x="2223" y="47"/>
                    <a:pt x="2034" y="0"/>
                    <a:pt x="184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32"/>
            <p:cNvSpPr/>
            <p:nvPr/>
          </p:nvSpPr>
          <p:spPr>
            <a:xfrm>
              <a:off x="8003974" y="1219708"/>
              <a:ext cx="63746" cy="62536"/>
            </a:xfrm>
            <a:custGeom>
              <a:rect b="b" l="l" r="r" t="t"/>
              <a:pathLst>
                <a:path extrusionOk="0" h="3102" w="3162">
                  <a:moveTo>
                    <a:pt x="1840" y="0"/>
                  </a:moveTo>
                  <a:cubicBezTo>
                    <a:pt x="1323" y="0"/>
                    <a:pt x="773" y="332"/>
                    <a:pt x="448" y="897"/>
                  </a:cubicBezTo>
                  <a:cubicBezTo>
                    <a:pt x="1" y="1673"/>
                    <a:pt x="147" y="2595"/>
                    <a:pt x="769" y="2956"/>
                  </a:cubicBezTo>
                  <a:cubicBezTo>
                    <a:pt x="939" y="3055"/>
                    <a:pt x="1128" y="3101"/>
                    <a:pt x="1322" y="3101"/>
                  </a:cubicBezTo>
                  <a:cubicBezTo>
                    <a:pt x="1838" y="3101"/>
                    <a:pt x="2389" y="2769"/>
                    <a:pt x="2714" y="2205"/>
                  </a:cubicBezTo>
                  <a:cubicBezTo>
                    <a:pt x="3161" y="1429"/>
                    <a:pt x="3015" y="507"/>
                    <a:pt x="2393" y="145"/>
                  </a:cubicBezTo>
                  <a:cubicBezTo>
                    <a:pt x="2223" y="47"/>
                    <a:pt x="2034" y="0"/>
                    <a:pt x="184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2"/>
            <p:cNvSpPr/>
            <p:nvPr/>
          </p:nvSpPr>
          <p:spPr>
            <a:xfrm>
              <a:off x="8097660" y="1096404"/>
              <a:ext cx="257564" cy="252605"/>
            </a:xfrm>
            <a:custGeom>
              <a:rect b="b" l="l" r="r" t="t"/>
              <a:pathLst>
                <a:path extrusionOk="0" h="12530" w="12776">
                  <a:moveTo>
                    <a:pt x="7431" y="1"/>
                  </a:moveTo>
                  <a:cubicBezTo>
                    <a:pt x="5346" y="1"/>
                    <a:pt x="3127" y="1340"/>
                    <a:pt x="1812" y="3621"/>
                  </a:cubicBezTo>
                  <a:cubicBezTo>
                    <a:pt x="1" y="6757"/>
                    <a:pt x="582" y="10482"/>
                    <a:pt x="3112" y="11944"/>
                  </a:cubicBezTo>
                  <a:cubicBezTo>
                    <a:pt x="3800" y="12341"/>
                    <a:pt x="4562" y="12529"/>
                    <a:pt x="5343" y="12529"/>
                  </a:cubicBezTo>
                  <a:cubicBezTo>
                    <a:pt x="7428" y="12529"/>
                    <a:pt x="9649" y="11187"/>
                    <a:pt x="10964" y="8906"/>
                  </a:cubicBezTo>
                  <a:cubicBezTo>
                    <a:pt x="12775" y="5770"/>
                    <a:pt x="12195" y="2045"/>
                    <a:pt x="9664" y="587"/>
                  </a:cubicBezTo>
                  <a:cubicBezTo>
                    <a:pt x="8975" y="189"/>
                    <a:pt x="8212" y="1"/>
                    <a:pt x="74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32"/>
            <p:cNvSpPr/>
            <p:nvPr/>
          </p:nvSpPr>
          <p:spPr>
            <a:xfrm>
              <a:off x="8215176" y="1123097"/>
              <a:ext cx="56186" cy="55097"/>
            </a:xfrm>
            <a:custGeom>
              <a:rect b="b" l="l" r="r" t="t"/>
              <a:pathLst>
                <a:path extrusionOk="0" h="2733" w="2787">
                  <a:moveTo>
                    <a:pt x="1620" y="0"/>
                  </a:moveTo>
                  <a:cubicBezTo>
                    <a:pt x="1166" y="0"/>
                    <a:pt x="684" y="291"/>
                    <a:pt x="395" y="790"/>
                  </a:cubicBezTo>
                  <a:cubicBezTo>
                    <a:pt x="1" y="1472"/>
                    <a:pt x="126" y="2285"/>
                    <a:pt x="679" y="2606"/>
                  </a:cubicBezTo>
                  <a:cubicBezTo>
                    <a:pt x="829" y="2692"/>
                    <a:pt x="995" y="2733"/>
                    <a:pt x="1165" y="2733"/>
                  </a:cubicBezTo>
                  <a:cubicBezTo>
                    <a:pt x="1620" y="2733"/>
                    <a:pt x="2103" y="2440"/>
                    <a:pt x="2393" y="1944"/>
                  </a:cubicBezTo>
                  <a:cubicBezTo>
                    <a:pt x="2787" y="1261"/>
                    <a:pt x="2661" y="449"/>
                    <a:pt x="2109" y="128"/>
                  </a:cubicBezTo>
                  <a:cubicBezTo>
                    <a:pt x="1958" y="41"/>
                    <a:pt x="1791" y="0"/>
                    <a:pt x="16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32"/>
            <p:cNvSpPr/>
            <p:nvPr/>
          </p:nvSpPr>
          <p:spPr>
            <a:xfrm>
              <a:off x="8136892" y="1183257"/>
              <a:ext cx="56186" cy="55097"/>
            </a:xfrm>
            <a:custGeom>
              <a:rect b="b" l="l" r="r" t="t"/>
              <a:pathLst>
                <a:path extrusionOk="0" h="2733" w="2787">
                  <a:moveTo>
                    <a:pt x="1619" y="0"/>
                  </a:moveTo>
                  <a:cubicBezTo>
                    <a:pt x="1165" y="0"/>
                    <a:pt x="684" y="292"/>
                    <a:pt x="398" y="788"/>
                  </a:cubicBezTo>
                  <a:cubicBezTo>
                    <a:pt x="0" y="1474"/>
                    <a:pt x="130" y="2282"/>
                    <a:pt x="679" y="2603"/>
                  </a:cubicBezTo>
                  <a:cubicBezTo>
                    <a:pt x="830" y="2691"/>
                    <a:pt x="997" y="2733"/>
                    <a:pt x="1169" y="2733"/>
                  </a:cubicBezTo>
                  <a:cubicBezTo>
                    <a:pt x="1623" y="2733"/>
                    <a:pt x="2107" y="2440"/>
                    <a:pt x="2393" y="1941"/>
                  </a:cubicBezTo>
                  <a:cubicBezTo>
                    <a:pt x="2787" y="1259"/>
                    <a:pt x="2661" y="446"/>
                    <a:pt x="2108" y="129"/>
                  </a:cubicBezTo>
                  <a:cubicBezTo>
                    <a:pt x="1957" y="42"/>
                    <a:pt x="1790" y="0"/>
                    <a:pt x="16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2"/>
            <p:cNvSpPr/>
            <p:nvPr/>
          </p:nvSpPr>
          <p:spPr>
            <a:xfrm>
              <a:off x="8178826" y="1263658"/>
              <a:ext cx="56186" cy="55117"/>
            </a:xfrm>
            <a:custGeom>
              <a:rect b="b" l="l" r="r" t="t"/>
              <a:pathLst>
                <a:path extrusionOk="0" h="2734" w="2787">
                  <a:moveTo>
                    <a:pt x="1618" y="1"/>
                  </a:moveTo>
                  <a:cubicBezTo>
                    <a:pt x="1163" y="1"/>
                    <a:pt x="680" y="293"/>
                    <a:pt x="394" y="788"/>
                  </a:cubicBezTo>
                  <a:cubicBezTo>
                    <a:pt x="0" y="1471"/>
                    <a:pt x="126" y="2283"/>
                    <a:pt x="678" y="2604"/>
                  </a:cubicBezTo>
                  <a:cubicBezTo>
                    <a:pt x="830" y="2692"/>
                    <a:pt x="997" y="2733"/>
                    <a:pt x="1168" y="2733"/>
                  </a:cubicBezTo>
                  <a:cubicBezTo>
                    <a:pt x="1621" y="2733"/>
                    <a:pt x="2103" y="2440"/>
                    <a:pt x="2393" y="1942"/>
                  </a:cubicBezTo>
                  <a:cubicBezTo>
                    <a:pt x="2787" y="1259"/>
                    <a:pt x="2661" y="447"/>
                    <a:pt x="2108" y="130"/>
                  </a:cubicBezTo>
                  <a:cubicBezTo>
                    <a:pt x="1957" y="42"/>
                    <a:pt x="1789" y="1"/>
                    <a:pt x="161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32"/>
            <p:cNvSpPr/>
            <p:nvPr/>
          </p:nvSpPr>
          <p:spPr>
            <a:xfrm>
              <a:off x="8256525" y="1210756"/>
              <a:ext cx="56206" cy="55117"/>
            </a:xfrm>
            <a:custGeom>
              <a:rect b="b" l="l" r="r" t="t"/>
              <a:pathLst>
                <a:path extrusionOk="0" h="2734" w="2788">
                  <a:moveTo>
                    <a:pt x="1619" y="1"/>
                  </a:moveTo>
                  <a:cubicBezTo>
                    <a:pt x="1166" y="1"/>
                    <a:pt x="685" y="293"/>
                    <a:pt x="399" y="788"/>
                  </a:cubicBezTo>
                  <a:cubicBezTo>
                    <a:pt x="1" y="1475"/>
                    <a:pt x="131" y="2283"/>
                    <a:pt x="679" y="2604"/>
                  </a:cubicBezTo>
                  <a:cubicBezTo>
                    <a:pt x="830" y="2692"/>
                    <a:pt x="998" y="2733"/>
                    <a:pt x="1169" y="2733"/>
                  </a:cubicBezTo>
                  <a:cubicBezTo>
                    <a:pt x="1624" y="2733"/>
                    <a:pt x="2107" y="2441"/>
                    <a:pt x="2393" y="1946"/>
                  </a:cubicBezTo>
                  <a:cubicBezTo>
                    <a:pt x="2787" y="1259"/>
                    <a:pt x="2661" y="451"/>
                    <a:pt x="2109" y="130"/>
                  </a:cubicBezTo>
                  <a:cubicBezTo>
                    <a:pt x="1958" y="42"/>
                    <a:pt x="1790" y="1"/>
                    <a:pt x="161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32"/>
            <p:cNvSpPr/>
            <p:nvPr/>
          </p:nvSpPr>
          <p:spPr>
            <a:xfrm>
              <a:off x="7619431" y="1065861"/>
              <a:ext cx="155917" cy="146745"/>
            </a:xfrm>
            <a:custGeom>
              <a:rect b="b" l="l" r="r" t="t"/>
              <a:pathLst>
                <a:path extrusionOk="0" h="7279" w="7734">
                  <a:moveTo>
                    <a:pt x="4178" y="1"/>
                  </a:moveTo>
                  <a:cubicBezTo>
                    <a:pt x="3713" y="1"/>
                    <a:pt x="3298" y="297"/>
                    <a:pt x="3152" y="741"/>
                  </a:cubicBezTo>
                  <a:cubicBezTo>
                    <a:pt x="2884" y="1545"/>
                    <a:pt x="2620" y="2467"/>
                    <a:pt x="2620" y="2467"/>
                  </a:cubicBezTo>
                  <a:lnTo>
                    <a:pt x="1198" y="2467"/>
                  </a:lnTo>
                  <a:cubicBezTo>
                    <a:pt x="687" y="2467"/>
                    <a:pt x="244" y="2829"/>
                    <a:pt x="138" y="3333"/>
                  </a:cubicBezTo>
                  <a:lnTo>
                    <a:pt x="134" y="3365"/>
                  </a:lnTo>
                  <a:cubicBezTo>
                    <a:pt x="0" y="4015"/>
                    <a:pt x="488" y="4632"/>
                    <a:pt x="1154" y="4657"/>
                  </a:cubicBezTo>
                  <a:cubicBezTo>
                    <a:pt x="1771" y="4677"/>
                    <a:pt x="2380" y="4701"/>
                    <a:pt x="2380" y="4701"/>
                  </a:cubicBezTo>
                  <a:cubicBezTo>
                    <a:pt x="2242" y="5071"/>
                    <a:pt x="2137" y="5550"/>
                    <a:pt x="2060" y="5977"/>
                  </a:cubicBezTo>
                  <a:cubicBezTo>
                    <a:pt x="1954" y="6598"/>
                    <a:pt x="2397" y="7183"/>
                    <a:pt x="3026" y="7240"/>
                  </a:cubicBezTo>
                  <a:cubicBezTo>
                    <a:pt x="3201" y="7256"/>
                    <a:pt x="3372" y="7269"/>
                    <a:pt x="3526" y="7277"/>
                  </a:cubicBezTo>
                  <a:cubicBezTo>
                    <a:pt x="3549" y="7278"/>
                    <a:pt x="3572" y="7279"/>
                    <a:pt x="3595" y="7279"/>
                  </a:cubicBezTo>
                  <a:cubicBezTo>
                    <a:pt x="4067" y="7279"/>
                    <a:pt x="4483" y="6966"/>
                    <a:pt x="4619" y="6513"/>
                  </a:cubicBezTo>
                  <a:cubicBezTo>
                    <a:pt x="4805" y="5887"/>
                    <a:pt x="5013" y="5181"/>
                    <a:pt x="5013" y="5181"/>
                  </a:cubicBezTo>
                  <a:lnTo>
                    <a:pt x="6536" y="5181"/>
                  </a:lnTo>
                  <a:cubicBezTo>
                    <a:pt x="6539" y="5181"/>
                    <a:pt x="6542" y="5181"/>
                    <a:pt x="6545" y="5181"/>
                  </a:cubicBezTo>
                  <a:cubicBezTo>
                    <a:pt x="7045" y="5181"/>
                    <a:pt x="7479" y="4837"/>
                    <a:pt x="7588" y="4348"/>
                  </a:cubicBezTo>
                  <a:cubicBezTo>
                    <a:pt x="7608" y="4246"/>
                    <a:pt x="7628" y="4145"/>
                    <a:pt x="7641" y="4043"/>
                  </a:cubicBezTo>
                  <a:cubicBezTo>
                    <a:pt x="7734" y="3446"/>
                    <a:pt x="7295" y="2898"/>
                    <a:pt x="6694" y="2825"/>
                  </a:cubicBezTo>
                  <a:cubicBezTo>
                    <a:pt x="5991" y="2740"/>
                    <a:pt x="5252" y="2707"/>
                    <a:pt x="5252" y="2707"/>
                  </a:cubicBezTo>
                  <a:lnTo>
                    <a:pt x="5614" y="1399"/>
                  </a:lnTo>
                  <a:cubicBezTo>
                    <a:pt x="5788" y="761"/>
                    <a:pt x="5358" y="120"/>
                    <a:pt x="4700" y="42"/>
                  </a:cubicBezTo>
                  <a:cubicBezTo>
                    <a:pt x="4537" y="22"/>
                    <a:pt x="4375" y="10"/>
                    <a:pt x="4225" y="2"/>
                  </a:cubicBezTo>
                  <a:cubicBezTo>
                    <a:pt x="4209" y="1"/>
                    <a:pt x="4194" y="1"/>
                    <a:pt x="417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32"/>
            <p:cNvSpPr/>
            <p:nvPr/>
          </p:nvSpPr>
          <p:spPr>
            <a:xfrm>
              <a:off x="7875652" y="1119468"/>
              <a:ext cx="58081" cy="25019"/>
            </a:xfrm>
            <a:custGeom>
              <a:rect b="b" l="l" r="r" t="t"/>
              <a:pathLst>
                <a:path extrusionOk="0" h="1241" w="2881">
                  <a:moveTo>
                    <a:pt x="664" y="1"/>
                  </a:moveTo>
                  <a:cubicBezTo>
                    <a:pt x="464" y="1"/>
                    <a:pt x="281" y="108"/>
                    <a:pt x="188" y="288"/>
                  </a:cubicBezTo>
                  <a:lnTo>
                    <a:pt x="180" y="300"/>
                  </a:lnTo>
                  <a:cubicBezTo>
                    <a:pt x="1" y="637"/>
                    <a:pt x="220" y="1047"/>
                    <a:pt x="598" y="1084"/>
                  </a:cubicBezTo>
                  <a:lnTo>
                    <a:pt x="2186" y="1238"/>
                  </a:lnTo>
                  <a:cubicBezTo>
                    <a:pt x="2203" y="1240"/>
                    <a:pt x="2219" y="1240"/>
                    <a:pt x="2235" y="1240"/>
                  </a:cubicBezTo>
                  <a:cubicBezTo>
                    <a:pt x="2444" y="1240"/>
                    <a:pt x="2636" y="1122"/>
                    <a:pt x="2722" y="929"/>
                  </a:cubicBezTo>
                  <a:cubicBezTo>
                    <a:pt x="2881" y="596"/>
                    <a:pt x="2661" y="206"/>
                    <a:pt x="2292" y="170"/>
                  </a:cubicBezTo>
                  <a:lnTo>
                    <a:pt x="716" y="3"/>
                  </a:lnTo>
                  <a:cubicBezTo>
                    <a:pt x="698" y="2"/>
                    <a:pt x="681" y="1"/>
                    <a:pt x="6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32"/>
            <p:cNvSpPr/>
            <p:nvPr/>
          </p:nvSpPr>
          <p:spPr>
            <a:xfrm>
              <a:off x="8015606" y="1138298"/>
              <a:ext cx="58162" cy="24938"/>
            </a:xfrm>
            <a:custGeom>
              <a:rect b="b" l="l" r="r" t="t"/>
              <a:pathLst>
                <a:path extrusionOk="0" h="1237" w="2885">
                  <a:moveTo>
                    <a:pt x="657" y="0"/>
                  </a:moveTo>
                  <a:cubicBezTo>
                    <a:pt x="460" y="0"/>
                    <a:pt x="280" y="110"/>
                    <a:pt x="188" y="284"/>
                  </a:cubicBezTo>
                  <a:lnTo>
                    <a:pt x="179" y="296"/>
                  </a:lnTo>
                  <a:cubicBezTo>
                    <a:pt x="1" y="633"/>
                    <a:pt x="224" y="1043"/>
                    <a:pt x="602" y="1080"/>
                  </a:cubicBezTo>
                  <a:lnTo>
                    <a:pt x="2190" y="1234"/>
                  </a:lnTo>
                  <a:cubicBezTo>
                    <a:pt x="2206" y="1236"/>
                    <a:pt x="2222" y="1237"/>
                    <a:pt x="2238" y="1237"/>
                  </a:cubicBezTo>
                  <a:cubicBezTo>
                    <a:pt x="2444" y="1237"/>
                    <a:pt x="2636" y="1118"/>
                    <a:pt x="2726" y="930"/>
                  </a:cubicBezTo>
                  <a:cubicBezTo>
                    <a:pt x="2885" y="593"/>
                    <a:pt x="2665" y="203"/>
                    <a:pt x="2296" y="166"/>
                  </a:cubicBezTo>
                  <a:lnTo>
                    <a:pt x="716" y="4"/>
                  </a:lnTo>
                  <a:cubicBezTo>
                    <a:pt x="696" y="1"/>
                    <a:pt x="676" y="0"/>
                    <a:pt x="65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32"/>
            <p:cNvSpPr/>
            <p:nvPr/>
          </p:nvSpPr>
          <p:spPr>
            <a:xfrm>
              <a:off x="7896296" y="1154387"/>
              <a:ext cx="89531" cy="87777"/>
            </a:xfrm>
            <a:custGeom>
              <a:rect b="b" l="l" r="r" t="t"/>
              <a:pathLst>
                <a:path extrusionOk="0" h="4354" w="4441">
                  <a:moveTo>
                    <a:pt x="2583" y="0"/>
                  </a:moveTo>
                  <a:cubicBezTo>
                    <a:pt x="1859" y="0"/>
                    <a:pt x="1088" y="466"/>
                    <a:pt x="630" y="1257"/>
                  </a:cubicBezTo>
                  <a:cubicBezTo>
                    <a:pt x="0" y="2349"/>
                    <a:pt x="204" y="3641"/>
                    <a:pt x="1081" y="4149"/>
                  </a:cubicBezTo>
                  <a:cubicBezTo>
                    <a:pt x="1322" y="4288"/>
                    <a:pt x="1588" y="4353"/>
                    <a:pt x="1860" y="4353"/>
                  </a:cubicBezTo>
                  <a:cubicBezTo>
                    <a:pt x="2584" y="4353"/>
                    <a:pt x="3353" y="3888"/>
                    <a:pt x="3811" y="3097"/>
                  </a:cubicBezTo>
                  <a:cubicBezTo>
                    <a:pt x="4440" y="2004"/>
                    <a:pt x="4237" y="708"/>
                    <a:pt x="3360" y="205"/>
                  </a:cubicBezTo>
                  <a:cubicBezTo>
                    <a:pt x="3120" y="66"/>
                    <a:pt x="2855" y="0"/>
                    <a:pt x="258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32"/>
            <p:cNvSpPr/>
            <p:nvPr/>
          </p:nvSpPr>
          <p:spPr>
            <a:xfrm>
              <a:off x="7811622" y="1206361"/>
              <a:ext cx="63726" cy="62536"/>
            </a:xfrm>
            <a:custGeom>
              <a:rect b="b" l="l" r="r" t="t"/>
              <a:pathLst>
                <a:path extrusionOk="0" h="3102" w="3161">
                  <a:moveTo>
                    <a:pt x="1838" y="0"/>
                  </a:moveTo>
                  <a:cubicBezTo>
                    <a:pt x="1323" y="0"/>
                    <a:pt x="772" y="332"/>
                    <a:pt x="447" y="897"/>
                  </a:cubicBezTo>
                  <a:cubicBezTo>
                    <a:pt x="0" y="1672"/>
                    <a:pt x="147" y="2595"/>
                    <a:pt x="768" y="2956"/>
                  </a:cubicBezTo>
                  <a:cubicBezTo>
                    <a:pt x="939" y="3055"/>
                    <a:pt x="1127" y="3101"/>
                    <a:pt x="1320" y="3101"/>
                  </a:cubicBezTo>
                  <a:cubicBezTo>
                    <a:pt x="1836" y="3101"/>
                    <a:pt x="2386" y="2769"/>
                    <a:pt x="2714" y="2205"/>
                  </a:cubicBezTo>
                  <a:cubicBezTo>
                    <a:pt x="3161" y="1429"/>
                    <a:pt x="3014" y="507"/>
                    <a:pt x="2389" y="145"/>
                  </a:cubicBezTo>
                  <a:cubicBezTo>
                    <a:pt x="2219" y="47"/>
                    <a:pt x="2031" y="0"/>
                    <a:pt x="18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32"/>
            <p:cNvSpPr/>
            <p:nvPr/>
          </p:nvSpPr>
          <p:spPr>
            <a:xfrm>
              <a:off x="7994478" y="1218256"/>
              <a:ext cx="63726" cy="62516"/>
            </a:xfrm>
            <a:custGeom>
              <a:rect b="b" l="l" r="r" t="t"/>
              <a:pathLst>
                <a:path extrusionOk="0" h="3101" w="3161">
                  <a:moveTo>
                    <a:pt x="1839" y="1"/>
                  </a:moveTo>
                  <a:cubicBezTo>
                    <a:pt x="1324" y="1"/>
                    <a:pt x="773" y="331"/>
                    <a:pt x="448" y="896"/>
                  </a:cubicBezTo>
                  <a:cubicBezTo>
                    <a:pt x="1" y="1671"/>
                    <a:pt x="143" y="2594"/>
                    <a:pt x="768" y="2955"/>
                  </a:cubicBezTo>
                  <a:cubicBezTo>
                    <a:pt x="939" y="3054"/>
                    <a:pt x="1127" y="3100"/>
                    <a:pt x="1321" y="3100"/>
                  </a:cubicBezTo>
                  <a:cubicBezTo>
                    <a:pt x="1837" y="3100"/>
                    <a:pt x="2386" y="2768"/>
                    <a:pt x="2714" y="2204"/>
                  </a:cubicBezTo>
                  <a:cubicBezTo>
                    <a:pt x="3161" y="1432"/>
                    <a:pt x="3015" y="506"/>
                    <a:pt x="2389" y="144"/>
                  </a:cubicBezTo>
                  <a:cubicBezTo>
                    <a:pt x="2220" y="47"/>
                    <a:pt x="2032" y="1"/>
                    <a:pt x="18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3" name="Google Shape;853;p32"/>
          <p:cNvGrpSpPr/>
          <p:nvPr/>
        </p:nvGrpSpPr>
        <p:grpSpPr>
          <a:xfrm>
            <a:off x="5809003" y="568196"/>
            <a:ext cx="602814" cy="627471"/>
            <a:chOff x="6225649" y="692968"/>
            <a:chExt cx="692651" cy="720982"/>
          </a:xfrm>
        </p:grpSpPr>
        <p:sp>
          <p:nvSpPr>
            <p:cNvPr id="854" name="Google Shape;854;p32"/>
            <p:cNvSpPr/>
            <p:nvPr/>
          </p:nvSpPr>
          <p:spPr>
            <a:xfrm>
              <a:off x="6518159" y="785969"/>
              <a:ext cx="387354" cy="608933"/>
            </a:xfrm>
            <a:custGeom>
              <a:rect b="b" l="l" r="r" t="t"/>
              <a:pathLst>
                <a:path extrusionOk="0" h="30205" w="19214">
                  <a:moveTo>
                    <a:pt x="11247" y="0"/>
                  </a:moveTo>
                  <a:cubicBezTo>
                    <a:pt x="9308" y="0"/>
                    <a:pt x="7560" y="565"/>
                    <a:pt x="6784" y="1455"/>
                  </a:cubicBezTo>
                  <a:cubicBezTo>
                    <a:pt x="6784" y="1455"/>
                    <a:pt x="10533" y="2650"/>
                    <a:pt x="10192" y="10639"/>
                  </a:cubicBezTo>
                  <a:cubicBezTo>
                    <a:pt x="9876" y="17954"/>
                    <a:pt x="6533" y="26236"/>
                    <a:pt x="1450" y="26236"/>
                  </a:cubicBezTo>
                  <a:cubicBezTo>
                    <a:pt x="982" y="26236"/>
                    <a:pt x="498" y="26166"/>
                    <a:pt x="1" y="26018"/>
                  </a:cubicBezTo>
                  <a:lnTo>
                    <a:pt x="1" y="26018"/>
                  </a:lnTo>
                  <a:cubicBezTo>
                    <a:pt x="1" y="26018"/>
                    <a:pt x="2389" y="30205"/>
                    <a:pt x="6789" y="30205"/>
                  </a:cubicBezTo>
                  <a:cubicBezTo>
                    <a:pt x="7566" y="30205"/>
                    <a:pt x="8406" y="30074"/>
                    <a:pt x="9306" y="29767"/>
                  </a:cubicBezTo>
                  <a:cubicBezTo>
                    <a:pt x="15286" y="27728"/>
                    <a:pt x="19213" y="16785"/>
                    <a:pt x="18734" y="6378"/>
                  </a:cubicBezTo>
                  <a:cubicBezTo>
                    <a:pt x="18734" y="6378"/>
                    <a:pt x="18693" y="2735"/>
                    <a:pt x="15570" y="1037"/>
                  </a:cubicBezTo>
                  <a:cubicBezTo>
                    <a:pt x="14238" y="313"/>
                    <a:pt x="12690" y="0"/>
                    <a:pt x="112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32"/>
            <p:cNvSpPr/>
            <p:nvPr/>
          </p:nvSpPr>
          <p:spPr>
            <a:xfrm>
              <a:off x="6327359" y="692968"/>
              <a:ext cx="568895" cy="224220"/>
            </a:xfrm>
            <a:custGeom>
              <a:rect b="b" l="l" r="r" t="t"/>
              <a:pathLst>
                <a:path extrusionOk="0" h="11122" w="28219">
                  <a:moveTo>
                    <a:pt x="14171" y="1"/>
                  </a:moveTo>
                  <a:cubicBezTo>
                    <a:pt x="8861" y="1"/>
                    <a:pt x="5388" y="2090"/>
                    <a:pt x="3213" y="4273"/>
                  </a:cubicBezTo>
                  <a:cubicBezTo>
                    <a:pt x="3136" y="4350"/>
                    <a:pt x="3059" y="4431"/>
                    <a:pt x="2982" y="4509"/>
                  </a:cubicBezTo>
                  <a:cubicBezTo>
                    <a:pt x="2689" y="4813"/>
                    <a:pt x="2409" y="5134"/>
                    <a:pt x="2145" y="5467"/>
                  </a:cubicBezTo>
                  <a:cubicBezTo>
                    <a:pt x="2141" y="5475"/>
                    <a:pt x="2129" y="5487"/>
                    <a:pt x="2117" y="5496"/>
                  </a:cubicBezTo>
                  <a:cubicBezTo>
                    <a:pt x="829" y="7116"/>
                    <a:pt x="216" y="8575"/>
                    <a:pt x="53" y="9009"/>
                  </a:cubicBezTo>
                  <a:cubicBezTo>
                    <a:pt x="17" y="9090"/>
                    <a:pt x="0" y="9139"/>
                    <a:pt x="0" y="9139"/>
                  </a:cubicBezTo>
                  <a:lnTo>
                    <a:pt x="1824" y="9046"/>
                  </a:lnTo>
                  <a:lnTo>
                    <a:pt x="2238" y="9021"/>
                  </a:lnTo>
                  <a:lnTo>
                    <a:pt x="3518" y="8956"/>
                  </a:lnTo>
                  <a:lnTo>
                    <a:pt x="4724" y="8895"/>
                  </a:lnTo>
                  <a:lnTo>
                    <a:pt x="5752" y="8847"/>
                  </a:lnTo>
                  <a:lnTo>
                    <a:pt x="12649" y="8497"/>
                  </a:lnTo>
                  <a:lnTo>
                    <a:pt x="14891" y="8384"/>
                  </a:lnTo>
                  <a:cubicBezTo>
                    <a:pt x="14948" y="8225"/>
                    <a:pt x="15017" y="8071"/>
                    <a:pt x="15098" y="7925"/>
                  </a:cubicBezTo>
                  <a:cubicBezTo>
                    <a:pt x="15456" y="7258"/>
                    <a:pt x="15951" y="6674"/>
                    <a:pt x="16544" y="6206"/>
                  </a:cubicBezTo>
                  <a:cubicBezTo>
                    <a:pt x="17398" y="5549"/>
                    <a:pt x="18640" y="4997"/>
                    <a:pt x="20416" y="4997"/>
                  </a:cubicBezTo>
                  <a:cubicBezTo>
                    <a:pt x="20922" y="4997"/>
                    <a:pt x="21472" y="5042"/>
                    <a:pt x="22069" y="5142"/>
                  </a:cubicBezTo>
                  <a:cubicBezTo>
                    <a:pt x="27101" y="5995"/>
                    <a:pt x="28040" y="9960"/>
                    <a:pt x="28194" y="10955"/>
                  </a:cubicBezTo>
                  <a:cubicBezTo>
                    <a:pt x="28194" y="10967"/>
                    <a:pt x="28194" y="10983"/>
                    <a:pt x="28198" y="10995"/>
                  </a:cubicBezTo>
                  <a:cubicBezTo>
                    <a:pt x="28206" y="11048"/>
                    <a:pt x="28214" y="11089"/>
                    <a:pt x="28218" y="11121"/>
                  </a:cubicBezTo>
                  <a:cubicBezTo>
                    <a:pt x="28214" y="11077"/>
                    <a:pt x="28210" y="11004"/>
                    <a:pt x="28194" y="10902"/>
                  </a:cubicBezTo>
                  <a:cubicBezTo>
                    <a:pt x="28198" y="10898"/>
                    <a:pt x="28198" y="10890"/>
                    <a:pt x="28194" y="10886"/>
                  </a:cubicBezTo>
                  <a:cubicBezTo>
                    <a:pt x="28121" y="10276"/>
                    <a:pt x="27999" y="9675"/>
                    <a:pt x="27828" y="9086"/>
                  </a:cubicBezTo>
                  <a:lnTo>
                    <a:pt x="27820" y="9050"/>
                  </a:lnTo>
                  <a:cubicBezTo>
                    <a:pt x="27292" y="7210"/>
                    <a:pt x="26090" y="4549"/>
                    <a:pt x="23360" y="2587"/>
                  </a:cubicBezTo>
                  <a:cubicBezTo>
                    <a:pt x="21407" y="1186"/>
                    <a:pt x="18673" y="146"/>
                    <a:pt x="14851" y="12"/>
                  </a:cubicBezTo>
                  <a:cubicBezTo>
                    <a:pt x="14621" y="4"/>
                    <a:pt x="14394" y="1"/>
                    <a:pt x="141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32"/>
            <p:cNvSpPr/>
            <p:nvPr/>
          </p:nvSpPr>
          <p:spPr>
            <a:xfrm>
              <a:off x="6266091" y="778772"/>
              <a:ext cx="377536" cy="473075"/>
            </a:xfrm>
            <a:custGeom>
              <a:rect b="b" l="l" r="r" t="t"/>
              <a:pathLst>
                <a:path extrusionOk="0" h="23466" w="18727">
                  <a:moveTo>
                    <a:pt x="6577" y="1"/>
                  </a:moveTo>
                  <a:cubicBezTo>
                    <a:pt x="6469" y="1"/>
                    <a:pt x="6361" y="6"/>
                    <a:pt x="6252" y="17"/>
                  </a:cubicBezTo>
                  <a:cubicBezTo>
                    <a:pt x="6057" y="29"/>
                    <a:pt x="5862" y="62"/>
                    <a:pt x="5667" y="114"/>
                  </a:cubicBezTo>
                  <a:lnTo>
                    <a:pt x="5663" y="114"/>
                  </a:lnTo>
                  <a:cubicBezTo>
                    <a:pt x="5655" y="119"/>
                    <a:pt x="5651" y="119"/>
                    <a:pt x="5647" y="119"/>
                  </a:cubicBezTo>
                  <a:cubicBezTo>
                    <a:pt x="5452" y="184"/>
                    <a:pt x="5269" y="248"/>
                    <a:pt x="5099" y="318"/>
                  </a:cubicBezTo>
                  <a:cubicBezTo>
                    <a:pt x="5086" y="318"/>
                    <a:pt x="5074" y="322"/>
                    <a:pt x="5062" y="330"/>
                  </a:cubicBezTo>
                  <a:cubicBezTo>
                    <a:pt x="4575" y="553"/>
                    <a:pt x="4148" y="882"/>
                    <a:pt x="3811" y="1296"/>
                  </a:cubicBezTo>
                  <a:cubicBezTo>
                    <a:pt x="3681" y="1447"/>
                    <a:pt x="3567" y="1609"/>
                    <a:pt x="3474" y="1780"/>
                  </a:cubicBezTo>
                  <a:cubicBezTo>
                    <a:pt x="3356" y="1975"/>
                    <a:pt x="3263" y="2178"/>
                    <a:pt x="3194" y="2389"/>
                  </a:cubicBezTo>
                  <a:cubicBezTo>
                    <a:pt x="2893" y="3246"/>
                    <a:pt x="2617" y="4107"/>
                    <a:pt x="2373" y="4956"/>
                  </a:cubicBezTo>
                  <a:cubicBezTo>
                    <a:pt x="2203" y="5529"/>
                    <a:pt x="2048" y="6094"/>
                    <a:pt x="1906" y="6650"/>
                  </a:cubicBezTo>
                  <a:cubicBezTo>
                    <a:pt x="1756" y="7231"/>
                    <a:pt x="1618" y="7804"/>
                    <a:pt x="1488" y="8364"/>
                  </a:cubicBezTo>
                  <a:cubicBezTo>
                    <a:pt x="1240" y="9449"/>
                    <a:pt x="1029" y="10497"/>
                    <a:pt x="858" y="11496"/>
                  </a:cubicBezTo>
                  <a:cubicBezTo>
                    <a:pt x="627" y="12796"/>
                    <a:pt x="452" y="14010"/>
                    <a:pt x="318" y="15103"/>
                  </a:cubicBezTo>
                  <a:cubicBezTo>
                    <a:pt x="216" y="15936"/>
                    <a:pt x="139" y="16703"/>
                    <a:pt x="86" y="17378"/>
                  </a:cubicBezTo>
                  <a:cubicBezTo>
                    <a:pt x="58" y="17678"/>
                    <a:pt x="33" y="17958"/>
                    <a:pt x="17" y="18222"/>
                  </a:cubicBezTo>
                  <a:cubicBezTo>
                    <a:pt x="1" y="18466"/>
                    <a:pt x="9" y="18714"/>
                    <a:pt x="46" y="18958"/>
                  </a:cubicBezTo>
                  <a:cubicBezTo>
                    <a:pt x="224" y="20298"/>
                    <a:pt x="1155" y="21415"/>
                    <a:pt x="2434" y="21838"/>
                  </a:cubicBezTo>
                  <a:cubicBezTo>
                    <a:pt x="5651" y="22898"/>
                    <a:pt x="9526" y="23308"/>
                    <a:pt x="12081" y="23462"/>
                  </a:cubicBezTo>
                  <a:cubicBezTo>
                    <a:pt x="12103" y="23464"/>
                    <a:pt x="12126" y="23465"/>
                    <a:pt x="12148" y="23465"/>
                  </a:cubicBezTo>
                  <a:cubicBezTo>
                    <a:pt x="12169" y="23465"/>
                    <a:pt x="12191" y="23464"/>
                    <a:pt x="12211" y="23462"/>
                  </a:cubicBezTo>
                  <a:cubicBezTo>
                    <a:pt x="12253" y="23464"/>
                    <a:pt x="12294" y="23465"/>
                    <a:pt x="12336" y="23465"/>
                  </a:cubicBezTo>
                  <a:cubicBezTo>
                    <a:pt x="12596" y="23465"/>
                    <a:pt x="12857" y="23432"/>
                    <a:pt x="13109" y="23373"/>
                  </a:cubicBezTo>
                  <a:cubicBezTo>
                    <a:pt x="13653" y="23251"/>
                    <a:pt x="14161" y="23003"/>
                    <a:pt x="14591" y="22646"/>
                  </a:cubicBezTo>
                  <a:cubicBezTo>
                    <a:pt x="14648" y="22597"/>
                    <a:pt x="14709" y="22548"/>
                    <a:pt x="14762" y="22492"/>
                  </a:cubicBezTo>
                  <a:cubicBezTo>
                    <a:pt x="15221" y="22061"/>
                    <a:pt x="15554" y="21517"/>
                    <a:pt x="15733" y="20911"/>
                  </a:cubicBezTo>
                  <a:cubicBezTo>
                    <a:pt x="16224" y="19205"/>
                    <a:pt x="16659" y="17382"/>
                    <a:pt x="17037" y="15570"/>
                  </a:cubicBezTo>
                  <a:cubicBezTo>
                    <a:pt x="17215" y="14725"/>
                    <a:pt x="17374" y="13888"/>
                    <a:pt x="17524" y="13064"/>
                  </a:cubicBezTo>
                  <a:cubicBezTo>
                    <a:pt x="17630" y="12503"/>
                    <a:pt x="17723" y="11943"/>
                    <a:pt x="17817" y="11407"/>
                  </a:cubicBezTo>
                  <a:cubicBezTo>
                    <a:pt x="18174" y="9302"/>
                    <a:pt x="18442" y="7393"/>
                    <a:pt x="18625" y="5964"/>
                  </a:cubicBezTo>
                  <a:cubicBezTo>
                    <a:pt x="18726" y="5163"/>
                    <a:pt x="18556" y="4355"/>
                    <a:pt x="18137" y="3669"/>
                  </a:cubicBezTo>
                  <a:cubicBezTo>
                    <a:pt x="17727" y="2994"/>
                    <a:pt x="17110" y="2474"/>
                    <a:pt x="16379" y="2186"/>
                  </a:cubicBezTo>
                  <a:cubicBezTo>
                    <a:pt x="12329" y="598"/>
                    <a:pt x="8933" y="119"/>
                    <a:pt x="6740" y="5"/>
                  </a:cubicBezTo>
                  <a:cubicBezTo>
                    <a:pt x="6686" y="2"/>
                    <a:pt x="6631" y="1"/>
                    <a:pt x="657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32"/>
            <p:cNvSpPr/>
            <p:nvPr/>
          </p:nvSpPr>
          <p:spPr>
            <a:xfrm>
              <a:off x="6285264" y="1228518"/>
              <a:ext cx="425598" cy="185432"/>
            </a:xfrm>
            <a:custGeom>
              <a:rect b="b" l="l" r="r" t="t"/>
              <a:pathLst>
                <a:path extrusionOk="0" h="9198" w="21111">
                  <a:moveTo>
                    <a:pt x="0" y="1"/>
                  </a:moveTo>
                  <a:cubicBezTo>
                    <a:pt x="208" y="3445"/>
                    <a:pt x="3031" y="7670"/>
                    <a:pt x="9509" y="8856"/>
                  </a:cubicBezTo>
                  <a:cubicBezTo>
                    <a:pt x="10760" y="9082"/>
                    <a:pt x="12030" y="9197"/>
                    <a:pt x="13301" y="9197"/>
                  </a:cubicBezTo>
                  <a:cubicBezTo>
                    <a:pt x="13693" y="9197"/>
                    <a:pt x="14085" y="9186"/>
                    <a:pt x="14477" y="9164"/>
                  </a:cubicBezTo>
                  <a:cubicBezTo>
                    <a:pt x="18417" y="8957"/>
                    <a:pt x="21110" y="7751"/>
                    <a:pt x="21110" y="7751"/>
                  </a:cubicBezTo>
                  <a:lnTo>
                    <a:pt x="21110" y="7751"/>
                  </a:lnTo>
                  <a:cubicBezTo>
                    <a:pt x="21110" y="7751"/>
                    <a:pt x="20538" y="7941"/>
                    <a:pt x="19530" y="7941"/>
                  </a:cubicBezTo>
                  <a:cubicBezTo>
                    <a:pt x="18405" y="7941"/>
                    <a:pt x="16736" y="7704"/>
                    <a:pt x="14713" y="6699"/>
                  </a:cubicBezTo>
                  <a:cubicBezTo>
                    <a:pt x="12787" y="5748"/>
                    <a:pt x="12036" y="4351"/>
                    <a:pt x="11772" y="3197"/>
                  </a:cubicBezTo>
                  <a:cubicBezTo>
                    <a:pt x="11500" y="2052"/>
                    <a:pt x="11707" y="1146"/>
                    <a:pt x="11707" y="1146"/>
                  </a:cubicBezTo>
                  <a:lnTo>
                    <a:pt x="11707" y="1146"/>
                  </a:lnTo>
                  <a:cubicBezTo>
                    <a:pt x="10790" y="1439"/>
                    <a:pt x="9729" y="1554"/>
                    <a:pt x="8629" y="1554"/>
                  </a:cubicBezTo>
                  <a:cubicBezTo>
                    <a:pt x="4586" y="1554"/>
                    <a:pt x="1"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32"/>
            <p:cNvSpPr/>
            <p:nvPr/>
          </p:nvSpPr>
          <p:spPr>
            <a:xfrm>
              <a:off x="6308106" y="780989"/>
              <a:ext cx="98038" cy="43183"/>
            </a:xfrm>
            <a:custGeom>
              <a:rect b="b" l="l" r="r" t="t"/>
              <a:pathLst>
                <a:path extrusionOk="0" h="2142" w="4863">
                  <a:moveTo>
                    <a:pt x="3579" y="0"/>
                  </a:moveTo>
                  <a:cubicBezTo>
                    <a:pt x="3575" y="4"/>
                    <a:pt x="3567" y="4"/>
                    <a:pt x="3563" y="9"/>
                  </a:cubicBezTo>
                  <a:cubicBezTo>
                    <a:pt x="3368" y="69"/>
                    <a:pt x="3185" y="138"/>
                    <a:pt x="3015" y="203"/>
                  </a:cubicBezTo>
                  <a:cubicBezTo>
                    <a:pt x="3002" y="208"/>
                    <a:pt x="2990" y="212"/>
                    <a:pt x="2978" y="220"/>
                  </a:cubicBezTo>
                  <a:cubicBezTo>
                    <a:pt x="521" y="1146"/>
                    <a:pt x="54" y="2015"/>
                    <a:pt x="9" y="2129"/>
                  </a:cubicBezTo>
                  <a:cubicBezTo>
                    <a:pt x="1" y="2133"/>
                    <a:pt x="1" y="2133"/>
                    <a:pt x="1" y="2141"/>
                  </a:cubicBezTo>
                  <a:lnTo>
                    <a:pt x="1386" y="1678"/>
                  </a:lnTo>
                  <a:lnTo>
                    <a:pt x="3019" y="1130"/>
                  </a:lnTo>
                  <a:lnTo>
                    <a:pt x="3100" y="1101"/>
                  </a:lnTo>
                  <a:lnTo>
                    <a:pt x="4863" y="508"/>
                  </a:lnTo>
                  <a:lnTo>
                    <a:pt x="3941" y="143"/>
                  </a:lnTo>
                  <a:lnTo>
                    <a:pt x="3587"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32"/>
            <p:cNvSpPr/>
            <p:nvPr/>
          </p:nvSpPr>
          <p:spPr>
            <a:xfrm>
              <a:off x="6496869" y="1232207"/>
              <a:ext cx="66931" cy="40723"/>
            </a:xfrm>
            <a:custGeom>
              <a:rect b="b" l="l" r="r" t="t"/>
              <a:pathLst>
                <a:path extrusionOk="0" h="2020" w="3320">
                  <a:moveTo>
                    <a:pt x="3319" y="1"/>
                  </a:moveTo>
                  <a:lnTo>
                    <a:pt x="1390" y="122"/>
                  </a:lnTo>
                  <a:lnTo>
                    <a:pt x="0" y="2019"/>
                  </a:lnTo>
                  <a:cubicBezTo>
                    <a:pt x="0" y="2019"/>
                    <a:pt x="1288" y="1889"/>
                    <a:pt x="331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32"/>
            <p:cNvSpPr/>
            <p:nvPr/>
          </p:nvSpPr>
          <p:spPr>
            <a:xfrm>
              <a:off x="6225649" y="803166"/>
              <a:ext cx="377516" cy="473316"/>
            </a:xfrm>
            <a:custGeom>
              <a:rect b="b" l="l" r="r" t="t"/>
              <a:pathLst>
                <a:path extrusionOk="0" h="23478" w="18726">
                  <a:moveTo>
                    <a:pt x="6607" y="1"/>
                  </a:moveTo>
                  <a:cubicBezTo>
                    <a:pt x="6341" y="1"/>
                    <a:pt x="6076" y="31"/>
                    <a:pt x="5817" y="91"/>
                  </a:cubicBezTo>
                  <a:cubicBezTo>
                    <a:pt x="5167" y="233"/>
                    <a:pt x="4570" y="562"/>
                    <a:pt x="4099" y="1029"/>
                  </a:cubicBezTo>
                  <a:cubicBezTo>
                    <a:pt x="4091" y="1033"/>
                    <a:pt x="4091" y="1033"/>
                    <a:pt x="4091" y="1041"/>
                  </a:cubicBezTo>
                  <a:cubicBezTo>
                    <a:pt x="3709" y="1419"/>
                    <a:pt x="3416" y="1882"/>
                    <a:pt x="3238" y="2394"/>
                  </a:cubicBezTo>
                  <a:cubicBezTo>
                    <a:pt x="3018" y="3019"/>
                    <a:pt x="2811" y="3649"/>
                    <a:pt x="2624" y="4274"/>
                  </a:cubicBezTo>
                  <a:cubicBezTo>
                    <a:pt x="2446" y="4851"/>
                    <a:pt x="2283" y="5416"/>
                    <a:pt x="2125" y="5980"/>
                  </a:cubicBezTo>
                  <a:cubicBezTo>
                    <a:pt x="2080" y="6135"/>
                    <a:pt x="2044" y="6281"/>
                    <a:pt x="2007" y="6435"/>
                  </a:cubicBezTo>
                  <a:cubicBezTo>
                    <a:pt x="1601" y="7967"/>
                    <a:pt x="1280" y="9441"/>
                    <a:pt x="1020" y="10838"/>
                  </a:cubicBezTo>
                  <a:cubicBezTo>
                    <a:pt x="776" y="12134"/>
                    <a:pt x="589" y="13349"/>
                    <a:pt x="447" y="14458"/>
                  </a:cubicBezTo>
                  <a:cubicBezTo>
                    <a:pt x="338" y="15278"/>
                    <a:pt x="252" y="16042"/>
                    <a:pt x="191" y="16736"/>
                  </a:cubicBezTo>
                  <a:cubicBezTo>
                    <a:pt x="130" y="17281"/>
                    <a:pt x="94" y="17780"/>
                    <a:pt x="61" y="18227"/>
                  </a:cubicBezTo>
                  <a:cubicBezTo>
                    <a:pt x="61" y="18268"/>
                    <a:pt x="61" y="18308"/>
                    <a:pt x="61" y="18345"/>
                  </a:cubicBezTo>
                  <a:cubicBezTo>
                    <a:pt x="0" y="19921"/>
                    <a:pt x="987" y="21347"/>
                    <a:pt x="2482" y="21842"/>
                  </a:cubicBezTo>
                  <a:cubicBezTo>
                    <a:pt x="2677" y="21907"/>
                    <a:pt x="2876" y="21972"/>
                    <a:pt x="3079" y="22025"/>
                  </a:cubicBezTo>
                  <a:cubicBezTo>
                    <a:pt x="6170" y="22947"/>
                    <a:pt x="9733" y="23321"/>
                    <a:pt x="12133" y="23471"/>
                  </a:cubicBezTo>
                  <a:cubicBezTo>
                    <a:pt x="12204" y="23475"/>
                    <a:pt x="12274" y="23477"/>
                    <a:pt x="12344" y="23477"/>
                  </a:cubicBezTo>
                  <a:cubicBezTo>
                    <a:pt x="13165" y="23477"/>
                    <a:pt x="13963" y="23195"/>
                    <a:pt x="14603" y="22675"/>
                  </a:cubicBezTo>
                  <a:cubicBezTo>
                    <a:pt x="14790" y="22524"/>
                    <a:pt x="14964" y="22350"/>
                    <a:pt x="15115" y="22163"/>
                  </a:cubicBezTo>
                  <a:cubicBezTo>
                    <a:pt x="15318" y="21919"/>
                    <a:pt x="15484" y="21647"/>
                    <a:pt x="15610" y="21355"/>
                  </a:cubicBezTo>
                  <a:cubicBezTo>
                    <a:pt x="15679" y="21212"/>
                    <a:pt x="15736" y="21062"/>
                    <a:pt x="15777" y="20912"/>
                  </a:cubicBezTo>
                  <a:cubicBezTo>
                    <a:pt x="16500" y="18422"/>
                    <a:pt x="17097" y="15672"/>
                    <a:pt x="17568" y="13089"/>
                  </a:cubicBezTo>
                  <a:lnTo>
                    <a:pt x="17848" y="11496"/>
                  </a:lnTo>
                  <a:cubicBezTo>
                    <a:pt x="17893" y="11232"/>
                    <a:pt x="17934" y="10972"/>
                    <a:pt x="17978" y="10716"/>
                  </a:cubicBezTo>
                  <a:cubicBezTo>
                    <a:pt x="18068" y="10168"/>
                    <a:pt x="18153" y="9628"/>
                    <a:pt x="18230" y="9116"/>
                  </a:cubicBezTo>
                  <a:lnTo>
                    <a:pt x="18230" y="9108"/>
                  </a:lnTo>
                  <a:cubicBezTo>
                    <a:pt x="18413" y="7922"/>
                    <a:pt x="18559" y="6850"/>
                    <a:pt x="18673" y="5960"/>
                  </a:cubicBezTo>
                  <a:cubicBezTo>
                    <a:pt x="18685" y="5838"/>
                    <a:pt x="18697" y="5716"/>
                    <a:pt x="18697" y="5594"/>
                  </a:cubicBezTo>
                  <a:cubicBezTo>
                    <a:pt x="18726" y="4640"/>
                    <a:pt x="18360" y="3714"/>
                    <a:pt x="17694" y="3031"/>
                  </a:cubicBezTo>
                  <a:cubicBezTo>
                    <a:pt x="17337" y="2662"/>
                    <a:pt x="16906" y="2373"/>
                    <a:pt x="16423" y="2191"/>
                  </a:cubicBezTo>
                  <a:cubicBezTo>
                    <a:pt x="16175" y="2093"/>
                    <a:pt x="15931" y="1996"/>
                    <a:pt x="15688" y="1910"/>
                  </a:cubicBezTo>
                  <a:cubicBezTo>
                    <a:pt x="14839" y="1597"/>
                    <a:pt x="14026" y="1338"/>
                    <a:pt x="13250" y="1118"/>
                  </a:cubicBezTo>
                  <a:cubicBezTo>
                    <a:pt x="10801" y="420"/>
                    <a:pt x="8717" y="135"/>
                    <a:pt x="7162" y="30"/>
                  </a:cubicBezTo>
                  <a:lnTo>
                    <a:pt x="7109" y="30"/>
                  </a:lnTo>
                  <a:cubicBezTo>
                    <a:pt x="6999" y="17"/>
                    <a:pt x="6889" y="9"/>
                    <a:pt x="6784" y="5"/>
                  </a:cubicBezTo>
                  <a:cubicBezTo>
                    <a:pt x="6725" y="2"/>
                    <a:pt x="6666" y="1"/>
                    <a:pt x="660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32"/>
            <p:cNvSpPr/>
            <p:nvPr/>
          </p:nvSpPr>
          <p:spPr>
            <a:xfrm>
              <a:off x="6268470" y="825706"/>
              <a:ext cx="273450" cy="98038"/>
            </a:xfrm>
            <a:custGeom>
              <a:rect b="b" l="l" r="r" t="t"/>
              <a:pathLst>
                <a:path extrusionOk="0" h="4863" w="13564">
                  <a:moveTo>
                    <a:pt x="11126" y="0"/>
                  </a:moveTo>
                  <a:lnTo>
                    <a:pt x="5310" y="1727"/>
                  </a:lnTo>
                  <a:lnTo>
                    <a:pt x="4879" y="1856"/>
                  </a:lnTo>
                  <a:lnTo>
                    <a:pt x="4855" y="1861"/>
                  </a:lnTo>
                  <a:lnTo>
                    <a:pt x="4103" y="2088"/>
                  </a:lnTo>
                  <a:lnTo>
                    <a:pt x="2974" y="2425"/>
                  </a:lnTo>
                  <a:lnTo>
                    <a:pt x="2255" y="2632"/>
                  </a:lnTo>
                  <a:lnTo>
                    <a:pt x="500" y="3156"/>
                  </a:lnTo>
                  <a:cubicBezTo>
                    <a:pt x="322" y="3733"/>
                    <a:pt x="159" y="4302"/>
                    <a:pt x="1" y="4862"/>
                  </a:cubicBezTo>
                  <a:lnTo>
                    <a:pt x="1784" y="4326"/>
                  </a:lnTo>
                  <a:lnTo>
                    <a:pt x="4526" y="3506"/>
                  </a:lnTo>
                  <a:lnTo>
                    <a:pt x="4964" y="3376"/>
                  </a:lnTo>
                  <a:lnTo>
                    <a:pt x="7154" y="2722"/>
                  </a:lnTo>
                  <a:lnTo>
                    <a:pt x="7592" y="2588"/>
                  </a:lnTo>
                  <a:lnTo>
                    <a:pt x="8673" y="2263"/>
                  </a:lnTo>
                  <a:lnTo>
                    <a:pt x="13564" y="796"/>
                  </a:lnTo>
                  <a:cubicBezTo>
                    <a:pt x="12715" y="484"/>
                    <a:pt x="11902" y="220"/>
                    <a:pt x="11126" y="0"/>
                  </a:cubicBez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32"/>
            <p:cNvSpPr/>
            <p:nvPr/>
          </p:nvSpPr>
          <p:spPr>
            <a:xfrm>
              <a:off x="6226879" y="1034934"/>
              <a:ext cx="358606" cy="138076"/>
            </a:xfrm>
            <a:custGeom>
              <a:rect b="b" l="l" r="r" t="t"/>
              <a:pathLst>
                <a:path extrusionOk="0" h="6849" w="17788">
                  <a:moveTo>
                    <a:pt x="17787" y="0"/>
                  </a:moveTo>
                  <a:lnTo>
                    <a:pt x="130" y="5240"/>
                  </a:lnTo>
                  <a:lnTo>
                    <a:pt x="0" y="6849"/>
                  </a:lnTo>
                  <a:lnTo>
                    <a:pt x="0" y="6849"/>
                  </a:lnTo>
                  <a:lnTo>
                    <a:pt x="17503" y="1593"/>
                  </a:lnTo>
                  <a:lnTo>
                    <a:pt x="17787" y="0"/>
                  </a:ln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32"/>
            <p:cNvSpPr/>
            <p:nvPr/>
          </p:nvSpPr>
          <p:spPr>
            <a:xfrm>
              <a:off x="6234661" y="915945"/>
              <a:ext cx="367940" cy="178698"/>
            </a:xfrm>
            <a:custGeom>
              <a:rect b="b" l="l" r="r" t="t"/>
              <a:pathLst>
                <a:path extrusionOk="0" h="8864" w="18251">
                  <a:moveTo>
                    <a:pt x="18250" y="0"/>
                  </a:moveTo>
                  <a:lnTo>
                    <a:pt x="573" y="5244"/>
                  </a:lnTo>
                  <a:cubicBezTo>
                    <a:pt x="329" y="6540"/>
                    <a:pt x="142" y="7759"/>
                    <a:pt x="0" y="8864"/>
                  </a:cubicBezTo>
                  <a:lnTo>
                    <a:pt x="17783" y="3522"/>
                  </a:lnTo>
                  <a:lnTo>
                    <a:pt x="17783" y="3518"/>
                  </a:lnTo>
                  <a:cubicBezTo>
                    <a:pt x="17966" y="2328"/>
                    <a:pt x="18112" y="1256"/>
                    <a:pt x="18226" y="370"/>
                  </a:cubicBezTo>
                  <a:cubicBezTo>
                    <a:pt x="18238" y="248"/>
                    <a:pt x="18246" y="126"/>
                    <a:pt x="18250" y="0"/>
                  </a:cubicBez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32"/>
            <p:cNvSpPr/>
            <p:nvPr/>
          </p:nvSpPr>
          <p:spPr>
            <a:xfrm>
              <a:off x="6306150" y="934493"/>
              <a:ext cx="103360" cy="104187"/>
            </a:xfrm>
            <a:custGeom>
              <a:rect b="b" l="l" r="r" t="t"/>
              <a:pathLst>
                <a:path extrusionOk="0" h="5168" w="5127">
                  <a:moveTo>
                    <a:pt x="1516" y="0"/>
                  </a:moveTo>
                  <a:cubicBezTo>
                    <a:pt x="1121" y="0"/>
                    <a:pt x="788" y="184"/>
                    <a:pt x="675" y="470"/>
                  </a:cubicBezTo>
                  <a:cubicBezTo>
                    <a:pt x="142" y="1814"/>
                    <a:pt x="25" y="3134"/>
                    <a:pt x="8" y="3853"/>
                  </a:cubicBezTo>
                  <a:cubicBezTo>
                    <a:pt x="0" y="4198"/>
                    <a:pt x="301" y="4540"/>
                    <a:pt x="744" y="4670"/>
                  </a:cubicBezTo>
                  <a:cubicBezTo>
                    <a:pt x="1666" y="4946"/>
                    <a:pt x="2770" y="5092"/>
                    <a:pt x="3494" y="5161"/>
                  </a:cubicBezTo>
                  <a:cubicBezTo>
                    <a:pt x="3537" y="5165"/>
                    <a:pt x="3580" y="5167"/>
                    <a:pt x="3622" y="5167"/>
                  </a:cubicBezTo>
                  <a:cubicBezTo>
                    <a:pt x="4038" y="5167"/>
                    <a:pt x="4389" y="4971"/>
                    <a:pt x="4489" y="4661"/>
                  </a:cubicBezTo>
                  <a:cubicBezTo>
                    <a:pt x="4834" y="3569"/>
                    <a:pt x="5013" y="2216"/>
                    <a:pt x="5090" y="1465"/>
                  </a:cubicBezTo>
                  <a:cubicBezTo>
                    <a:pt x="5126" y="1120"/>
                    <a:pt x="4838" y="770"/>
                    <a:pt x="4399" y="616"/>
                  </a:cubicBezTo>
                  <a:cubicBezTo>
                    <a:pt x="3510" y="303"/>
                    <a:pt x="2584" y="96"/>
                    <a:pt x="1645" y="7"/>
                  </a:cubicBezTo>
                  <a:cubicBezTo>
                    <a:pt x="1602" y="2"/>
                    <a:pt x="1558" y="0"/>
                    <a:pt x="15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32"/>
            <p:cNvSpPr/>
            <p:nvPr/>
          </p:nvSpPr>
          <p:spPr>
            <a:xfrm>
              <a:off x="6433968" y="958747"/>
              <a:ext cx="103380" cy="104247"/>
            </a:xfrm>
            <a:custGeom>
              <a:rect b="b" l="l" r="r" t="t"/>
              <a:pathLst>
                <a:path extrusionOk="0" h="5171" w="5128">
                  <a:moveTo>
                    <a:pt x="1527" y="0"/>
                  </a:moveTo>
                  <a:cubicBezTo>
                    <a:pt x="1130" y="0"/>
                    <a:pt x="790" y="185"/>
                    <a:pt x="675" y="473"/>
                  </a:cubicBezTo>
                  <a:cubicBezTo>
                    <a:pt x="143" y="1813"/>
                    <a:pt x="29" y="3138"/>
                    <a:pt x="9" y="3852"/>
                  </a:cubicBezTo>
                  <a:cubicBezTo>
                    <a:pt x="1" y="4202"/>
                    <a:pt x="306" y="4539"/>
                    <a:pt x="744" y="4673"/>
                  </a:cubicBezTo>
                  <a:cubicBezTo>
                    <a:pt x="1670" y="4949"/>
                    <a:pt x="2771" y="5091"/>
                    <a:pt x="3498" y="5164"/>
                  </a:cubicBezTo>
                  <a:cubicBezTo>
                    <a:pt x="3541" y="5169"/>
                    <a:pt x="3583" y="5171"/>
                    <a:pt x="3625" y="5171"/>
                  </a:cubicBezTo>
                  <a:cubicBezTo>
                    <a:pt x="4041" y="5171"/>
                    <a:pt x="4390" y="4971"/>
                    <a:pt x="4489" y="4665"/>
                  </a:cubicBezTo>
                  <a:cubicBezTo>
                    <a:pt x="4839" y="3572"/>
                    <a:pt x="5013" y="2220"/>
                    <a:pt x="5090" y="1468"/>
                  </a:cubicBezTo>
                  <a:cubicBezTo>
                    <a:pt x="5127" y="1119"/>
                    <a:pt x="4843" y="774"/>
                    <a:pt x="4400" y="619"/>
                  </a:cubicBezTo>
                  <a:cubicBezTo>
                    <a:pt x="3510" y="306"/>
                    <a:pt x="2584" y="99"/>
                    <a:pt x="1646" y="6"/>
                  </a:cubicBezTo>
                  <a:cubicBezTo>
                    <a:pt x="1606" y="2"/>
                    <a:pt x="1566" y="0"/>
                    <a:pt x="152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32"/>
            <p:cNvSpPr/>
            <p:nvPr/>
          </p:nvSpPr>
          <p:spPr>
            <a:xfrm>
              <a:off x="6284276" y="1065518"/>
              <a:ext cx="103360" cy="104207"/>
            </a:xfrm>
            <a:custGeom>
              <a:rect b="b" l="l" r="r" t="t"/>
              <a:pathLst>
                <a:path extrusionOk="0" h="5169" w="5127">
                  <a:moveTo>
                    <a:pt x="1516" y="0"/>
                  </a:moveTo>
                  <a:cubicBezTo>
                    <a:pt x="1121" y="0"/>
                    <a:pt x="789" y="184"/>
                    <a:pt x="675" y="470"/>
                  </a:cubicBezTo>
                  <a:cubicBezTo>
                    <a:pt x="143" y="1814"/>
                    <a:pt x="29" y="3134"/>
                    <a:pt x="9" y="3853"/>
                  </a:cubicBezTo>
                  <a:cubicBezTo>
                    <a:pt x="1" y="4203"/>
                    <a:pt x="301" y="4540"/>
                    <a:pt x="748" y="4670"/>
                  </a:cubicBezTo>
                  <a:cubicBezTo>
                    <a:pt x="1670" y="4946"/>
                    <a:pt x="2771" y="5092"/>
                    <a:pt x="3498" y="5161"/>
                  </a:cubicBezTo>
                  <a:cubicBezTo>
                    <a:pt x="3544" y="5166"/>
                    <a:pt x="3589" y="5168"/>
                    <a:pt x="3634" y="5168"/>
                  </a:cubicBezTo>
                  <a:cubicBezTo>
                    <a:pt x="4047" y="5168"/>
                    <a:pt x="4394" y="4969"/>
                    <a:pt x="4489" y="4662"/>
                  </a:cubicBezTo>
                  <a:cubicBezTo>
                    <a:pt x="4838" y="3569"/>
                    <a:pt x="5017" y="2216"/>
                    <a:pt x="5090" y="1469"/>
                  </a:cubicBezTo>
                  <a:cubicBezTo>
                    <a:pt x="5127" y="1120"/>
                    <a:pt x="4843" y="770"/>
                    <a:pt x="4404" y="616"/>
                  </a:cubicBezTo>
                  <a:cubicBezTo>
                    <a:pt x="3510" y="303"/>
                    <a:pt x="2584" y="100"/>
                    <a:pt x="1646" y="7"/>
                  </a:cubicBezTo>
                  <a:cubicBezTo>
                    <a:pt x="1602" y="2"/>
                    <a:pt x="1559" y="0"/>
                    <a:pt x="15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32"/>
            <p:cNvSpPr/>
            <p:nvPr/>
          </p:nvSpPr>
          <p:spPr>
            <a:xfrm>
              <a:off x="6412114" y="1089832"/>
              <a:ext cx="103360" cy="104187"/>
            </a:xfrm>
            <a:custGeom>
              <a:rect b="b" l="l" r="r" t="t"/>
              <a:pathLst>
                <a:path extrusionOk="0" h="5168" w="5127">
                  <a:moveTo>
                    <a:pt x="1517" y="1"/>
                  </a:moveTo>
                  <a:cubicBezTo>
                    <a:pt x="1125" y="1"/>
                    <a:pt x="792" y="184"/>
                    <a:pt x="679" y="470"/>
                  </a:cubicBezTo>
                  <a:cubicBezTo>
                    <a:pt x="143" y="1815"/>
                    <a:pt x="29" y="3135"/>
                    <a:pt x="8" y="3854"/>
                  </a:cubicBezTo>
                  <a:cubicBezTo>
                    <a:pt x="0" y="4199"/>
                    <a:pt x="305" y="4540"/>
                    <a:pt x="748" y="4670"/>
                  </a:cubicBezTo>
                  <a:cubicBezTo>
                    <a:pt x="1670" y="4946"/>
                    <a:pt x="2771" y="5092"/>
                    <a:pt x="3498" y="5162"/>
                  </a:cubicBezTo>
                  <a:cubicBezTo>
                    <a:pt x="3541" y="5166"/>
                    <a:pt x="3584" y="5168"/>
                    <a:pt x="3626" y="5168"/>
                  </a:cubicBezTo>
                  <a:cubicBezTo>
                    <a:pt x="4043" y="5168"/>
                    <a:pt x="4393" y="4972"/>
                    <a:pt x="4489" y="4662"/>
                  </a:cubicBezTo>
                  <a:cubicBezTo>
                    <a:pt x="4838" y="3569"/>
                    <a:pt x="5017" y="2217"/>
                    <a:pt x="5090" y="1465"/>
                  </a:cubicBezTo>
                  <a:cubicBezTo>
                    <a:pt x="5127" y="1120"/>
                    <a:pt x="4842" y="771"/>
                    <a:pt x="4403" y="616"/>
                  </a:cubicBezTo>
                  <a:cubicBezTo>
                    <a:pt x="3510" y="304"/>
                    <a:pt x="2584" y="100"/>
                    <a:pt x="1645" y="7"/>
                  </a:cubicBezTo>
                  <a:cubicBezTo>
                    <a:pt x="1602" y="3"/>
                    <a:pt x="1559" y="1"/>
                    <a:pt x="15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32"/>
            <p:cNvSpPr/>
            <p:nvPr/>
          </p:nvSpPr>
          <p:spPr>
            <a:xfrm>
              <a:off x="6578439" y="1034511"/>
              <a:ext cx="35965" cy="59069"/>
            </a:xfrm>
            <a:custGeom>
              <a:rect b="b" l="l" r="r" t="t"/>
              <a:pathLst>
                <a:path extrusionOk="0" h="2930" w="1784">
                  <a:moveTo>
                    <a:pt x="1119" y="1"/>
                  </a:moveTo>
                  <a:cubicBezTo>
                    <a:pt x="738" y="1"/>
                    <a:pt x="326" y="561"/>
                    <a:pt x="171" y="1313"/>
                  </a:cubicBezTo>
                  <a:cubicBezTo>
                    <a:pt x="0" y="2117"/>
                    <a:pt x="187" y="2836"/>
                    <a:pt x="585" y="2922"/>
                  </a:cubicBezTo>
                  <a:cubicBezTo>
                    <a:pt x="610" y="2927"/>
                    <a:pt x="635" y="2929"/>
                    <a:pt x="661" y="2929"/>
                  </a:cubicBezTo>
                  <a:cubicBezTo>
                    <a:pt x="1040" y="2929"/>
                    <a:pt x="1457" y="2372"/>
                    <a:pt x="1613" y="1618"/>
                  </a:cubicBezTo>
                  <a:cubicBezTo>
                    <a:pt x="1783" y="813"/>
                    <a:pt x="1596" y="90"/>
                    <a:pt x="1198" y="9"/>
                  </a:cubicBezTo>
                  <a:cubicBezTo>
                    <a:pt x="1172" y="4"/>
                    <a:pt x="1146" y="1"/>
                    <a:pt x="111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32"/>
            <p:cNvSpPr/>
            <p:nvPr/>
          </p:nvSpPr>
          <p:spPr>
            <a:xfrm>
              <a:off x="6673657" y="1296137"/>
              <a:ext cx="27216" cy="22922"/>
            </a:xfrm>
            <a:custGeom>
              <a:rect b="b" l="l" r="r" t="t"/>
              <a:pathLst>
                <a:path extrusionOk="0" h="1137" w="1350">
                  <a:moveTo>
                    <a:pt x="723" y="1"/>
                  </a:moveTo>
                  <a:cubicBezTo>
                    <a:pt x="292" y="1"/>
                    <a:pt x="0" y="493"/>
                    <a:pt x="253" y="879"/>
                  </a:cubicBezTo>
                  <a:cubicBezTo>
                    <a:pt x="369" y="1055"/>
                    <a:pt x="549" y="1136"/>
                    <a:pt x="727" y="1136"/>
                  </a:cubicBezTo>
                  <a:cubicBezTo>
                    <a:pt x="978" y="1136"/>
                    <a:pt x="1225" y="974"/>
                    <a:pt x="1285" y="684"/>
                  </a:cubicBezTo>
                  <a:cubicBezTo>
                    <a:pt x="1350" y="380"/>
                    <a:pt x="1155" y="79"/>
                    <a:pt x="846" y="14"/>
                  </a:cubicBezTo>
                  <a:cubicBezTo>
                    <a:pt x="804" y="5"/>
                    <a:pt x="763" y="1"/>
                    <a:pt x="7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32"/>
            <p:cNvSpPr/>
            <p:nvPr/>
          </p:nvSpPr>
          <p:spPr>
            <a:xfrm>
              <a:off x="6732526" y="1214849"/>
              <a:ext cx="27236" cy="22922"/>
            </a:xfrm>
            <a:custGeom>
              <a:rect b="b" l="l" r="r" t="t"/>
              <a:pathLst>
                <a:path extrusionOk="0" h="1137" w="1351">
                  <a:moveTo>
                    <a:pt x="726" y="0"/>
                  </a:moveTo>
                  <a:cubicBezTo>
                    <a:pt x="294" y="0"/>
                    <a:pt x="0" y="490"/>
                    <a:pt x="253" y="878"/>
                  </a:cubicBezTo>
                  <a:cubicBezTo>
                    <a:pt x="368" y="1055"/>
                    <a:pt x="547" y="1137"/>
                    <a:pt x="725" y="1137"/>
                  </a:cubicBezTo>
                  <a:cubicBezTo>
                    <a:pt x="976" y="1137"/>
                    <a:pt x="1223" y="974"/>
                    <a:pt x="1285" y="687"/>
                  </a:cubicBezTo>
                  <a:cubicBezTo>
                    <a:pt x="1350" y="378"/>
                    <a:pt x="1151" y="78"/>
                    <a:pt x="847" y="13"/>
                  </a:cubicBezTo>
                  <a:cubicBezTo>
                    <a:pt x="806" y="4"/>
                    <a:pt x="765" y="0"/>
                    <a:pt x="7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32"/>
            <p:cNvSpPr/>
            <p:nvPr/>
          </p:nvSpPr>
          <p:spPr>
            <a:xfrm>
              <a:off x="6763795" y="1121404"/>
              <a:ext cx="27236" cy="22962"/>
            </a:xfrm>
            <a:custGeom>
              <a:rect b="b" l="l" r="r" t="t"/>
              <a:pathLst>
                <a:path extrusionOk="0" h="1139" w="1351">
                  <a:moveTo>
                    <a:pt x="727" y="1"/>
                  </a:moveTo>
                  <a:cubicBezTo>
                    <a:pt x="294" y="1"/>
                    <a:pt x="1" y="491"/>
                    <a:pt x="254" y="878"/>
                  </a:cubicBezTo>
                  <a:cubicBezTo>
                    <a:pt x="369" y="1056"/>
                    <a:pt x="549" y="1138"/>
                    <a:pt x="727" y="1138"/>
                  </a:cubicBezTo>
                  <a:cubicBezTo>
                    <a:pt x="977" y="1138"/>
                    <a:pt x="1224" y="976"/>
                    <a:pt x="1286" y="687"/>
                  </a:cubicBezTo>
                  <a:cubicBezTo>
                    <a:pt x="1351" y="379"/>
                    <a:pt x="1152" y="78"/>
                    <a:pt x="847" y="13"/>
                  </a:cubicBezTo>
                  <a:cubicBezTo>
                    <a:pt x="806" y="5"/>
                    <a:pt x="766" y="1"/>
                    <a:pt x="7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32"/>
            <p:cNvSpPr/>
            <p:nvPr/>
          </p:nvSpPr>
          <p:spPr>
            <a:xfrm>
              <a:off x="6782484" y="1032535"/>
              <a:ext cx="27135" cy="22902"/>
            </a:xfrm>
            <a:custGeom>
              <a:rect b="b" l="l" r="r" t="t"/>
              <a:pathLst>
                <a:path extrusionOk="0" h="1136" w="1346">
                  <a:moveTo>
                    <a:pt x="722" y="0"/>
                  </a:moveTo>
                  <a:cubicBezTo>
                    <a:pt x="292" y="0"/>
                    <a:pt x="1" y="489"/>
                    <a:pt x="253" y="879"/>
                  </a:cubicBezTo>
                  <a:cubicBezTo>
                    <a:pt x="368" y="1054"/>
                    <a:pt x="547" y="1136"/>
                    <a:pt x="725" y="1136"/>
                  </a:cubicBezTo>
                  <a:cubicBezTo>
                    <a:pt x="975" y="1136"/>
                    <a:pt x="1223" y="974"/>
                    <a:pt x="1285" y="684"/>
                  </a:cubicBezTo>
                  <a:cubicBezTo>
                    <a:pt x="1346" y="375"/>
                    <a:pt x="1151" y="75"/>
                    <a:pt x="846" y="14"/>
                  </a:cubicBezTo>
                  <a:cubicBezTo>
                    <a:pt x="804" y="5"/>
                    <a:pt x="762" y="0"/>
                    <a:pt x="7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32"/>
            <p:cNvSpPr/>
            <p:nvPr/>
          </p:nvSpPr>
          <p:spPr>
            <a:xfrm>
              <a:off x="6699382" y="921349"/>
              <a:ext cx="218917" cy="84813"/>
            </a:xfrm>
            <a:custGeom>
              <a:rect b="b" l="l" r="r" t="t"/>
              <a:pathLst>
                <a:path extrusionOk="0" h="4207" w="10859">
                  <a:moveTo>
                    <a:pt x="1185" y="0"/>
                  </a:moveTo>
                  <a:cubicBezTo>
                    <a:pt x="655" y="0"/>
                    <a:pt x="194" y="381"/>
                    <a:pt x="98" y="910"/>
                  </a:cubicBezTo>
                  <a:cubicBezTo>
                    <a:pt x="1" y="1410"/>
                    <a:pt x="25" y="1926"/>
                    <a:pt x="167" y="2413"/>
                  </a:cubicBezTo>
                  <a:cubicBezTo>
                    <a:pt x="289" y="2795"/>
                    <a:pt x="618" y="3079"/>
                    <a:pt x="1016" y="3148"/>
                  </a:cubicBezTo>
                  <a:cubicBezTo>
                    <a:pt x="3157" y="3526"/>
                    <a:pt x="7747" y="4022"/>
                    <a:pt x="9485" y="4201"/>
                  </a:cubicBezTo>
                  <a:cubicBezTo>
                    <a:pt x="9524" y="4205"/>
                    <a:pt x="9562" y="4207"/>
                    <a:pt x="9600" y="4207"/>
                  </a:cubicBezTo>
                  <a:cubicBezTo>
                    <a:pt x="10052" y="4207"/>
                    <a:pt x="10462" y="3924"/>
                    <a:pt x="10627" y="3494"/>
                  </a:cubicBezTo>
                  <a:cubicBezTo>
                    <a:pt x="10793" y="3035"/>
                    <a:pt x="10858" y="2543"/>
                    <a:pt x="10821" y="2052"/>
                  </a:cubicBezTo>
                  <a:cubicBezTo>
                    <a:pt x="10777" y="1556"/>
                    <a:pt x="10407" y="1154"/>
                    <a:pt x="9916" y="1073"/>
                  </a:cubicBezTo>
                  <a:cubicBezTo>
                    <a:pt x="6914" y="545"/>
                    <a:pt x="2994" y="159"/>
                    <a:pt x="1280" y="5"/>
                  </a:cubicBezTo>
                  <a:cubicBezTo>
                    <a:pt x="1248" y="2"/>
                    <a:pt x="1217" y="0"/>
                    <a:pt x="11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32"/>
            <p:cNvSpPr/>
            <p:nvPr/>
          </p:nvSpPr>
          <p:spPr>
            <a:xfrm>
              <a:off x="6588922" y="1036729"/>
              <a:ext cx="35965" cy="59049"/>
            </a:xfrm>
            <a:custGeom>
              <a:rect b="b" l="l" r="r" t="t"/>
              <a:pathLst>
                <a:path extrusionOk="0" h="2929" w="1784">
                  <a:moveTo>
                    <a:pt x="1120" y="1"/>
                  </a:moveTo>
                  <a:cubicBezTo>
                    <a:pt x="741" y="1"/>
                    <a:pt x="326" y="561"/>
                    <a:pt x="171" y="1313"/>
                  </a:cubicBezTo>
                  <a:cubicBezTo>
                    <a:pt x="0" y="2117"/>
                    <a:pt x="187" y="2836"/>
                    <a:pt x="589" y="2921"/>
                  </a:cubicBezTo>
                  <a:cubicBezTo>
                    <a:pt x="614" y="2926"/>
                    <a:pt x="639" y="2929"/>
                    <a:pt x="664" y="2929"/>
                  </a:cubicBezTo>
                  <a:cubicBezTo>
                    <a:pt x="1043" y="2929"/>
                    <a:pt x="1456" y="2367"/>
                    <a:pt x="1613" y="1613"/>
                  </a:cubicBezTo>
                  <a:cubicBezTo>
                    <a:pt x="1783" y="813"/>
                    <a:pt x="1596" y="94"/>
                    <a:pt x="1198" y="9"/>
                  </a:cubicBezTo>
                  <a:cubicBezTo>
                    <a:pt x="1172" y="3"/>
                    <a:pt x="1146" y="1"/>
                    <a:pt x="11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200"/>
              <a:buFont typeface="Exo ExtraBold"/>
              <a:buNone/>
              <a:defRPr sz="3200">
                <a:solidFill>
                  <a:schemeClr val="dk1"/>
                </a:solidFill>
                <a:latin typeface="Exo ExtraBold"/>
                <a:ea typeface="Exo ExtraBold"/>
                <a:cs typeface="Exo ExtraBold"/>
                <a:sym typeface="Exo ExtraBold"/>
              </a:defRPr>
            </a:lvl1pPr>
            <a:lvl2pPr lvl="1" rtl="0">
              <a:spcBef>
                <a:spcPts val="0"/>
              </a:spcBef>
              <a:spcAft>
                <a:spcPts val="0"/>
              </a:spcAft>
              <a:buClr>
                <a:schemeClr val="dk1"/>
              </a:buClr>
              <a:buSzPts val="3200"/>
              <a:buFont typeface="Exo ExtraBold"/>
              <a:buNone/>
              <a:defRPr sz="3200">
                <a:solidFill>
                  <a:schemeClr val="dk1"/>
                </a:solidFill>
                <a:latin typeface="Exo ExtraBold"/>
                <a:ea typeface="Exo ExtraBold"/>
                <a:cs typeface="Exo ExtraBold"/>
                <a:sym typeface="Exo ExtraBold"/>
              </a:defRPr>
            </a:lvl2pPr>
            <a:lvl3pPr lvl="2" rtl="0">
              <a:spcBef>
                <a:spcPts val="0"/>
              </a:spcBef>
              <a:spcAft>
                <a:spcPts val="0"/>
              </a:spcAft>
              <a:buClr>
                <a:schemeClr val="dk1"/>
              </a:buClr>
              <a:buSzPts val="3200"/>
              <a:buFont typeface="Exo ExtraBold"/>
              <a:buNone/>
              <a:defRPr sz="3200">
                <a:solidFill>
                  <a:schemeClr val="dk1"/>
                </a:solidFill>
                <a:latin typeface="Exo ExtraBold"/>
                <a:ea typeface="Exo ExtraBold"/>
                <a:cs typeface="Exo ExtraBold"/>
                <a:sym typeface="Exo ExtraBold"/>
              </a:defRPr>
            </a:lvl3pPr>
            <a:lvl4pPr lvl="3" rtl="0">
              <a:spcBef>
                <a:spcPts val="0"/>
              </a:spcBef>
              <a:spcAft>
                <a:spcPts val="0"/>
              </a:spcAft>
              <a:buClr>
                <a:schemeClr val="dk1"/>
              </a:buClr>
              <a:buSzPts val="3200"/>
              <a:buFont typeface="Exo ExtraBold"/>
              <a:buNone/>
              <a:defRPr sz="3200">
                <a:solidFill>
                  <a:schemeClr val="dk1"/>
                </a:solidFill>
                <a:latin typeface="Exo ExtraBold"/>
                <a:ea typeface="Exo ExtraBold"/>
                <a:cs typeface="Exo ExtraBold"/>
                <a:sym typeface="Exo ExtraBold"/>
              </a:defRPr>
            </a:lvl4pPr>
            <a:lvl5pPr lvl="4" rtl="0">
              <a:spcBef>
                <a:spcPts val="0"/>
              </a:spcBef>
              <a:spcAft>
                <a:spcPts val="0"/>
              </a:spcAft>
              <a:buClr>
                <a:schemeClr val="dk1"/>
              </a:buClr>
              <a:buSzPts val="3200"/>
              <a:buFont typeface="Exo ExtraBold"/>
              <a:buNone/>
              <a:defRPr sz="3200">
                <a:solidFill>
                  <a:schemeClr val="dk1"/>
                </a:solidFill>
                <a:latin typeface="Exo ExtraBold"/>
                <a:ea typeface="Exo ExtraBold"/>
                <a:cs typeface="Exo ExtraBold"/>
                <a:sym typeface="Exo ExtraBold"/>
              </a:defRPr>
            </a:lvl5pPr>
            <a:lvl6pPr lvl="5" rtl="0">
              <a:spcBef>
                <a:spcPts val="0"/>
              </a:spcBef>
              <a:spcAft>
                <a:spcPts val="0"/>
              </a:spcAft>
              <a:buClr>
                <a:schemeClr val="dk1"/>
              </a:buClr>
              <a:buSzPts val="3200"/>
              <a:buFont typeface="Exo ExtraBold"/>
              <a:buNone/>
              <a:defRPr sz="3200">
                <a:solidFill>
                  <a:schemeClr val="dk1"/>
                </a:solidFill>
                <a:latin typeface="Exo ExtraBold"/>
                <a:ea typeface="Exo ExtraBold"/>
                <a:cs typeface="Exo ExtraBold"/>
                <a:sym typeface="Exo ExtraBold"/>
              </a:defRPr>
            </a:lvl6pPr>
            <a:lvl7pPr lvl="6" rtl="0">
              <a:spcBef>
                <a:spcPts val="0"/>
              </a:spcBef>
              <a:spcAft>
                <a:spcPts val="0"/>
              </a:spcAft>
              <a:buClr>
                <a:schemeClr val="dk1"/>
              </a:buClr>
              <a:buSzPts val="3200"/>
              <a:buFont typeface="Exo ExtraBold"/>
              <a:buNone/>
              <a:defRPr sz="3200">
                <a:solidFill>
                  <a:schemeClr val="dk1"/>
                </a:solidFill>
                <a:latin typeface="Exo ExtraBold"/>
                <a:ea typeface="Exo ExtraBold"/>
                <a:cs typeface="Exo ExtraBold"/>
                <a:sym typeface="Exo ExtraBold"/>
              </a:defRPr>
            </a:lvl7pPr>
            <a:lvl8pPr lvl="7" rtl="0">
              <a:spcBef>
                <a:spcPts val="0"/>
              </a:spcBef>
              <a:spcAft>
                <a:spcPts val="0"/>
              </a:spcAft>
              <a:buClr>
                <a:schemeClr val="dk1"/>
              </a:buClr>
              <a:buSzPts val="3200"/>
              <a:buFont typeface="Exo ExtraBold"/>
              <a:buNone/>
              <a:defRPr sz="3200">
                <a:solidFill>
                  <a:schemeClr val="dk1"/>
                </a:solidFill>
                <a:latin typeface="Exo ExtraBold"/>
                <a:ea typeface="Exo ExtraBold"/>
                <a:cs typeface="Exo ExtraBold"/>
                <a:sym typeface="Exo ExtraBold"/>
              </a:defRPr>
            </a:lvl8pPr>
            <a:lvl9pPr lvl="8" rtl="0">
              <a:spcBef>
                <a:spcPts val="0"/>
              </a:spcBef>
              <a:spcAft>
                <a:spcPts val="0"/>
              </a:spcAft>
              <a:buClr>
                <a:schemeClr val="dk1"/>
              </a:buClr>
              <a:buSzPts val="3200"/>
              <a:buFont typeface="Exo ExtraBold"/>
              <a:buNone/>
              <a:defRPr sz="3200">
                <a:solidFill>
                  <a:schemeClr val="dk1"/>
                </a:solidFill>
                <a:latin typeface="Exo ExtraBold"/>
                <a:ea typeface="Exo ExtraBold"/>
                <a:cs typeface="Exo ExtraBold"/>
                <a:sym typeface="Exo ExtraBold"/>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ource Sans 3"/>
              <a:buChar char="●"/>
              <a:defRPr>
                <a:solidFill>
                  <a:schemeClr val="dk1"/>
                </a:solidFill>
                <a:latin typeface="Source Sans 3"/>
                <a:ea typeface="Source Sans 3"/>
                <a:cs typeface="Source Sans 3"/>
                <a:sym typeface="Source Sans 3"/>
              </a:defRPr>
            </a:lvl1pPr>
            <a:lvl2pPr indent="-317500" lvl="1" marL="914400">
              <a:lnSpc>
                <a:spcPct val="115000"/>
              </a:lnSpc>
              <a:spcBef>
                <a:spcPts val="0"/>
              </a:spcBef>
              <a:spcAft>
                <a:spcPts val="0"/>
              </a:spcAft>
              <a:buClr>
                <a:schemeClr val="dk1"/>
              </a:buClr>
              <a:buSzPts val="1400"/>
              <a:buFont typeface="Source Sans 3"/>
              <a:buChar char="○"/>
              <a:defRPr>
                <a:solidFill>
                  <a:schemeClr val="dk1"/>
                </a:solidFill>
                <a:latin typeface="Source Sans 3"/>
                <a:ea typeface="Source Sans 3"/>
                <a:cs typeface="Source Sans 3"/>
                <a:sym typeface="Source Sans 3"/>
              </a:defRPr>
            </a:lvl2pPr>
            <a:lvl3pPr indent="-317500" lvl="2" marL="1371600">
              <a:lnSpc>
                <a:spcPct val="115000"/>
              </a:lnSpc>
              <a:spcBef>
                <a:spcPts val="0"/>
              </a:spcBef>
              <a:spcAft>
                <a:spcPts val="0"/>
              </a:spcAft>
              <a:buClr>
                <a:schemeClr val="dk1"/>
              </a:buClr>
              <a:buSzPts val="1400"/>
              <a:buFont typeface="Source Sans 3"/>
              <a:buChar char="■"/>
              <a:defRPr>
                <a:solidFill>
                  <a:schemeClr val="dk1"/>
                </a:solidFill>
                <a:latin typeface="Source Sans 3"/>
                <a:ea typeface="Source Sans 3"/>
                <a:cs typeface="Source Sans 3"/>
                <a:sym typeface="Source Sans 3"/>
              </a:defRPr>
            </a:lvl3pPr>
            <a:lvl4pPr indent="-317500" lvl="3" marL="1828800">
              <a:lnSpc>
                <a:spcPct val="115000"/>
              </a:lnSpc>
              <a:spcBef>
                <a:spcPts val="0"/>
              </a:spcBef>
              <a:spcAft>
                <a:spcPts val="0"/>
              </a:spcAft>
              <a:buClr>
                <a:schemeClr val="dk1"/>
              </a:buClr>
              <a:buSzPts val="1400"/>
              <a:buFont typeface="Source Sans 3"/>
              <a:buChar char="●"/>
              <a:defRPr>
                <a:solidFill>
                  <a:schemeClr val="dk1"/>
                </a:solidFill>
                <a:latin typeface="Source Sans 3"/>
                <a:ea typeface="Source Sans 3"/>
                <a:cs typeface="Source Sans 3"/>
                <a:sym typeface="Source Sans 3"/>
              </a:defRPr>
            </a:lvl4pPr>
            <a:lvl5pPr indent="-317500" lvl="4" marL="2286000">
              <a:lnSpc>
                <a:spcPct val="115000"/>
              </a:lnSpc>
              <a:spcBef>
                <a:spcPts val="0"/>
              </a:spcBef>
              <a:spcAft>
                <a:spcPts val="0"/>
              </a:spcAft>
              <a:buClr>
                <a:schemeClr val="dk1"/>
              </a:buClr>
              <a:buSzPts val="1400"/>
              <a:buFont typeface="Source Sans 3"/>
              <a:buChar char="○"/>
              <a:defRPr>
                <a:solidFill>
                  <a:schemeClr val="dk1"/>
                </a:solidFill>
                <a:latin typeface="Source Sans 3"/>
                <a:ea typeface="Source Sans 3"/>
                <a:cs typeface="Source Sans 3"/>
                <a:sym typeface="Source Sans 3"/>
              </a:defRPr>
            </a:lvl5pPr>
            <a:lvl6pPr indent="-317500" lvl="5" marL="2743200">
              <a:lnSpc>
                <a:spcPct val="115000"/>
              </a:lnSpc>
              <a:spcBef>
                <a:spcPts val="0"/>
              </a:spcBef>
              <a:spcAft>
                <a:spcPts val="0"/>
              </a:spcAft>
              <a:buClr>
                <a:schemeClr val="dk1"/>
              </a:buClr>
              <a:buSzPts val="1400"/>
              <a:buFont typeface="Source Sans 3"/>
              <a:buChar char="■"/>
              <a:defRPr>
                <a:solidFill>
                  <a:schemeClr val="dk1"/>
                </a:solidFill>
                <a:latin typeface="Source Sans 3"/>
                <a:ea typeface="Source Sans 3"/>
                <a:cs typeface="Source Sans 3"/>
                <a:sym typeface="Source Sans 3"/>
              </a:defRPr>
            </a:lvl6pPr>
            <a:lvl7pPr indent="-317500" lvl="6" marL="3200400">
              <a:lnSpc>
                <a:spcPct val="115000"/>
              </a:lnSpc>
              <a:spcBef>
                <a:spcPts val="0"/>
              </a:spcBef>
              <a:spcAft>
                <a:spcPts val="0"/>
              </a:spcAft>
              <a:buClr>
                <a:schemeClr val="dk1"/>
              </a:buClr>
              <a:buSzPts val="1400"/>
              <a:buFont typeface="Source Sans 3"/>
              <a:buChar char="●"/>
              <a:defRPr>
                <a:solidFill>
                  <a:schemeClr val="dk1"/>
                </a:solidFill>
                <a:latin typeface="Source Sans 3"/>
                <a:ea typeface="Source Sans 3"/>
                <a:cs typeface="Source Sans 3"/>
                <a:sym typeface="Source Sans 3"/>
              </a:defRPr>
            </a:lvl7pPr>
            <a:lvl8pPr indent="-317500" lvl="7" marL="3657600">
              <a:lnSpc>
                <a:spcPct val="115000"/>
              </a:lnSpc>
              <a:spcBef>
                <a:spcPts val="0"/>
              </a:spcBef>
              <a:spcAft>
                <a:spcPts val="0"/>
              </a:spcAft>
              <a:buClr>
                <a:schemeClr val="dk1"/>
              </a:buClr>
              <a:buSzPts val="1400"/>
              <a:buFont typeface="Source Sans 3"/>
              <a:buChar char="○"/>
              <a:defRPr>
                <a:solidFill>
                  <a:schemeClr val="dk1"/>
                </a:solidFill>
                <a:latin typeface="Source Sans 3"/>
                <a:ea typeface="Source Sans 3"/>
                <a:cs typeface="Source Sans 3"/>
                <a:sym typeface="Source Sans 3"/>
              </a:defRPr>
            </a:lvl8pPr>
            <a:lvl9pPr indent="-317500" lvl="8" marL="4114800">
              <a:lnSpc>
                <a:spcPct val="115000"/>
              </a:lnSpc>
              <a:spcBef>
                <a:spcPts val="0"/>
              </a:spcBef>
              <a:spcAft>
                <a:spcPts val="0"/>
              </a:spcAft>
              <a:buClr>
                <a:schemeClr val="dk1"/>
              </a:buClr>
              <a:buSzPts val="1400"/>
              <a:buFont typeface="Source Sans 3"/>
              <a:buChar char="■"/>
              <a:defRPr>
                <a:solidFill>
                  <a:schemeClr val="dk1"/>
                </a:solidFill>
                <a:latin typeface="Source Sans 3"/>
                <a:ea typeface="Source Sans 3"/>
                <a:cs typeface="Source Sans 3"/>
                <a:sym typeface="Source Sans 3"/>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hyperlink" Target="http://www.youtube.com/watch?v=edaDZIffizI" TargetMode="External"/><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 Id="rId3" Type="http://schemas.openxmlformats.org/officeDocument/2006/relationships/hyperlink" Target="http://arxiv.org/abs/2108.06745" TargetMode="External"/><Relationship Id="rId4" Type="http://schemas.openxmlformats.org/officeDocument/2006/relationships/hyperlink" Target="http://www.researchgate.net/publication/380283060" TargetMode="External"/><Relationship Id="rId5" Type="http://schemas.openxmlformats.org/officeDocument/2006/relationships/hyperlink" Target="https://www.youtube.com/watch?v=edaDZIffizI&amp;utm_source=chatgpt.com" TargetMode="External"/><Relationship Id="rId6" Type="http://schemas.openxmlformats.org/officeDocument/2006/relationships/hyperlink" Target="https://www.youtube.com/watch?v=edaDZIffizI&amp;utm_source=chatgpt.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33"/>
          <p:cNvSpPr txBox="1"/>
          <p:nvPr>
            <p:ph type="ctrTitle"/>
          </p:nvPr>
        </p:nvSpPr>
        <p:spPr>
          <a:xfrm>
            <a:off x="713225" y="539500"/>
            <a:ext cx="7717500" cy="211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Digital Behavior  </a:t>
            </a:r>
            <a:endParaRPr/>
          </a:p>
          <a:p>
            <a:pPr indent="0" lvl="0" marL="0" rtl="0" algn="l">
              <a:spcBef>
                <a:spcPts val="0"/>
              </a:spcBef>
              <a:spcAft>
                <a:spcPts val="0"/>
              </a:spcAft>
              <a:buNone/>
            </a:pPr>
            <a:r>
              <a:rPr lang="en" sz="2200"/>
              <a:t>The Effects of Technology on Everyday Life</a:t>
            </a:r>
            <a:endParaRPr sz="2200"/>
          </a:p>
        </p:txBody>
      </p:sp>
      <p:sp>
        <p:nvSpPr>
          <p:cNvPr id="880" name="Google Shape;880;p33"/>
          <p:cNvSpPr txBox="1"/>
          <p:nvPr>
            <p:ph idx="1" type="subTitle"/>
          </p:nvPr>
        </p:nvSpPr>
        <p:spPr>
          <a:xfrm>
            <a:off x="713225" y="2761408"/>
            <a:ext cx="4528800" cy="45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Presented by Orianny Medina Jimenez</a:t>
            </a:r>
            <a:endParaRPr/>
          </a:p>
        </p:txBody>
      </p:sp>
      <p:grpSp>
        <p:nvGrpSpPr>
          <p:cNvPr id="881" name="Google Shape;881;p33"/>
          <p:cNvGrpSpPr/>
          <p:nvPr/>
        </p:nvGrpSpPr>
        <p:grpSpPr>
          <a:xfrm>
            <a:off x="643649" y="2467465"/>
            <a:ext cx="8021832" cy="2613513"/>
            <a:chOff x="643649" y="2467465"/>
            <a:chExt cx="8021832" cy="2613513"/>
          </a:xfrm>
        </p:grpSpPr>
        <p:grpSp>
          <p:nvGrpSpPr>
            <p:cNvPr id="882" name="Google Shape;882;p33"/>
            <p:cNvGrpSpPr/>
            <p:nvPr/>
          </p:nvGrpSpPr>
          <p:grpSpPr>
            <a:xfrm>
              <a:off x="990118" y="2467465"/>
              <a:ext cx="7675363" cy="2473956"/>
              <a:chOff x="1161263" y="2316200"/>
              <a:chExt cx="7819237" cy="2511375"/>
            </a:xfrm>
          </p:grpSpPr>
          <p:sp>
            <p:nvSpPr>
              <p:cNvPr id="883" name="Google Shape;883;p33"/>
              <p:cNvSpPr/>
              <p:nvPr/>
            </p:nvSpPr>
            <p:spPr>
              <a:xfrm>
                <a:off x="2255239" y="4268363"/>
                <a:ext cx="162600" cy="162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33"/>
              <p:cNvSpPr/>
              <p:nvPr/>
            </p:nvSpPr>
            <p:spPr>
              <a:xfrm>
                <a:off x="2583233" y="3759125"/>
                <a:ext cx="126300" cy="1263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33"/>
              <p:cNvSpPr/>
              <p:nvPr/>
            </p:nvSpPr>
            <p:spPr>
              <a:xfrm>
                <a:off x="3400400" y="4553150"/>
                <a:ext cx="101700" cy="1017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33"/>
              <p:cNvSpPr/>
              <p:nvPr/>
            </p:nvSpPr>
            <p:spPr>
              <a:xfrm>
                <a:off x="3593450" y="4725875"/>
                <a:ext cx="101700" cy="1017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33"/>
              <p:cNvSpPr/>
              <p:nvPr/>
            </p:nvSpPr>
            <p:spPr>
              <a:xfrm>
                <a:off x="1161263" y="4061578"/>
                <a:ext cx="101700" cy="1017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33"/>
              <p:cNvSpPr/>
              <p:nvPr/>
            </p:nvSpPr>
            <p:spPr>
              <a:xfrm>
                <a:off x="4020225" y="3539013"/>
                <a:ext cx="101700" cy="1017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33"/>
              <p:cNvSpPr/>
              <p:nvPr/>
            </p:nvSpPr>
            <p:spPr>
              <a:xfrm>
                <a:off x="5222725" y="4309400"/>
                <a:ext cx="162600" cy="162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33"/>
              <p:cNvSpPr/>
              <p:nvPr/>
            </p:nvSpPr>
            <p:spPr>
              <a:xfrm>
                <a:off x="5606700" y="2982500"/>
                <a:ext cx="162600" cy="162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33"/>
              <p:cNvSpPr/>
              <p:nvPr/>
            </p:nvSpPr>
            <p:spPr>
              <a:xfrm>
                <a:off x="7634036" y="4164775"/>
                <a:ext cx="162600" cy="162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33"/>
              <p:cNvSpPr/>
              <p:nvPr/>
            </p:nvSpPr>
            <p:spPr>
              <a:xfrm>
                <a:off x="6516250" y="3722825"/>
                <a:ext cx="162600" cy="162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33"/>
              <p:cNvSpPr/>
              <p:nvPr/>
            </p:nvSpPr>
            <p:spPr>
              <a:xfrm>
                <a:off x="7351075" y="2911500"/>
                <a:ext cx="126300" cy="1263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33"/>
              <p:cNvSpPr/>
              <p:nvPr/>
            </p:nvSpPr>
            <p:spPr>
              <a:xfrm>
                <a:off x="8599900" y="4049275"/>
                <a:ext cx="126300" cy="1263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33"/>
              <p:cNvSpPr/>
              <p:nvPr/>
            </p:nvSpPr>
            <p:spPr>
              <a:xfrm>
                <a:off x="8878800" y="4253425"/>
                <a:ext cx="101700" cy="1017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33"/>
              <p:cNvSpPr/>
              <p:nvPr/>
            </p:nvSpPr>
            <p:spPr>
              <a:xfrm>
                <a:off x="7142000" y="2741200"/>
                <a:ext cx="126300" cy="1263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97" name="Google Shape;897;p33"/>
              <p:cNvCxnSpPr>
                <a:stCxn id="887" idx="6"/>
                <a:endCxn id="883" idx="2"/>
              </p:cNvCxnSpPr>
              <p:nvPr/>
            </p:nvCxnSpPr>
            <p:spPr>
              <a:xfrm>
                <a:off x="1262963" y="4112428"/>
                <a:ext cx="992400" cy="237300"/>
              </a:xfrm>
              <a:prstGeom prst="straightConnector1">
                <a:avLst/>
              </a:prstGeom>
              <a:noFill/>
              <a:ln cap="flat" cmpd="sng" w="19050">
                <a:solidFill>
                  <a:schemeClr val="dk2"/>
                </a:solidFill>
                <a:prstDash val="solid"/>
                <a:round/>
                <a:headEnd len="med" w="med" type="none"/>
                <a:tailEnd len="med" w="med" type="none"/>
              </a:ln>
            </p:spPr>
          </p:cxnSp>
          <p:cxnSp>
            <p:nvCxnSpPr>
              <p:cNvPr id="898" name="Google Shape;898;p33"/>
              <p:cNvCxnSpPr>
                <a:stCxn id="883" idx="7"/>
                <a:endCxn id="884" idx="3"/>
              </p:cNvCxnSpPr>
              <p:nvPr/>
            </p:nvCxnSpPr>
            <p:spPr>
              <a:xfrm flipH="1" rot="10800000">
                <a:off x="2394027" y="3867076"/>
                <a:ext cx="207600" cy="425100"/>
              </a:xfrm>
              <a:prstGeom prst="straightConnector1">
                <a:avLst/>
              </a:prstGeom>
              <a:noFill/>
              <a:ln cap="flat" cmpd="sng" w="19050">
                <a:solidFill>
                  <a:schemeClr val="dk2"/>
                </a:solidFill>
                <a:prstDash val="solid"/>
                <a:round/>
                <a:headEnd len="med" w="med" type="none"/>
                <a:tailEnd len="med" w="med" type="none"/>
              </a:ln>
            </p:spPr>
          </p:cxnSp>
          <p:cxnSp>
            <p:nvCxnSpPr>
              <p:cNvPr id="899" name="Google Shape;899;p33"/>
              <p:cNvCxnSpPr>
                <a:stCxn id="884" idx="5"/>
                <a:endCxn id="885" idx="1"/>
              </p:cNvCxnSpPr>
              <p:nvPr/>
            </p:nvCxnSpPr>
            <p:spPr>
              <a:xfrm>
                <a:off x="2691037" y="3866929"/>
                <a:ext cx="724200" cy="701100"/>
              </a:xfrm>
              <a:prstGeom prst="straightConnector1">
                <a:avLst/>
              </a:prstGeom>
              <a:noFill/>
              <a:ln cap="flat" cmpd="sng" w="19050">
                <a:solidFill>
                  <a:schemeClr val="dk2"/>
                </a:solidFill>
                <a:prstDash val="solid"/>
                <a:round/>
                <a:headEnd len="med" w="med" type="none"/>
                <a:tailEnd len="med" w="med" type="none"/>
              </a:ln>
            </p:spPr>
          </p:cxnSp>
          <p:cxnSp>
            <p:nvCxnSpPr>
              <p:cNvPr id="900" name="Google Shape;900;p33"/>
              <p:cNvCxnSpPr>
                <a:stCxn id="885" idx="7"/>
                <a:endCxn id="888" idx="3"/>
              </p:cNvCxnSpPr>
              <p:nvPr/>
            </p:nvCxnSpPr>
            <p:spPr>
              <a:xfrm flipH="1" rot="10800000">
                <a:off x="3487206" y="3625744"/>
                <a:ext cx="547800" cy="942300"/>
              </a:xfrm>
              <a:prstGeom prst="straightConnector1">
                <a:avLst/>
              </a:prstGeom>
              <a:noFill/>
              <a:ln cap="flat" cmpd="sng" w="19050">
                <a:solidFill>
                  <a:schemeClr val="dk2"/>
                </a:solidFill>
                <a:prstDash val="solid"/>
                <a:round/>
                <a:headEnd len="med" w="med" type="none"/>
                <a:tailEnd len="med" w="med" type="none"/>
              </a:ln>
            </p:spPr>
          </p:cxnSp>
          <p:cxnSp>
            <p:nvCxnSpPr>
              <p:cNvPr id="901" name="Google Shape;901;p33"/>
              <p:cNvCxnSpPr>
                <a:stCxn id="888" idx="6"/>
                <a:endCxn id="890" idx="2"/>
              </p:cNvCxnSpPr>
              <p:nvPr/>
            </p:nvCxnSpPr>
            <p:spPr>
              <a:xfrm flipH="1" rot="10800000">
                <a:off x="4121925" y="3063663"/>
                <a:ext cx="1484700" cy="526200"/>
              </a:xfrm>
              <a:prstGeom prst="straightConnector1">
                <a:avLst/>
              </a:prstGeom>
              <a:noFill/>
              <a:ln cap="flat" cmpd="sng" w="19050">
                <a:solidFill>
                  <a:schemeClr val="dk2"/>
                </a:solidFill>
                <a:prstDash val="solid"/>
                <a:round/>
                <a:headEnd len="med" w="med" type="none"/>
                <a:tailEnd len="med" w="med" type="none"/>
              </a:ln>
            </p:spPr>
          </p:cxnSp>
          <p:cxnSp>
            <p:nvCxnSpPr>
              <p:cNvPr id="902" name="Google Shape;902;p33"/>
              <p:cNvCxnSpPr>
                <a:stCxn id="885" idx="5"/>
                <a:endCxn id="886" idx="1"/>
              </p:cNvCxnSpPr>
              <p:nvPr/>
            </p:nvCxnSpPr>
            <p:spPr>
              <a:xfrm>
                <a:off x="3487206" y="4639956"/>
                <a:ext cx="121200" cy="100800"/>
              </a:xfrm>
              <a:prstGeom prst="straightConnector1">
                <a:avLst/>
              </a:prstGeom>
              <a:noFill/>
              <a:ln cap="flat" cmpd="sng" w="19050">
                <a:solidFill>
                  <a:schemeClr val="dk2"/>
                </a:solidFill>
                <a:prstDash val="solid"/>
                <a:round/>
                <a:headEnd len="med" w="med" type="none"/>
                <a:tailEnd len="med" w="med" type="none"/>
              </a:ln>
            </p:spPr>
          </p:cxnSp>
          <p:cxnSp>
            <p:nvCxnSpPr>
              <p:cNvPr id="903" name="Google Shape;903;p33"/>
              <p:cNvCxnSpPr>
                <a:stCxn id="885" idx="6"/>
                <a:endCxn id="889" idx="2"/>
              </p:cNvCxnSpPr>
              <p:nvPr/>
            </p:nvCxnSpPr>
            <p:spPr>
              <a:xfrm flipH="1" rot="10800000">
                <a:off x="3502100" y="4390700"/>
                <a:ext cx="1720500" cy="213300"/>
              </a:xfrm>
              <a:prstGeom prst="straightConnector1">
                <a:avLst/>
              </a:prstGeom>
              <a:noFill/>
              <a:ln cap="flat" cmpd="sng" w="19050">
                <a:solidFill>
                  <a:schemeClr val="dk2"/>
                </a:solidFill>
                <a:prstDash val="solid"/>
                <a:round/>
                <a:headEnd len="med" w="med" type="none"/>
                <a:tailEnd len="med" w="med" type="none"/>
              </a:ln>
            </p:spPr>
          </p:cxnSp>
          <p:cxnSp>
            <p:nvCxnSpPr>
              <p:cNvPr id="904" name="Google Shape;904;p33"/>
              <p:cNvCxnSpPr>
                <a:stCxn id="890" idx="5"/>
                <a:endCxn id="892" idx="1"/>
              </p:cNvCxnSpPr>
              <p:nvPr/>
            </p:nvCxnSpPr>
            <p:spPr>
              <a:xfrm>
                <a:off x="5745488" y="3121288"/>
                <a:ext cx="794700" cy="625200"/>
              </a:xfrm>
              <a:prstGeom prst="straightConnector1">
                <a:avLst/>
              </a:prstGeom>
              <a:noFill/>
              <a:ln cap="flat" cmpd="sng" w="19050">
                <a:solidFill>
                  <a:schemeClr val="dk2"/>
                </a:solidFill>
                <a:prstDash val="solid"/>
                <a:round/>
                <a:headEnd len="med" w="med" type="none"/>
                <a:tailEnd len="med" w="med" type="none"/>
              </a:ln>
            </p:spPr>
          </p:cxnSp>
          <p:cxnSp>
            <p:nvCxnSpPr>
              <p:cNvPr id="905" name="Google Shape;905;p33"/>
              <p:cNvCxnSpPr>
                <a:stCxn id="892" idx="7"/>
                <a:endCxn id="896" idx="3"/>
              </p:cNvCxnSpPr>
              <p:nvPr/>
            </p:nvCxnSpPr>
            <p:spPr>
              <a:xfrm flipH="1" rot="10800000">
                <a:off x="6655038" y="2849037"/>
                <a:ext cx="505500" cy="897600"/>
              </a:xfrm>
              <a:prstGeom prst="straightConnector1">
                <a:avLst/>
              </a:prstGeom>
              <a:noFill/>
              <a:ln cap="flat" cmpd="sng" w="19050">
                <a:solidFill>
                  <a:schemeClr val="dk2"/>
                </a:solidFill>
                <a:prstDash val="solid"/>
                <a:round/>
                <a:headEnd len="med" w="med" type="none"/>
                <a:tailEnd len="med" w="med" type="none"/>
              </a:ln>
            </p:spPr>
          </p:cxnSp>
          <p:cxnSp>
            <p:nvCxnSpPr>
              <p:cNvPr id="906" name="Google Shape;906;p33"/>
              <p:cNvCxnSpPr>
                <a:stCxn id="896" idx="5"/>
                <a:endCxn id="893" idx="1"/>
              </p:cNvCxnSpPr>
              <p:nvPr/>
            </p:nvCxnSpPr>
            <p:spPr>
              <a:xfrm>
                <a:off x="7249804" y="2849004"/>
                <a:ext cx="119700" cy="81000"/>
              </a:xfrm>
              <a:prstGeom prst="straightConnector1">
                <a:avLst/>
              </a:prstGeom>
              <a:noFill/>
              <a:ln cap="flat" cmpd="sng" w="19050">
                <a:solidFill>
                  <a:schemeClr val="dk2"/>
                </a:solidFill>
                <a:prstDash val="solid"/>
                <a:round/>
                <a:headEnd len="med" w="med" type="none"/>
                <a:tailEnd len="med" w="med" type="none"/>
              </a:ln>
            </p:spPr>
          </p:cxnSp>
          <p:cxnSp>
            <p:nvCxnSpPr>
              <p:cNvPr id="907" name="Google Shape;907;p33"/>
              <p:cNvCxnSpPr>
                <a:stCxn id="894" idx="5"/>
                <a:endCxn id="895" idx="1"/>
              </p:cNvCxnSpPr>
              <p:nvPr/>
            </p:nvCxnSpPr>
            <p:spPr>
              <a:xfrm>
                <a:off x="8707704" y="4157079"/>
                <a:ext cx="186000" cy="111300"/>
              </a:xfrm>
              <a:prstGeom prst="straightConnector1">
                <a:avLst/>
              </a:prstGeom>
              <a:noFill/>
              <a:ln cap="flat" cmpd="sng" w="19050">
                <a:solidFill>
                  <a:schemeClr val="dk2"/>
                </a:solidFill>
                <a:prstDash val="solid"/>
                <a:round/>
                <a:headEnd len="med" w="med" type="none"/>
                <a:tailEnd len="med" w="med" type="none"/>
              </a:ln>
            </p:spPr>
          </p:cxnSp>
          <p:cxnSp>
            <p:nvCxnSpPr>
              <p:cNvPr id="908" name="Google Shape;908;p33"/>
              <p:cNvCxnSpPr>
                <a:stCxn id="894" idx="2"/>
                <a:endCxn id="891" idx="6"/>
              </p:cNvCxnSpPr>
              <p:nvPr/>
            </p:nvCxnSpPr>
            <p:spPr>
              <a:xfrm flipH="1">
                <a:off x="7796500" y="4112425"/>
                <a:ext cx="803400" cy="133800"/>
              </a:xfrm>
              <a:prstGeom prst="straightConnector1">
                <a:avLst/>
              </a:prstGeom>
              <a:noFill/>
              <a:ln cap="flat" cmpd="sng" w="19050">
                <a:solidFill>
                  <a:schemeClr val="dk2"/>
                </a:solidFill>
                <a:prstDash val="solid"/>
                <a:round/>
                <a:headEnd len="med" w="med" type="none"/>
                <a:tailEnd len="med" w="med" type="none"/>
              </a:ln>
            </p:spPr>
          </p:cxnSp>
          <p:cxnSp>
            <p:nvCxnSpPr>
              <p:cNvPr id="909" name="Google Shape;909;p33"/>
              <p:cNvCxnSpPr>
                <a:stCxn id="891" idx="1"/>
                <a:endCxn id="892" idx="6"/>
              </p:cNvCxnSpPr>
              <p:nvPr/>
            </p:nvCxnSpPr>
            <p:spPr>
              <a:xfrm rot="10800000">
                <a:off x="6678948" y="3803987"/>
                <a:ext cx="978900" cy="384600"/>
              </a:xfrm>
              <a:prstGeom prst="straightConnector1">
                <a:avLst/>
              </a:prstGeom>
              <a:noFill/>
              <a:ln cap="flat" cmpd="sng" w="19050">
                <a:solidFill>
                  <a:schemeClr val="dk2"/>
                </a:solidFill>
                <a:prstDash val="solid"/>
                <a:round/>
                <a:headEnd len="med" w="med" type="none"/>
                <a:tailEnd len="med" w="med" type="none"/>
              </a:ln>
            </p:spPr>
          </p:cxnSp>
          <p:sp>
            <p:nvSpPr>
              <p:cNvPr id="910" name="Google Shape;910;p33"/>
              <p:cNvSpPr/>
              <p:nvPr/>
            </p:nvSpPr>
            <p:spPr>
              <a:xfrm>
                <a:off x="6259250" y="3972175"/>
                <a:ext cx="101700" cy="1017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11" name="Google Shape;911;p33"/>
              <p:cNvCxnSpPr>
                <a:stCxn id="892" idx="3"/>
                <a:endCxn id="910" idx="7"/>
              </p:cNvCxnSpPr>
              <p:nvPr/>
            </p:nvCxnSpPr>
            <p:spPr>
              <a:xfrm flipH="1">
                <a:off x="6345962" y="3861613"/>
                <a:ext cx="194100" cy="125400"/>
              </a:xfrm>
              <a:prstGeom prst="straightConnector1">
                <a:avLst/>
              </a:prstGeom>
              <a:noFill/>
              <a:ln cap="flat" cmpd="sng" w="19050">
                <a:solidFill>
                  <a:schemeClr val="dk2"/>
                </a:solidFill>
                <a:prstDash val="solid"/>
                <a:round/>
                <a:headEnd len="med" w="med" type="none"/>
                <a:tailEnd len="med" w="med" type="none"/>
              </a:ln>
            </p:spPr>
          </p:cxnSp>
          <p:sp>
            <p:nvSpPr>
              <p:cNvPr id="912" name="Google Shape;912;p33"/>
              <p:cNvSpPr/>
              <p:nvPr/>
            </p:nvSpPr>
            <p:spPr>
              <a:xfrm>
                <a:off x="1795999" y="3574873"/>
                <a:ext cx="101700" cy="1017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33"/>
              <p:cNvSpPr/>
              <p:nvPr/>
            </p:nvSpPr>
            <p:spPr>
              <a:xfrm>
                <a:off x="7639900" y="2316200"/>
                <a:ext cx="162600" cy="162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33"/>
              <p:cNvSpPr/>
              <p:nvPr/>
            </p:nvSpPr>
            <p:spPr>
              <a:xfrm>
                <a:off x="1983177" y="4502576"/>
                <a:ext cx="101700" cy="1017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15" name="Google Shape;915;p33"/>
              <p:cNvCxnSpPr>
                <a:stCxn id="887" idx="7"/>
                <a:endCxn id="912" idx="3"/>
              </p:cNvCxnSpPr>
              <p:nvPr/>
            </p:nvCxnSpPr>
            <p:spPr>
              <a:xfrm flipH="1" rot="10800000">
                <a:off x="1248069" y="3661572"/>
                <a:ext cx="562800" cy="414900"/>
              </a:xfrm>
              <a:prstGeom prst="straightConnector1">
                <a:avLst/>
              </a:prstGeom>
              <a:noFill/>
              <a:ln cap="flat" cmpd="sng" w="19050">
                <a:solidFill>
                  <a:schemeClr val="dk2"/>
                </a:solidFill>
                <a:prstDash val="solid"/>
                <a:round/>
                <a:headEnd len="med" w="med" type="none"/>
                <a:tailEnd len="med" w="med" type="none"/>
              </a:ln>
            </p:spPr>
          </p:cxnSp>
          <p:cxnSp>
            <p:nvCxnSpPr>
              <p:cNvPr id="916" name="Google Shape;916;p33"/>
              <p:cNvCxnSpPr>
                <a:stCxn id="883" idx="3"/>
                <a:endCxn id="914" idx="7"/>
              </p:cNvCxnSpPr>
              <p:nvPr/>
            </p:nvCxnSpPr>
            <p:spPr>
              <a:xfrm flipH="1">
                <a:off x="2069951" y="4407151"/>
                <a:ext cx="209100" cy="110400"/>
              </a:xfrm>
              <a:prstGeom prst="straightConnector1">
                <a:avLst/>
              </a:prstGeom>
              <a:noFill/>
              <a:ln cap="flat" cmpd="sng" w="19050">
                <a:solidFill>
                  <a:schemeClr val="dk2"/>
                </a:solidFill>
                <a:prstDash val="solid"/>
                <a:round/>
                <a:headEnd len="med" w="med" type="none"/>
                <a:tailEnd len="med" w="med" type="none"/>
              </a:ln>
            </p:spPr>
          </p:cxnSp>
          <p:cxnSp>
            <p:nvCxnSpPr>
              <p:cNvPr id="917" name="Google Shape;917;p33"/>
              <p:cNvCxnSpPr>
                <a:stCxn id="896" idx="7"/>
                <a:endCxn id="913" idx="3"/>
              </p:cNvCxnSpPr>
              <p:nvPr/>
            </p:nvCxnSpPr>
            <p:spPr>
              <a:xfrm flipH="1" rot="10800000">
                <a:off x="7249804" y="2454896"/>
                <a:ext cx="414000" cy="304800"/>
              </a:xfrm>
              <a:prstGeom prst="straightConnector1">
                <a:avLst/>
              </a:prstGeom>
              <a:noFill/>
              <a:ln cap="flat" cmpd="sng" w="19050">
                <a:solidFill>
                  <a:schemeClr val="dk2"/>
                </a:solidFill>
                <a:prstDash val="solid"/>
                <a:round/>
                <a:headEnd len="med" w="med" type="none"/>
                <a:tailEnd len="med" w="med" type="none"/>
              </a:ln>
            </p:spPr>
          </p:cxnSp>
        </p:grpSp>
        <p:grpSp>
          <p:nvGrpSpPr>
            <p:cNvPr id="918" name="Google Shape;918;p33"/>
            <p:cNvGrpSpPr/>
            <p:nvPr/>
          </p:nvGrpSpPr>
          <p:grpSpPr>
            <a:xfrm>
              <a:off x="5740127" y="2819142"/>
              <a:ext cx="1280015" cy="823984"/>
              <a:chOff x="6059150" y="2509438"/>
              <a:chExt cx="1268472" cy="813651"/>
            </a:xfrm>
          </p:grpSpPr>
          <p:sp>
            <p:nvSpPr>
              <p:cNvPr id="919" name="Google Shape;919;p33"/>
              <p:cNvSpPr/>
              <p:nvPr/>
            </p:nvSpPr>
            <p:spPr>
              <a:xfrm>
                <a:off x="6258808" y="3078500"/>
                <a:ext cx="1035149" cy="244588"/>
              </a:xfrm>
              <a:custGeom>
                <a:rect b="b" l="l" r="r" t="t"/>
                <a:pathLst>
                  <a:path extrusionOk="0" h="5667" w="23984">
                    <a:moveTo>
                      <a:pt x="19526" y="0"/>
                    </a:moveTo>
                    <a:cubicBezTo>
                      <a:pt x="16855" y="0"/>
                      <a:pt x="13737" y="107"/>
                      <a:pt x="12579" y="331"/>
                    </a:cubicBezTo>
                    <a:cubicBezTo>
                      <a:pt x="10405" y="746"/>
                      <a:pt x="491" y="797"/>
                      <a:pt x="491" y="797"/>
                    </a:cubicBezTo>
                    <a:cubicBezTo>
                      <a:pt x="260" y="1376"/>
                      <a:pt x="0" y="2106"/>
                      <a:pt x="2199" y="3084"/>
                    </a:cubicBezTo>
                    <a:cubicBezTo>
                      <a:pt x="4399" y="4062"/>
                      <a:pt x="7748" y="5338"/>
                      <a:pt x="10011" y="5636"/>
                    </a:cubicBezTo>
                    <a:cubicBezTo>
                      <a:pt x="10164" y="5657"/>
                      <a:pt x="10335" y="5666"/>
                      <a:pt x="10521" y="5666"/>
                    </a:cubicBezTo>
                    <a:cubicBezTo>
                      <a:pt x="13751" y="5666"/>
                      <a:pt x="21601" y="2760"/>
                      <a:pt x="22657" y="2295"/>
                    </a:cubicBezTo>
                    <a:cubicBezTo>
                      <a:pt x="23769" y="1808"/>
                      <a:pt x="23983" y="579"/>
                      <a:pt x="23895" y="239"/>
                    </a:cubicBezTo>
                    <a:cubicBezTo>
                      <a:pt x="23856" y="82"/>
                      <a:pt x="21862" y="0"/>
                      <a:pt x="195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33"/>
              <p:cNvSpPr/>
              <p:nvPr/>
            </p:nvSpPr>
            <p:spPr>
              <a:xfrm>
                <a:off x="6059150" y="2509438"/>
                <a:ext cx="848051" cy="607779"/>
              </a:xfrm>
              <a:custGeom>
                <a:rect b="b" l="l" r="r" t="t"/>
                <a:pathLst>
                  <a:path extrusionOk="0" h="14082" w="19649">
                    <a:moveTo>
                      <a:pt x="9197" y="1"/>
                    </a:moveTo>
                    <a:cubicBezTo>
                      <a:pt x="4710" y="1"/>
                      <a:pt x="1457" y="672"/>
                      <a:pt x="891" y="2238"/>
                    </a:cubicBezTo>
                    <a:cubicBezTo>
                      <a:pt x="1" y="4681"/>
                      <a:pt x="2427" y="10863"/>
                      <a:pt x="3052" y="12248"/>
                    </a:cubicBezTo>
                    <a:cubicBezTo>
                      <a:pt x="3601" y="13464"/>
                      <a:pt x="4401" y="14081"/>
                      <a:pt x="5259" y="14081"/>
                    </a:cubicBezTo>
                    <a:cubicBezTo>
                      <a:pt x="5378" y="14081"/>
                      <a:pt x="5499" y="14069"/>
                      <a:pt x="5621" y="14045"/>
                    </a:cubicBezTo>
                    <a:cubicBezTo>
                      <a:pt x="6481" y="13877"/>
                      <a:pt x="17717" y="12114"/>
                      <a:pt x="18603" y="11354"/>
                    </a:cubicBezTo>
                    <a:cubicBezTo>
                      <a:pt x="19648" y="10452"/>
                      <a:pt x="18876" y="8232"/>
                      <a:pt x="18213" y="6083"/>
                    </a:cubicBezTo>
                    <a:cubicBezTo>
                      <a:pt x="17474" y="3703"/>
                      <a:pt x="16907" y="2259"/>
                      <a:pt x="15866" y="1344"/>
                    </a:cubicBezTo>
                    <a:cubicBezTo>
                      <a:pt x="14754" y="362"/>
                      <a:pt x="13667" y="1"/>
                      <a:pt x="91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33"/>
              <p:cNvSpPr/>
              <p:nvPr/>
            </p:nvSpPr>
            <p:spPr>
              <a:xfrm>
                <a:off x="6250650" y="2999820"/>
                <a:ext cx="1076971" cy="276958"/>
              </a:xfrm>
              <a:custGeom>
                <a:rect b="b" l="l" r="r" t="t"/>
                <a:pathLst>
                  <a:path extrusionOk="0" h="6417" w="24953">
                    <a:moveTo>
                      <a:pt x="15160" y="1"/>
                    </a:moveTo>
                    <a:cubicBezTo>
                      <a:pt x="14802" y="1"/>
                      <a:pt x="14463" y="30"/>
                      <a:pt x="14099" y="93"/>
                    </a:cubicBezTo>
                    <a:cubicBezTo>
                      <a:pt x="14099" y="93"/>
                      <a:pt x="1234" y="2271"/>
                      <a:pt x="617" y="2725"/>
                    </a:cubicBezTo>
                    <a:cubicBezTo>
                      <a:pt x="0" y="3174"/>
                      <a:pt x="2955" y="4391"/>
                      <a:pt x="5541" y="5281"/>
                    </a:cubicBezTo>
                    <a:cubicBezTo>
                      <a:pt x="7669" y="6012"/>
                      <a:pt x="8767" y="6417"/>
                      <a:pt x="10237" y="6417"/>
                    </a:cubicBezTo>
                    <a:cubicBezTo>
                      <a:pt x="10953" y="6417"/>
                      <a:pt x="11757" y="6321"/>
                      <a:pt x="12810" y="6120"/>
                    </a:cubicBezTo>
                    <a:cubicBezTo>
                      <a:pt x="15182" y="5671"/>
                      <a:pt x="22007" y="3606"/>
                      <a:pt x="23215" y="3002"/>
                    </a:cubicBezTo>
                    <a:cubicBezTo>
                      <a:pt x="24953" y="2129"/>
                      <a:pt x="24500" y="1352"/>
                      <a:pt x="19979" y="651"/>
                    </a:cubicBezTo>
                    <a:cubicBezTo>
                      <a:pt x="17460" y="261"/>
                      <a:pt x="16230" y="1"/>
                      <a:pt x="151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33"/>
              <p:cNvSpPr/>
              <p:nvPr/>
            </p:nvSpPr>
            <p:spPr>
              <a:xfrm>
                <a:off x="6151383" y="2567401"/>
                <a:ext cx="678432" cy="473034"/>
              </a:xfrm>
              <a:custGeom>
                <a:rect b="b" l="l" r="r" t="t"/>
                <a:pathLst>
                  <a:path extrusionOk="0" h="10960" w="15719">
                    <a:moveTo>
                      <a:pt x="8047" y="0"/>
                    </a:moveTo>
                    <a:cubicBezTo>
                      <a:pt x="7828" y="0"/>
                      <a:pt x="7603" y="2"/>
                      <a:pt x="7375" y="5"/>
                    </a:cubicBezTo>
                    <a:cubicBezTo>
                      <a:pt x="6510" y="18"/>
                      <a:pt x="5587" y="55"/>
                      <a:pt x="4667" y="123"/>
                    </a:cubicBezTo>
                    <a:cubicBezTo>
                      <a:pt x="4328" y="144"/>
                      <a:pt x="3992" y="173"/>
                      <a:pt x="3656" y="202"/>
                    </a:cubicBezTo>
                    <a:cubicBezTo>
                      <a:pt x="3207" y="244"/>
                      <a:pt x="2758" y="311"/>
                      <a:pt x="2317" y="400"/>
                    </a:cubicBezTo>
                    <a:cubicBezTo>
                      <a:pt x="365" y="815"/>
                      <a:pt x="0" y="1608"/>
                      <a:pt x="189" y="2309"/>
                    </a:cubicBezTo>
                    <a:lnTo>
                      <a:pt x="500" y="3434"/>
                    </a:lnTo>
                    <a:cubicBezTo>
                      <a:pt x="688" y="4123"/>
                      <a:pt x="936" y="5017"/>
                      <a:pt x="1180" y="5915"/>
                    </a:cubicBezTo>
                    <a:lnTo>
                      <a:pt x="1973" y="8807"/>
                    </a:lnTo>
                    <a:cubicBezTo>
                      <a:pt x="1985" y="8853"/>
                      <a:pt x="1998" y="8899"/>
                      <a:pt x="2011" y="8941"/>
                    </a:cubicBezTo>
                    <a:cubicBezTo>
                      <a:pt x="2325" y="10087"/>
                      <a:pt x="2615" y="10599"/>
                      <a:pt x="3060" y="10813"/>
                    </a:cubicBezTo>
                    <a:cubicBezTo>
                      <a:pt x="3290" y="10928"/>
                      <a:pt x="3564" y="10959"/>
                      <a:pt x="3905" y="10959"/>
                    </a:cubicBezTo>
                    <a:cubicBezTo>
                      <a:pt x="3974" y="10959"/>
                      <a:pt x="4047" y="10958"/>
                      <a:pt x="4122" y="10956"/>
                    </a:cubicBezTo>
                    <a:cubicBezTo>
                      <a:pt x="4122" y="10956"/>
                      <a:pt x="4579" y="10884"/>
                      <a:pt x="5301" y="10771"/>
                    </a:cubicBezTo>
                    <a:cubicBezTo>
                      <a:pt x="6048" y="10653"/>
                      <a:pt x="7073" y="10490"/>
                      <a:pt x="8164" y="10314"/>
                    </a:cubicBezTo>
                    <a:cubicBezTo>
                      <a:pt x="9037" y="10171"/>
                      <a:pt x="9952" y="10020"/>
                      <a:pt x="10800" y="9873"/>
                    </a:cubicBezTo>
                    <a:cubicBezTo>
                      <a:pt x="12122" y="9650"/>
                      <a:pt x="13284" y="9440"/>
                      <a:pt x="13893" y="9302"/>
                    </a:cubicBezTo>
                    <a:cubicBezTo>
                      <a:pt x="13985" y="9281"/>
                      <a:pt x="14065" y="9264"/>
                      <a:pt x="14128" y="9247"/>
                    </a:cubicBezTo>
                    <a:cubicBezTo>
                      <a:pt x="15580" y="8861"/>
                      <a:pt x="15719" y="8572"/>
                      <a:pt x="15719" y="7854"/>
                    </a:cubicBezTo>
                    <a:cubicBezTo>
                      <a:pt x="15719" y="7699"/>
                      <a:pt x="15660" y="7434"/>
                      <a:pt x="15559" y="7103"/>
                    </a:cubicBezTo>
                    <a:cubicBezTo>
                      <a:pt x="15358" y="6431"/>
                      <a:pt x="15001" y="5466"/>
                      <a:pt x="14649" y="4525"/>
                    </a:cubicBezTo>
                    <a:cubicBezTo>
                      <a:pt x="14372" y="3783"/>
                      <a:pt x="14099" y="3056"/>
                      <a:pt x="13910" y="2498"/>
                    </a:cubicBezTo>
                    <a:cubicBezTo>
                      <a:pt x="13809" y="2183"/>
                      <a:pt x="13679" y="1877"/>
                      <a:pt x="13528" y="1583"/>
                    </a:cubicBezTo>
                    <a:cubicBezTo>
                      <a:pt x="13150" y="865"/>
                      <a:pt x="12688" y="526"/>
                      <a:pt x="11996" y="324"/>
                    </a:cubicBezTo>
                    <a:cubicBezTo>
                      <a:pt x="11836" y="278"/>
                      <a:pt x="11664" y="240"/>
                      <a:pt x="11480" y="202"/>
                    </a:cubicBezTo>
                    <a:cubicBezTo>
                      <a:pt x="11110" y="135"/>
                      <a:pt x="10565" y="81"/>
                      <a:pt x="9901" y="47"/>
                    </a:cubicBezTo>
                    <a:cubicBezTo>
                      <a:pt x="9353" y="15"/>
                      <a:pt x="8724" y="0"/>
                      <a:pt x="804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33"/>
              <p:cNvSpPr/>
              <p:nvPr/>
            </p:nvSpPr>
            <p:spPr>
              <a:xfrm>
                <a:off x="6392776" y="3019803"/>
                <a:ext cx="766565" cy="174884"/>
              </a:xfrm>
              <a:custGeom>
                <a:rect b="b" l="l" r="r" t="t"/>
                <a:pathLst>
                  <a:path extrusionOk="0" h="4052" w="17761">
                    <a:moveTo>
                      <a:pt x="12834" y="0"/>
                    </a:moveTo>
                    <a:cubicBezTo>
                      <a:pt x="12435" y="0"/>
                      <a:pt x="12033" y="46"/>
                      <a:pt x="11549" y="142"/>
                    </a:cubicBezTo>
                    <a:lnTo>
                      <a:pt x="6793" y="1107"/>
                    </a:lnTo>
                    <a:cubicBezTo>
                      <a:pt x="4707" y="1527"/>
                      <a:pt x="48" y="2186"/>
                      <a:pt x="23" y="2606"/>
                    </a:cubicBezTo>
                    <a:cubicBezTo>
                      <a:pt x="0" y="2979"/>
                      <a:pt x="1937" y="4051"/>
                      <a:pt x="3210" y="4051"/>
                    </a:cubicBezTo>
                    <a:cubicBezTo>
                      <a:pt x="3354" y="4051"/>
                      <a:pt x="3489" y="4038"/>
                      <a:pt x="3612" y="4008"/>
                    </a:cubicBezTo>
                    <a:cubicBezTo>
                      <a:pt x="4825" y="3714"/>
                      <a:pt x="9014" y="2875"/>
                      <a:pt x="11205" y="2258"/>
                    </a:cubicBezTo>
                    <a:cubicBezTo>
                      <a:pt x="13396" y="1636"/>
                      <a:pt x="17761" y="927"/>
                      <a:pt x="15729" y="474"/>
                    </a:cubicBezTo>
                    <a:cubicBezTo>
                      <a:pt x="14385" y="174"/>
                      <a:pt x="13615" y="0"/>
                      <a:pt x="1283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33"/>
              <p:cNvSpPr/>
              <p:nvPr/>
            </p:nvSpPr>
            <p:spPr>
              <a:xfrm>
                <a:off x="6767490" y="3117344"/>
                <a:ext cx="295301" cy="84335"/>
              </a:xfrm>
              <a:custGeom>
                <a:rect b="b" l="l" r="r" t="t"/>
                <a:pathLst>
                  <a:path extrusionOk="0" h="1954" w="6842">
                    <a:moveTo>
                      <a:pt x="4350" y="0"/>
                    </a:moveTo>
                    <a:cubicBezTo>
                      <a:pt x="4078" y="0"/>
                      <a:pt x="3786" y="34"/>
                      <a:pt x="3438" y="107"/>
                    </a:cubicBezTo>
                    <a:cubicBezTo>
                      <a:pt x="2611" y="279"/>
                      <a:pt x="944" y="556"/>
                      <a:pt x="735" y="749"/>
                    </a:cubicBezTo>
                    <a:cubicBezTo>
                      <a:pt x="525" y="946"/>
                      <a:pt x="0" y="1261"/>
                      <a:pt x="1163" y="1626"/>
                    </a:cubicBezTo>
                    <a:cubicBezTo>
                      <a:pt x="1884" y="1851"/>
                      <a:pt x="2291" y="1953"/>
                      <a:pt x="2650" y="1953"/>
                    </a:cubicBezTo>
                    <a:cubicBezTo>
                      <a:pt x="2869" y="1953"/>
                      <a:pt x="3069" y="1916"/>
                      <a:pt x="3312" y="1844"/>
                    </a:cubicBezTo>
                    <a:lnTo>
                      <a:pt x="6330" y="959"/>
                    </a:lnTo>
                    <a:cubicBezTo>
                      <a:pt x="6720" y="845"/>
                      <a:pt x="6842" y="577"/>
                      <a:pt x="5456" y="178"/>
                    </a:cubicBezTo>
                    <a:cubicBezTo>
                      <a:pt x="5061" y="64"/>
                      <a:pt x="4724" y="0"/>
                      <a:pt x="43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33"/>
              <p:cNvSpPr/>
              <p:nvPr/>
            </p:nvSpPr>
            <p:spPr>
              <a:xfrm>
                <a:off x="6172919" y="2572494"/>
                <a:ext cx="180107" cy="250199"/>
              </a:xfrm>
              <a:custGeom>
                <a:rect b="b" l="l" r="r" t="t"/>
                <a:pathLst>
                  <a:path extrusionOk="0" h="5797" w="4173">
                    <a:moveTo>
                      <a:pt x="4173" y="0"/>
                    </a:moveTo>
                    <a:lnTo>
                      <a:pt x="4173" y="0"/>
                    </a:lnTo>
                    <a:cubicBezTo>
                      <a:pt x="3833" y="26"/>
                      <a:pt x="3493" y="55"/>
                      <a:pt x="3157" y="84"/>
                    </a:cubicBezTo>
                    <a:cubicBezTo>
                      <a:pt x="2708" y="126"/>
                      <a:pt x="2259" y="193"/>
                      <a:pt x="1818" y="282"/>
                    </a:cubicBezTo>
                    <a:lnTo>
                      <a:pt x="1" y="3316"/>
                    </a:lnTo>
                    <a:cubicBezTo>
                      <a:pt x="189" y="4005"/>
                      <a:pt x="437" y="4899"/>
                      <a:pt x="681" y="5797"/>
                    </a:cubicBezTo>
                    <a:lnTo>
                      <a:pt x="4173" y="0"/>
                    </a:ln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33"/>
              <p:cNvSpPr/>
              <p:nvPr/>
            </p:nvSpPr>
            <p:spPr>
              <a:xfrm>
                <a:off x="6236494" y="2567401"/>
                <a:ext cx="342259" cy="466689"/>
              </a:xfrm>
              <a:custGeom>
                <a:rect b="b" l="l" r="r" t="t"/>
                <a:pathLst>
                  <a:path extrusionOk="0" h="10813" w="7930">
                    <a:moveTo>
                      <a:pt x="6092" y="0"/>
                    </a:moveTo>
                    <a:cubicBezTo>
                      <a:pt x="5869" y="0"/>
                      <a:pt x="5640" y="2"/>
                      <a:pt x="5407" y="5"/>
                    </a:cubicBezTo>
                    <a:lnTo>
                      <a:pt x="1" y="8807"/>
                    </a:lnTo>
                    <a:cubicBezTo>
                      <a:pt x="13" y="8853"/>
                      <a:pt x="26" y="8895"/>
                      <a:pt x="39" y="8941"/>
                    </a:cubicBezTo>
                    <a:cubicBezTo>
                      <a:pt x="353" y="10087"/>
                      <a:pt x="643" y="10599"/>
                      <a:pt x="1088" y="10813"/>
                    </a:cubicBezTo>
                    <a:cubicBezTo>
                      <a:pt x="2557" y="8521"/>
                      <a:pt x="6910" y="1655"/>
                      <a:pt x="7929" y="43"/>
                    </a:cubicBezTo>
                    <a:cubicBezTo>
                      <a:pt x="7385" y="14"/>
                      <a:pt x="6762" y="0"/>
                      <a:pt x="6092" y="0"/>
                    </a:cubicBez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33"/>
              <p:cNvSpPr/>
              <p:nvPr/>
            </p:nvSpPr>
            <p:spPr>
              <a:xfrm>
                <a:off x="6380173" y="2581558"/>
                <a:ext cx="355293" cy="450547"/>
              </a:xfrm>
              <a:custGeom>
                <a:rect b="b" l="l" r="r" t="t"/>
                <a:pathLst>
                  <a:path extrusionOk="0" h="10439" w="8232">
                    <a:moveTo>
                      <a:pt x="6695" y="0"/>
                    </a:moveTo>
                    <a:lnTo>
                      <a:pt x="0" y="10439"/>
                    </a:lnTo>
                    <a:cubicBezTo>
                      <a:pt x="747" y="10325"/>
                      <a:pt x="1772" y="10162"/>
                      <a:pt x="2863" y="9981"/>
                    </a:cubicBezTo>
                    <a:lnTo>
                      <a:pt x="8231" y="1255"/>
                    </a:lnTo>
                    <a:cubicBezTo>
                      <a:pt x="7849" y="537"/>
                      <a:pt x="7387" y="202"/>
                      <a:pt x="6695" y="0"/>
                    </a:cubicBez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33"/>
              <p:cNvSpPr/>
              <p:nvPr/>
            </p:nvSpPr>
            <p:spPr>
              <a:xfrm>
                <a:off x="6617466" y="2762700"/>
                <a:ext cx="205485" cy="230820"/>
              </a:xfrm>
              <a:custGeom>
                <a:rect b="b" l="l" r="r" t="t"/>
                <a:pathLst>
                  <a:path extrusionOk="0" h="5348" w="4761">
                    <a:moveTo>
                      <a:pt x="3854" y="0"/>
                    </a:moveTo>
                    <a:lnTo>
                      <a:pt x="1" y="5348"/>
                    </a:lnTo>
                    <a:cubicBezTo>
                      <a:pt x="1323" y="5125"/>
                      <a:pt x="2485" y="4915"/>
                      <a:pt x="3094" y="4777"/>
                    </a:cubicBezTo>
                    <a:cubicBezTo>
                      <a:pt x="3526" y="4210"/>
                      <a:pt x="4156" y="3383"/>
                      <a:pt x="4760" y="2578"/>
                    </a:cubicBezTo>
                    <a:cubicBezTo>
                      <a:pt x="4563" y="1906"/>
                      <a:pt x="4206" y="941"/>
                      <a:pt x="3854" y="0"/>
                    </a:cubicBez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9" name="Google Shape;929;p33"/>
            <p:cNvGrpSpPr/>
            <p:nvPr/>
          </p:nvGrpSpPr>
          <p:grpSpPr>
            <a:xfrm>
              <a:off x="6579654" y="2614126"/>
              <a:ext cx="1992120" cy="2075989"/>
              <a:chOff x="6648763" y="2488550"/>
              <a:chExt cx="2131066" cy="2212500"/>
            </a:xfrm>
          </p:grpSpPr>
          <p:sp>
            <p:nvSpPr>
              <p:cNvPr id="930" name="Google Shape;930;p33"/>
              <p:cNvSpPr/>
              <p:nvPr/>
            </p:nvSpPr>
            <p:spPr>
              <a:xfrm>
                <a:off x="6958667" y="4553318"/>
                <a:ext cx="171826" cy="147731"/>
              </a:xfrm>
              <a:custGeom>
                <a:rect b="b" l="l" r="r" t="t"/>
                <a:pathLst>
                  <a:path extrusionOk="0" h="3826" w="4450">
                    <a:moveTo>
                      <a:pt x="1969" y="0"/>
                    </a:moveTo>
                    <a:cubicBezTo>
                      <a:pt x="1969" y="0"/>
                      <a:pt x="1960" y="1276"/>
                      <a:pt x="1700" y="1750"/>
                    </a:cubicBezTo>
                    <a:cubicBezTo>
                      <a:pt x="1444" y="2220"/>
                      <a:pt x="0" y="2909"/>
                      <a:pt x="206" y="3425"/>
                    </a:cubicBezTo>
                    <a:cubicBezTo>
                      <a:pt x="322" y="3712"/>
                      <a:pt x="1090" y="3825"/>
                      <a:pt x="1896" y="3825"/>
                    </a:cubicBezTo>
                    <a:cubicBezTo>
                      <a:pt x="2540" y="3825"/>
                      <a:pt x="3208" y="3753"/>
                      <a:pt x="3589" y="3639"/>
                    </a:cubicBezTo>
                    <a:cubicBezTo>
                      <a:pt x="4449" y="3379"/>
                      <a:pt x="4202" y="0"/>
                      <a:pt x="420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33"/>
              <p:cNvSpPr/>
              <p:nvPr/>
            </p:nvSpPr>
            <p:spPr>
              <a:xfrm>
                <a:off x="6648763" y="4204531"/>
                <a:ext cx="190823" cy="144604"/>
              </a:xfrm>
              <a:custGeom>
                <a:rect b="b" l="l" r="r" t="t"/>
                <a:pathLst>
                  <a:path extrusionOk="0" h="3745" w="4942">
                    <a:moveTo>
                      <a:pt x="2813" y="1"/>
                    </a:moveTo>
                    <a:cubicBezTo>
                      <a:pt x="2813" y="1"/>
                      <a:pt x="2654" y="945"/>
                      <a:pt x="1911" y="1251"/>
                    </a:cubicBezTo>
                    <a:cubicBezTo>
                      <a:pt x="1615" y="1373"/>
                      <a:pt x="1345" y="1394"/>
                      <a:pt x="1109" y="1394"/>
                    </a:cubicBezTo>
                    <a:cubicBezTo>
                      <a:pt x="992" y="1394"/>
                      <a:pt x="883" y="1389"/>
                      <a:pt x="783" y="1389"/>
                    </a:cubicBezTo>
                    <a:cubicBezTo>
                      <a:pt x="579" y="1389"/>
                      <a:pt x="414" y="1409"/>
                      <a:pt x="295" y="1537"/>
                    </a:cubicBezTo>
                    <a:cubicBezTo>
                      <a:pt x="1" y="1852"/>
                      <a:pt x="282" y="2196"/>
                      <a:pt x="836" y="2620"/>
                    </a:cubicBezTo>
                    <a:cubicBezTo>
                      <a:pt x="1387" y="3041"/>
                      <a:pt x="2066" y="3745"/>
                      <a:pt x="2610" y="3745"/>
                    </a:cubicBezTo>
                    <a:cubicBezTo>
                      <a:pt x="2614" y="3745"/>
                      <a:pt x="2617" y="3745"/>
                      <a:pt x="2620" y="3745"/>
                    </a:cubicBezTo>
                    <a:cubicBezTo>
                      <a:pt x="3170" y="3732"/>
                      <a:pt x="4941" y="1209"/>
                      <a:pt x="4941" y="1209"/>
                    </a:cubicBezTo>
                    <a:lnTo>
                      <a:pt x="281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33"/>
              <p:cNvSpPr/>
              <p:nvPr/>
            </p:nvSpPr>
            <p:spPr>
              <a:xfrm>
                <a:off x="7049908" y="4459953"/>
                <a:ext cx="62591" cy="93442"/>
              </a:xfrm>
              <a:custGeom>
                <a:rect b="b" l="l" r="r" t="t"/>
                <a:pathLst>
                  <a:path extrusionOk="0" h="2420" w="1621">
                    <a:moveTo>
                      <a:pt x="0" y="0"/>
                    </a:moveTo>
                    <a:lnTo>
                      <a:pt x="0" y="2149"/>
                    </a:lnTo>
                    <a:cubicBezTo>
                      <a:pt x="0" y="2149"/>
                      <a:pt x="670" y="2420"/>
                      <a:pt x="1000" y="2420"/>
                    </a:cubicBezTo>
                    <a:cubicBezTo>
                      <a:pt x="1042" y="2420"/>
                      <a:pt x="1079" y="2416"/>
                      <a:pt x="1108" y="2406"/>
                    </a:cubicBezTo>
                    <a:lnTo>
                      <a:pt x="1364" y="2322"/>
                    </a:lnTo>
                    <a:lnTo>
                      <a:pt x="1620" y="303"/>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33"/>
              <p:cNvSpPr/>
              <p:nvPr/>
            </p:nvSpPr>
            <p:spPr>
              <a:xfrm>
                <a:off x="6767071" y="4144411"/>
                <a:ext cx="89195" cy="103906"/>
              </a:xfrm>
              <a:custGeom>
                <a:rect b="b" l="l" r="r" t="t"/>
                <a:pathLst>
                  <a:path extrusionOk="0" h="2691" w="2310">
                    <a:moveTo>
                      <a:pt x="1050" y="0"/>
                    </a:moveTo>
                    <a:lnTo>
                      <a:pt x="1" y="1872"/>
                    </a:lnTo>
                    <a:cubicBezTo>
                      <a:pt x="1" y="1872"/>
                      <a:pt x="576" y="2590"/>
                      <a:pt x="840" y="2641"/>
                    </a:cubicBezTo>
                    <a:lnTo>
                      <a:pt x="1101" y="2691"/>
                    </a:lnTo>
                    <a:lnTo>
                      <a:pt x="2309" y="1058"/>
                    </a:lnTo>
                    <a:lnTo>
                      <a:pt x="105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33"/>
              <p:cNvSpPr/>
              <p:nvPr/>
            </p:nvSpPr>
            <p:spPr>
              <a:xfrm>
                <a:off x="7002569" y="4528027"/>
                <a:ext cx="148156" cy="42667"/>
              </a:xfrm>
              <a:custGeom>
                <a:rect b="b" l="l" r="r" t="t"/>
                <a:pathLst>
                  <a:path extrusionOk="0" h="1105" w="3837">
                    <a:moveTo>
                      <a:pt x="1780" y="0"/>
                    </a:moveTo>
                    <a:cubicBezTo>
                      <a:pt x="701" y="0"/>
                      <a:pt x="1" y="416"/>
                      <a:pt x="101" y="655"/>
                    </a:cubicBezTo>
                    <a:cubicBezTo>
                      <a:pt x="257" y="1029"/>
                      <a:pt x="718" y="1104"/>
                      <a:pt x="1247" y="1104"/>
                    </a:cubicBezTo>
                    <a:cubicBezTo>
                      <a:pt x="1602" y="1104"/>
                      <a:pt x="1989" y="1071"/>
                      <a:pt x="2334" y="1071"/>
                    </a:cubicBezTo>
                    <a:cubicBezTo>
                      <a:pt x="2529" y="1071"/>
                      <a:pt x="2709" y="1074"/>
                      <a:pt x="2870" y="1074"/>
                    </a:cubicBezTo>
                    <a:cubicBezTo>
                      <a:pt x="3421" y="1074"/>
                      <a:pt x="3762" y="1032"/>
                      <a:pt x="3795" y="655"/>
                    </a:cubicBezTo>
                    <a:cubicBezTo>
                      <a:pt x="3837" y="168"/>
                      <a:pt x="2859" y="0"/>
                      <a:pt x="17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33"/>
              <p:cNvSpPr/>
              <p:nvPr/>
            </p:nvSpPr>
            <p:spPr>
              <a:xfrm>
                <a:off x="6794139" y="3672411"/>
                <a:ext cx="1480056" cy="823914"/>
              </a:xfrm>
              <a:custGeom>
                <a:rect b="b" l="l" r="r" t="t"/>
                <a:pathLst>
                  <a:path extrusionOk="0" h="21338" w="38331">
                    <a:moveTo>
                      <a:pt x="18276" y="1"/>
                    </a:moveTo>
                    <a:cubicBezTo>
                      <a:pt x="16166" y="1"/>
                      <a:pt x="13815" y="341"/>
                      <a:pt x="11363" y="1291"/>
                    </a:cubicBezTo>
                    <a:cubicBezTo>
                      <a:pt x="2704" y="4640"/>
                      <a:pt x="1" y="12623"/>
                      <a:pt x="1" y="12623"/>
                    </a:cubicBezTo>
                    <a:lnTo>
                      <a:pt x="404" y="13001"/>
                    </a:lnTo>
                    <a:lnTo>
                      <a:pt x="1331" y="13870"/>
                    </a:lnTo>
                    <a:cubicBezTo>
                      <a:pt x="1331" y="13870"/>
                      <a:pt x="5063" y="8632"/>
                      <a:pt x="10603" y="7813"/>
                    </a:cubicBezTo>
                    <a:cubicBezTo>
                      <a:pt x="10809" y="7784"/>
                      <a:pt x="11014" y="7763"/>
                      <a:pt x="11220" y="7742"/>
                    </a:cubicBezTo>
                    <a:lnTo>
                      <a:pt x="11220" y="7742"/>
                    </a:lnTo>
                    <a:cubicBezTo>
                      <a:pt x="9734" y="8841"/>
                      <a:pt x="8819" y="10075"/>
                      <a:pt x="8097" y="11318"/>
                    </a:cubicBezTo>
                    <a:cubicBezTo>
                      <a:pt x="7938" y="11599"/>
                      <a:pt x="7783" y="11876"/>
                      <a:pt x="7640" y="12153"/>
                    </a:cubicBezTo>
                    <a:cubicBezTo>
                      <a:pt x="6099" y="15112"/>
                      <a:pt x="6053" y="20527"/>
                      <a:pt x="6053" y="20527"/>
                    </a:cubicBezTo>
                    <a:cubicBezTo>
                      <a:pt x="6053" y="20527"/>
                      <a:pt x="6099" y="20787"/>
                      <a:pt x="7082" y="21169"/>
                    </a:cubicBezTo>
                    <a:cubicBezTo>
                      <a:pt x="7258" y="21236"/>
                      <a:pt x="7438" y="21286"/>
                      <a:pt x="7623" y="21312"/>
                    </a:cubicBezTo>
                    <a:cubicBezTo>
                      <a:pt x="7749" y="21330"/>
                      <a:pt x="7867" y="21337"/>
                      <a:pt x="7978" y="21337"/>
                    </a:cubicBezTo>
                    <a:cubicBezTo>
                      <a:pt x="8502" y="21337"/>
                      <a:pt x="8844" y="21169"/>
                      <a:pt x="8844" y="21169"/>
                    </a:cubicBezTo>
                    <a:cubicBezTo>
                      <a:pt x="8844" y="21169"/>
                      <a:pt x="9621" y="14172"/>
                      <a:pt x="14297" y="12237"/>
                    </a:cubicBezTo>
                    <a:cubicBezTo>
                      <a:pt x="15618" y="11691"/>
                      <a:pt x="17034" y="11488"/>
                      <a:pt x="18444" y="11488"/>
                    </a:cubicBezTo>
                    <a:cubicBezTo>
                      <a:pt x="22027" y="11488"/>
                      <a:pt x="25578" y="12798"/>
                      <a:pt x="27485" y="13114"/>
                    </a:cubicBezTo>
                    <a:lnTo>
                      <a:pt x="27489" y="13114"/>
                    </a:lnTo>
                    <a:cubicBezTo>
                      <a:pt x="28487" y="13434"/>
                      <a:pt x="29484" y="13564"/>
                      <a:pt x="30441" y="13564"/>
                    </a:cubicBezTo>
                    <a:cubicBezTo>
                      <a:pt x="33589" y="13564"/>
                      <a:pt x="36289" y="12155"/>
                      <a:pt x="37100" y="11469"/>
                    </a:cubicBezTo>
                    <a:cubicBezTo>
                      <a:pt x="38171" y="10562"/>
                      <a:pt x="38330" y="8930"/>
                      <a:pt x="38330" y="8930"/>
                    </a:cubicBezTo>
                    <a:lnTo>
                      <a:pt x="30376" y="1463"/>
                    </a:lnTo>
                    <a:cubicBezTo>
                      <a:pt x="29361" y="1559"/>
                      <a:pt x="28362" y="1798"/>
                      <a:pt x="27417" y="2180"/>
                    </a:cubicBezTo>
                    <a:cubicBezTo>
                      <a:pt x="27405" y="2174"/>
                      <a:pt x="23610" y="1"/>
                      <a:pt x="1827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33"/>
              <p:cNvSpPr/>
              <p:nvPr/>
            </p:nvSpPr>
            <p:spPr>
              <a:xfrm>
                <a:off x="7513066" y="2840426"/>
                <a:ext cx="492425" cy="686955"/>
              </a:xfrm>
              <a:custGeom>
                <a:rect b="b" l="l" r="r" t="t"/>
                <a:pathLst>
                  <a:path extrusionOk="0" h="17791" w="12753">
                    <a:moveTo>
                      <a:pt x="1922" y="1"/>
                    </a:moveTo>
                    <a:cubicBezTo>
                      <a:pt x="1746" y="1"/>
                      <a:pt x="1552" y="155"/>
                      <a:pt x="1541" y="445"/>
                    </a:cubicBezTo>
                    <a:cubicBezTo>
                      <a:pt x="1529" y="886"/>
                      <a:pt x="1877" y="2292"/>
                      <a:pt x="1877" y="2292"/>
                    </a:cubicBezTo>
                    <a:cubicBezTo>
                      <a:pt x="1877" y="2292"/>
                      <a:pt x="1151" y="567"/>
                      <a:pt x="798" y="361"/>
                    </a:cubicBezTo>
                    <a:cubicBezTo>
                      <a:pt x="742" y="328"/>
                      <a:pt x="687" y="314"/>
                      <a:pt x="634" y="314"/>
                    </a:cubicBezTo>
                    <a:cubicBezTo>
                      <a:pt x="356" y="314"/>
                      <a:pt x="149" y="722"/>
                      <a:pt x="265" y="1029"/>
                    </a:cubicBezTo>
                    <a:cubicBezTo>
                      <a:pt x="404" y="1390"/>
                      <a:pt x="1147" y="2703"/>
                      <a:pt x="1147" y="2703"/>
                    </a:cubicBezTo>
                    <a:cubicBezTo>
                      <a:pt x="1147" y="2703"/>
                      <a:pt x="1137" y="2705"/>
                      <a:pt x="1120" y="2705"/>
                    </a:cubicBezTo>
                    <a:cubicBezTo>
                      <a:pt x="1068" y="2705"/>
                      <a:pt x="949" y="2688"/>
                      <a:pt x="845" y="2552"/>
                    </a:cubicBezTo>
                    <a:cubicBezTo>
                      <a:pt x="716" y="2386"/>
                      <a:pt x="531" y="2200"/>
                      <a:pt x="309" y="2200"/>
                    </a:cubicBezTo>
                    <a:cubicBezTo>
                      <a:pt x="284" y="2200"/>
                      <a:pt x="258" y="2203"/>
                      <a:pt x="232" y="2208"/>
                    </a:cubicBezTo>
                    <a:cubicBezTo>
                      <a:pt x="190" y="2216"/>
                      <a:pt x="152" y="2242"/>
                      <a:pt x="127" y="2275"/>
                    </a:cubicBezTo>
                    <a:cubicBezTo>
                      <a:pt x="1" y="2443"/>
                      <a:pt x="68" y="2850"/>
                      <a:pt x="232" y="3110"/>
                    </a:cubicBezTo>
                    <a:cubicBezTo>
                      <a:pt x="425" y="3417"/>
                      <a:pt x="983" y="3782"/>
                      <a:pt x="1306" y="3870"/>
                    </a:cubicBezTo>
                    <a:cubicBezTo>
                      <a:pt x="1625" y="3958"/>
                      <a:pt x="1915" y="4030"/>
                      <a:pt x="1915" y="4030"/>
                    </a:cubicBezTo>
                    <a:cubicBezTo>
                      <a:pt x="1915" y="4030"/>
                      <a:pt x="685" y="9016"/>
                      <a:pt x="3623" y="14145"/>
                    </a:cubicBezTo>
                    <a:cubicBezTo>
                      <a:pt x="5358" y="17170"/>
                      <a:pt x="7981" y="17790"/>
                      <a:pt x="9841" y="17790"/>
                    </a:cubicBezTo>
                    <a:cubicBezTo>
                      <a:pt x="11135" y="17790"/>
                      <a:pt x="12060" y="17490"/>
                      <a:pt x="12060" y="17490"/>
                    </a:cubicBezTo>
                    <a:cubicBezTo>
                      <a:pt x="12060" y="17490"/>
                      <a:pt x="12752" y="17234"/>
                      <a:pt x="12194" y="15778"/>
                    </a:cubicBezTo>
                    <a:cubicBezTo>
                      <a:pt x="12114" y="15572"/>
                      <a:pt x="12034" y="15383"/>
                      <a:pt x="11955" y="15199"/>
                    </a:cubicBezTo>
                    <a:cubicBezTo>
                      <a:pt x="11480" y="14090"/>
                      <a:pt x="11044" y="13440"/>
                      <a:pt x="11044" y="13440"/>
                    </a:cubicBezTo>
                    <a:cubicBezTo>
                      <a:pt x="11044" y="13440"/>
                      <a:pt x="10572" y="13643"/>
                      <a:pt x="9837" y="13643"/>
                    </a:cubicBezTo>
                    <a:cubicBezTo>
                      <a:pt x="9074" y="13643"/>
                      <a:pt x="8026" y="13423"/>
                      <a:pt x="6931" y="12529"/>
                    </a:cubicBezTo>
                    <a:cubicBezTo>
                      <a:pt x="4782" y="10775"/>
                      <a:pt x="3493" y="3874"/>
                      <a:pt x="3493" y="3874"/>
                    </a:cubicBezTo>
                    <a:cubicBezTo>
                      <a:pt x="3493" y="3874"/>
                      <a:pt x="3355" y="3807"/>
                      <a:pt x="3711" y="3421"/>
                    </a:cubicBezTo>
                    <a:cubicBezTo>
                      <a:pt x="4064" y="3031"/>
                      <a:pt x="4748" y="2477"/>
                      <a:pt x="4891" y="2166"/>
                    </a:cubicBezTo>
                    <a:cubicBezTo>
                      <a:pt x="5009" y="1898"/>
                      <a:pt x="4999" y="1657"/>
                      <a:pt x="4764" y="1657"/>
                    </a:cubicBezTo>
                    <a:cubicBezTo>
                      <a:pt x="4724" y="1657"/>
                      <a:pt x="4676" y="1664"/>
                      <a:pt x="4622" y="1679"/>
                    </a:cubicBezTo>
                    <a:cubicBezTo>
                      <a:pt x="4257" y="1788"/>
                      <a:pt x="3321" y="2712"/>
                      <a:pt x="3321" y="2712"/>
                    </a:cubicBezTo>
                    <a:cubicBezTo>
                      <a:pt x="3321" y="2712"/>
                      <a:pt x="3720" y="596"/>
                      <a:pt x="3590" y="307"/>
                    </a:cubicBezTo>
                    <a:cubicBezTo>
                      <a:pt x="3536" y="183"/>
                      <a:pt x="3410" y="127"/>
                      <a:pt x="3280" y="127"/>
                    </a:cubicBezTo>
                    <a:cubicBezTo>
                      <a:pt x="3104" y="127"/>
                      <a:pt x="2921" y="229"/>
                      <a:pt x="2897" y="407"/>
                    </a:cubicBezTo>
                    <a:cubicBezTo>
                      <a:pt x="2851" y="714"/>
                      <a:pt x="2519" y="2409"/>
                      <a:pt x="2519" y="2409"/>
                    </a:cubicBezTo>
                    <a:cubicBezTo>
                      <a:pt x="2519" y="2409"/>
                      <a:pt x="2318" y="374"/>
                      <a:pt x="2154" y="126"/>
                    </a:cubicBezTo>
                    <a:cubicBezTo>
                      <a:pt x="2100" y="42"/>
                      <a:pt x="2013" y="1"/>
                      <a:pt x="19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33"/>
              <p:cNvSpPr/>
              <p:nvPr/>
            </p:nvSpPr>
            <p:spPr>
              <a:xfrm>
                <a:off x="7895562" y="3271111"/>
                <a:ext cx="282026" cy="299440"/>
              </a:xfrm>
              <a:custGeom>
                <a:rect b="b" l="l" r="r" t="t"/>
                <a:pathLst>
                  <a:path extrusionOk="0" h="7755" w="7304">
                    <a:moveTo>
                      <a:pt x="4024" y="0"/>
                    </a:moveTo>
                    <a:cubicBezTo>
                      <a:pt x="2876" y="0"/>
                      <a:pt x="1735" y="196"/>
                      <a:pt x="1138" y="636"/>
                    </a:cubicBezTo>
                    <a:cubicBezTo>
                      <a:pt x="0" y="1476"/>
                      <a:pt x="298" y="4309"/>
                      <a:pt x="1138" y="5942"/>
                    </a:cubicBezTo>
                    <a:cubicBezTo>
                      <a:pt x="1977" y="7574"/>
                      <a:pt x="2913" y="7633"/>
                      <a:pt x="3577" y="7747"/>
                    </a:cubicBezTo>
                    <a:cubicBezTo>
                      <a:pt x="3607" y="7752"/>
                      <a:pt x="3639" y="7754"/>
                      <a:pt x="3673" y="7754"/>
                    </a:cubicBezTo>
                    <a:cubicBezTo>
                      <a:pt x="4391" y="7754"/>
                      <a:pt x="5958" y="6632"/>
                      <a:pt x="6615" y="4825"/>
                    </a:cubicBezTo>
                    <a:cubicBezTo>
                      <a:pt x="7304" y="2936"/>
                      <a:pt x="6758" y="443"/>
                      <a:pt x="6758" y="443"/>
                    </a:cubicBezTo>
                    <a:cubicBezTo>
                      <a:pt x="6106" y="160"/>
                      <a:pt x="5062" y="0"/>
                      <a:pt x="402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33"/>
              <p:cNvSpPr/>
              <p:nvPr/>
            </p:nvSpPr>
            <p:spPr>
              <a:xfrm>
                <a:off x="7919888" y="3251959"/>
                <a:ext cx="718463" cy="813643"/>
              </a:xfrm>
              <a:custGeom>
                <a:rect b="b" l="l" r="r" t="t"/>
                <a:pathLst>
                  <a:path extrusionOk="0" h="21072" w="18607">
                    <a:moveTo>
                      <a:pt x="8643" y="0"/>
                    </a:moveTo>
                    <a:cubicBezTo>
                      <a:pt x="8574" y="0"/>
                      <a:pt x="8531" y="1"/>
                      <a:pt x="8521" y="3"/>
                    </a:cubicBezTo>
                    <a:cubicBezTo>
                      <a:pt x="8365" y="28"/>
                      <a:pt x="6128" y="58"/>
                      <a:pt x="5469" y="944"/>
                    </a:cubicBezTo>
                    <a:cubicBezTo>
                      <a:pt x="4810" y="1829"/>
                      <a:pt x="4756" y="7185"/>
                      <a:pt x="3522" y="9359"/>
                    </a:cubicBezTo>
                    <a:cubicBezTo>
                      <a:pt x="2292" y="11537"/>
                      <a:pt x="688" y="11764"/>
                      <a:pt x="604" y="12079"/>
                    </a:cubicBezTo>
                    <a:cubicBezTo>
                      <a:pt x="516" y="12394"/>
                      <a:pt x="0" y="13854"/>
                      <a:pt x="2724" y="17116"/>
                    </a:cubicBezTo>
                    <a:cubicBezTo>
                      <a:pt x="3349" y="17879"/>
                      <a:pt x="4055" y="18580"/>
                      <a:pt x="4823" y="19197"/>
                    </a:cubicBezTo>
                    <a:cubicBezTo>
                      <a:pt x="6613" y="20626"/>
                      <a:pt x="8201" y="21071"/>
                      <a:pt x="9124" y="21071"/>
                    </a:cubicBezTo>
                    <a:cubicBezTo>
                      <a:pt x="9188" y="21071"/>
                      <a:pt x="9248" y="21069"/>
                      <a:pt x="9305" y="21065"/>
                    </a:cubicBezTo>
                    <a:cubicBezTo>
                      <a:pt x="10506" y="20981"/>
                      <a:pt x="12886" y="19294"/>
                      <a:pt x="15748" y="14484"/>
                    </a:cubicBezTo>
                    <a:cubicBezTo>
                      <a:pt x="18607" y="9674"/>
                      <a:pt x="17922" y="1917"/>
                      <a:pt x="17293" y="1116"/>
                    </a:cubicBezTo>
                    <a:cubicBezTo>
                      <a:pt x="17137" y="918"/>
                      <a:pt x="16944" y="755"/>
                      <a:pt x="16730" y="625"/>
                    </a:cubicBezTo>
                    <a:cubicBezTo>
                      <a:pt x="16113" y="251"/>
                      <a:pt x="15404" y="171"/>
                      <a:pt x="15404" y="171"/>
                    </a:cubicBezTo>
                    <a:cubicBezTo>
                      <a:pt x="15404" y="171"/>
                      <a:pt x="9576" y="0"/>
                      <a:pt x="864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33"/>
              <p:cNvSpPr/>
              <p:nvPr/>
            </p:nvSpPr>
            <p:spPr>
              <a:xfrm>
                <a:off x="8202185" y="3063259"/>
                <a:ext cx="307278" cy="260789"/>
              </a:xfrm>
              <a:custGeom>
                <a:rect b="b" l="l" r="r" t="t"/>
                <a:pathLst>
                  <a:path extrusionOk="0" h="6754" w="7958">
                    <a:moveTo>
                      <a:pt x="7220" y="1"/>
                    </a:moveTo>
                    <a:lnTo>
                      <a:pt x="1936" y="1759"/>
                    </a:lnTo>
                    <a:cubicBezTo>
                      <a:pt x="1936" y="1759"/>
                      <a:pt x="2112" y="3203"/>
                      <a:pt x="1936" y="3744"/>
                    </a:cubicBezTo>
                    <a:cubicBezTo>
                      <a:pt x="1759" y="4290"/>
                      <a:pt x="1" y="5104"/>
                      <a:pt x="1" y="5104"/>
                    </a:cubicBezTo>
                    <a:cubicBezTo>
                      <a:pt x="1" y="5104"/>
                      <a:pt x="343" y="6754"/>
                      <a:pt x="3017" y="6754"/>
                    </a:cubicBezTo>
                    <a:cubicBezTo>
                      <a:pt x="3169" y="6754"/>
                      <a:pt x="3329" y="6748"/>
                      <a:pt x="3497" y="6737"/>
                    </a:cubicBezTo>
                    <a:cubicBezTo>
                      <a:pt x="6595" y="6532"/>
                      <a:pt x="7957" y="4915"/>
                      <a:pt x="7922" y="4915"/>
                    </a:cubicBezTo>
                    <a:lnTo>
                      <a:pt x="7922" y="4915"/>
                    </a:lnTo>
                    <a:cubicBezTo>
                      <a:pt x="7921" y="4915"/>
                      <a:pt x="7921" y="4915"/>
                      <a:pt x="7921" y="4915"/>
                    </a:cubicBezTo>
                    <a:cubicBezTo>
                      <a:pt x="7920" y="4916"/>
                      <a:pt x="7920" y="4916"/>
                      <a:pt x="7919" y="4916"/>
                    </a:cubicBezTo>
                    <a:cubicBezTo>
                      <a:pt x="7864" y="4916"/>
                      <a:pt x="7280" y="4270"/>
                      <a:pt x="6947" y="3875"/>
                    </a:cubicBezTo>
                    <a:cubicBezTo>
                      <a:pt x="6611" y="3472"/>
                      <a:pt x="7220" y="1"/>
                      <a:pt x="722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33"/>
              <p:cNvSpPr/>
              <p:nvPr/>
            </p:nvSpPr>
            <p:spPr>
              <a:xfrm>
                <a:off x="8376405" y="2593885"/>
                <a:ext cx="351721" cy="446747"/>
              </a:xfrm>
              <a:custGeom>
                <a:rect b="b" l="l" r="r" t="t"/>
                <a:pathLst>
                  <a:path extrusionOk="0" h="11570" w="9109">
                    <a:moveTo>
                      <a:pt x="5489" y="1"/>
                    </a:moveTo>
                    <a:cubicBezTo>
                      <a:pt x="5464" y="1"/>
                      <a:pt x="5439" y="1"/>
                      <a:pt x="5415" y="1"/>
                    </a:cubicBezTo>
                    <a:cubicBezTo>
                      <a:pt x="5083" y="5"/>
                      <a:pt x="4841" y="23"/>
                      <a:pt x="4784" y="23"/>
                    </a:cubicBezTo>
                    <a:cubicBezTo>
                      <a:pt x="4779" y="23"/>
                      <a:pt x="4775" y="23"/>
                      <a:pt x="4773" y="22"/>
                    </a:cubicBezTo>
                    <a:cubicBezTo>
                      <a:pt x="3883" y="559"/>
                      <a:pt x="3027" y="1155"/>
                      <a:pt x="2217" y="1806"/>
                    </a:cubicBezTo>
                    <a:cubicBezTo>
                      <a:pt x="1717" y="2205"/>
                      <a:pt x="1243" y="2641"/>
                      <a:pt x="891" y="3065"/>
                    </a:cubicBezTo>
                    <a:cubicBezTo>
                      <a:pt x="559" y="3460"/>
                      <a:pt x="358" y="4018"/>
                      <a:pt x="261" y="4669"/>
                    </a:cubicBezTo>
                    <a:cubicBezTo>
                      <a:pt x="1" y="6398"/>
                      <a:pt x="509" y="8753"/>
                      <a:pt x="1411" y="10264"/>
                    </a:cubicBezTo>
                    <a:cubicBezTo>
                      <a:pt x="1999" y="11252"/>
                      <a:pt x="3280" y="11570"/>
                      <a:pt x="4504" y="11570"/>
                    </a:cubicBezTo>
                    <a:cubicBezTo>
                      <a:pt x="5857" y="11570"/>
                      <a:pt x="7141" y="11182"/>
                      <a:pt x="7346" y="10885"/>
                    </a:cubicBezTo>
                    <a:cubicBezTo>
                      <a:pt x="7699" y="10385"/>
                      <a:pt x="7472" y="9101"/>
                      <a:pt x="7463" y="7153"/>
                    </a:cubicBezTo>
                    <a:cubicBezTo>
                      <a:pt x="7459" y="6885"/>
                      <a:pt x="7463" y="6604"/>
                      <a:pt x="7472" y="6310"/>
                    </a:cubicBezTo>
                    <a:cubicBezTo>
                      <a:pt x="7547" y="3884"/>
                      <a:pt x="9109" y="3162"/>
                      <a:pt x="8534" y="1407"/>
                    </a:cubicBezTo>
                    <a:cubicBezTo>
                      <a:pt x="8133" y="172"/>
                      <a:pt x="6467" y="1"/>
                      <a:pt x="548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33"/>
              <p:cNvSpPr/>
              <p:nvPr/>
            </p:nvSpPr>
            <p:spPr>
              <a:xfrm>
                <a:off x="8026845" y="2488550"/>
                <a:ext cx="565171" cy="297355"/>
              </a:xfrm>
              <a:custGeom>
                <a:rect b="b" l="l" r="r" t="t"/>
                <a:pathLst>
                  <a:path extrusionOk="0" h="7701" w="14637">
                    <a:moveTo>
                      <a:pt x="5372" y="0"/>
                    </a:moveTo>
                    <a:cubicBezTo>
                      <a:pt x="4875" y="0"/>
                      <a:pt x="4337" y="34"/>
                      <a:pt x="3807" y="123"/>
                    </a:cubicBezTo>
                    <a:cubicBezTo>
                      <a:pt x="2573" y="337"/>
                      <a:pt x="1394" y="849"/>
                      <a:pt x="911" y="1932"/>
                    </a:cubicBezTo>
                    <a:cubicBezTo>
                      <a:pt x="0" y="4005"/>
                      <a:pt x="1507" y="6263"/>
                      <a:pt x="1507" y="6263"/>
                    </a:cubicBezTo>
                    <a:cubicBezTo>
                      <a:pt x="1507" y="6263"/>
                      <a:pt x="4774" y="7700"/>
                      <a:pt x="7255" y="7700"/>
                    </a:cubicBezTo>
                    <a:cubicBezTo>
                      <a:pt x="7574" y="7700"/>
                      <a:pt x="7880" y="7677"/>
                      <a:pt x="8164" y="7623"/>
                    </a:cubicBezTo>
                    <a:cubicBezTo>
                      <a:pt x="8567" y="7548"/>
                      <a:pt x="8953" y="7472"/>
                      <a:pt x="9314" y="7397"/>
                    </a:cubicBezTo>
                    <a:cubicBezTo>
                      <a:pt x="11224" y="7002"/>
                      <a:pt x="12626" y="6574"/>
                      <a:pt x="13511" y="5844"/>
                    </a:cubicBezTo>
                    <a:cubicBezTo>
                      <a:pt x="13688" y="5693"/>
                      <a:pt x="13847" y="5516"/>
                      <a:pt x="13981" y="5323"/>
                    </a:cubicBezTo>
                    <a:cubicBezTo>
                      <a:pt x="14586" y="4454"/>
                      <a:pt x="14636" y="3321"/>
                      <a:pt x="14472" y="2729"/>
                    </a:cubicBezTo>
                    <a:lnTo>
                      <a:pt x="14472" y="2725"/>
                    </a:lnTo>
                    <a:cubicBezTo>
                      <a:pt x="14275" y="2007"/>
                      <a:pt x="13730" y="1235"/>
                      <a:pt x="11950" y="1138"/>
                    </a:cubicBezTo>
                    <a:cubicBezTo>
                      <a:pt x="10170" y="1046"/>
                      <a:pt x="8336" y="324"/>
                      <a:pt x="6825" y="102"/>
                    </a:cubicBezTo>
                    <a:cubicBezTo>
                      <a:pt x="6444" y="44"/>
                      <a:pt x="5935" y="0"/>
                      <a:pt x="537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33"/>
              <p:cNvSpPr/>
              <p:nvPr/>
            </p:nvSpPr>
            <p:spPr>
              <a:xfrm>
                <a:off x="7970432" y="2685242"/>
                <a:ext cx="693519" cy="462037"/>
              </a:xfrm>
              <a:custGeom>
                <a:rect b="b" l="l" r="r" t="t"/>
                <a:pathLst>
                  <a:path extrusionOk="0" h="11966" w="17961">
                    <a:moveTo>
                      <a:pt x="4554" y="0"/>
                    </a:moveTo>
                    <a:cubicBezTo>
                      <a:pt x="3242" y="0"/>
                      <a:pt x="2164" y="1096"/>
                      <a:pt x="1831" y="2777"/>
                    </a:cubicBezTo>
                    <a:cubicBezTo>
                      <a:pt x="1486" y="4531"/>
                      <a:pt x="1" y="10517"/>
                      <a:pt x="5617" y="11709"/>
                    </a:cubicBezTo>
                    <a:cubicBezTo>
                      <a:pt x="6470" y="11889"/>
                      <a:pt x="7255" y="11966"/>
                      <a:pt x="7975" y="11966"/>
                    </a:cubicBezTo>
                    <a:cubicBezTo>
                      <a:pt x="11990" y="11966"/>
                      <a:pt x="13931" y="9581"/>
                      <a:pt x="13931" y="9581"/>
                    </a:cubicBezTo>
                    <a:cubicBezTo>
                      <a:pt x="13931" y="9581"/>
                      <a:pt x="13936" y="9581"/>
                      <a:pt x="13936" y="9589"/>
                    </a:cubicBezTo>
                    <a:cubicBezTo>
                      <a:pt x="13957" y="9597"/>
                      <a:pt x="13973" y="9610"/>
                      <a:pt x="13990" y="9623"/>
                    </a:cubicBezTo>
                    <a:cubicBezTo>
                      <a:pt x="14156" y="9748"/>
                      <a:pt x="14661" y="10072"/>
                      <a:pt x="15290" y="10072"/>
                    </a:cubicBezTo>
                    <a:cubicBezTo>
                      <a:pt x="15695" y="10072"/>
                      <a:pt x="16151" y="9938"/>
                      <a:pt x="16601" y="9530"/>
                    </a:cubicBezTo>
                    <a:cubicBezTo>
                      <a:pt x="17910" y="8342"/>
                      <a:pt x="17961" y="6491"/>
                      <a:pt x="16601" y="5824"/>
                    </a:cubicBezTo>
                    <a:cubicBezTo>
                      <a:pt x="16365" y="5707"/>
                      <a:pt x="16146" y="5659"/>
                      <a:pt x="15942" y="5659"/>
                    </a:cubicBezTo>
                    <a:cubicBezTo>
                      <a:pt x="14970" y="5659"/>
                      <a:pt x="14336" y="6761"/>
                      <a:pt x="13805" y="6886"/>
                    </a:cubicBezTo>
                    <a:cubicBezTo>
                      <a:pt x="13757" y="6897"/>
                      <a:pt x="13707" y="6903"/>
                      <a:pt x="13656" y="6903"/>
                    </a:cubicBezTo>
                    <a:cubicBezTo>
                      <a:pt x="13039" y="6903"/>
                      <a:pt x="12325" y="6094"/>
                      <a:pt x="12693" y="4930"/>
                    </a:cubicBezTo>
                    <a:cubicBezTo>
                      <a:pt x="12928" y="4175"/>
                      <a:pt x="13537" y="3461"/>
                      <a:pt x="13835" y="2781"/>
                    </a:cubicBezTo>
                    <a:cubicBezTo>
                      <a:pt x="14040" y="2324"/>
                      <a:pt x="14108" y="1883"/>
                      <a:pt x="13831" y="1463"/>
                    </a:cubicBezTo>
                    <a:cubicBezTo>
                      <a:pt x="13450" y="893"/>
                      <a:pt x="12979" y="614"/>
                      <a:pt x="12447" y="614"/>
                    </a:cubicBezTo>
                    <a:cubicBezTo>
                      <a:pt x="12012" y="614"/>
                      <a:pt x="11536" y="801"/>
                      <a:pt x="11035" y="1169"/>
                    </a:cubicBezTo>
                    <a:cubicBezTo>
                      <a:pt x="10395" y="1640"/>
                      <a:pt x="9460" y="1740"/>
                      <a:pt x="8780" y="1740"/>
                    </a:cubicBezTo>
                    <a:cubicBezTo>
                      <a:pt x="8279" y="1740"/>
                      <a:pt x="7917" y="1686"/>
                      <a:pt x="7917" y="1686"/>
                    </a:cubicBezTo>
                    <a:cubicBezTo>
                      <a:pt x="5491" y="1094"/>
                      <a:pt x="6112" y="103"/>
                      <a:pt x="4727" y="7"/>
                    </a:cubicBezTo>
                    <a:cubicBezTo>
                      <a:pt x="4669" y="2"/>
                      <a:pt x="4611" y="0"/>
                      <a:pt x="45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33"/>
              <p:cNvSpPr/>
              <p:nvPr/>
            </p:nvSpPr>
            <p:spPr>
              <a:xfrm>
                <a:off x="8511085" y="2952055"/>
                <a:ext cx="91396" cy="87573"/>
              </a:xfrm>
              <a:custGeom>
                <a:rect b="b" l="l" r="r" t="t"/>
                <a:pathLst>
                  <a:path extrusionOk="0" h="2268" w="2367">
                    <a:moveTo>
                      <a:pt x="1502" y="1"/>
                    </a:moveTo>
                    <a:cubicBezTo>
                      <a:pt x="1191" y="1"/>
                      <a:pt x="838" y="161"/>
                      <a:pt x="521" y="467"/>
                    </a:cubicBezTo>
                    <a:cubicBezTo>
                      <a:pt x="521" y="467"/>
                      <a:pt x="1" y="1260"/>
                      <a:pt x="395" y="1903"/>
                    </a:cubicBezTo>
                    <a:cubicBezTo>
                      <a:pt x="543" y="2141"/>
                      <a:pt x="854" y="2267"/>
                      <a:pt x="1186" y="2267"/>
                    </a:cubicBezTo>
                    <a:cubicBezTo>
                      <a:pt x="1747" y="2267"/>
                      <a:pt x="2367" y="1905"/>
                      <a:pt x="2351" y="1113"/>
                    </a:cubicBezTo>
                    <a:cubicBezTo>
                      <a:pt x="2336" y="357"/>
                      <a:pt x="1966" y="1"/>
                      <a:pt x="15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33"/>
              <p:cNvSpPr/>
              <p:nvPr/>
            </p:nvSpPr>
            <p:spPr>
              <a:xfrm>
                <a:off x="8065728" y="2825676"/>
                <a:ext cx="36991" cy="44443"/>
              </a:xfrm>
              <a:custGeom>
                <a:rect b="b" l="l" r="r" t="t"/>
                <a:pathLst>
                  <a:path extrusionOk="0" h="1151" w="958">
                    <a:moveTo>
                      <a:pt x="479" y="0"/>
                    </a:moveTo>
                    <a:cubicBezTo>
                      <a:pt x="215" y="0"/>
                      <a:pt x="1" y="256"/>
                      <a:pt x="1" y="575"/>
                    </a:cubicBezTo>
                    <a:cubicBezTo>
                      <a:pt x="1" y="890"/>
                      <a:pt x="215" y="1150"/>
                      <a:pt x="479" y="1150"/>
                    </a:cubicBezTo>
                    <a:cubicBezTo>
                      <a:pt x="744" y="1150"/>
                      <a:pt x="958" y="890"/>
                      <a:pt x="958" y="575"/>
                    </a:cubicBezTo>
                    <a:cubicBezTo>
                      <a:pt x="958" y="256"/>
                      <a:pt x="744" y="0"/>
                      <a:pt x="4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33"/>
              <p:cNvSpPr/>
              <p:nvPr/>
            </p:nvSpPr>
            <p:spPr>
              <a:xfrm>
                <a:off x="8334587" y="2838303"/>
                <a:ext cx="44443" cy="53054"/>
              </a:xfrm>
              <a:custGeom>
                <a:rect b="b" l="l" r="r" t="t"/>
                <a:pathLst>
                  <a:path extrusionOk="0" h="1374" w="1151">
                    <a:moveTo>
                      <a:pt x="576" y="1"/>
                    </a:moveTo>
                    <a:cubicBezTo>
                      <a:pt x="257" y="1"/>
                      <a:pt x="1" y="307"/>
                      <a:pt x="1" y="689"/>
                    </a:cubicBezTo>
                    <a:cubicBezTo>
                      <a:pt x="1" y="1067"/>
                      <a:pt x="261" y="1373"/>
                      <a:pt x="576" y="1373"/>
                    </a:cubicBezTo>
                    <a:cubicBezTo>
                      <a:pt x="895" y="1373"/>
                      <a:pt x="1151" y="1067"/>
                      <a:pt x="1151" y="689"/>
                    </a:cubicBezTo>
                    <a:cubicBezTo>
                      <a:pt x="1151" y="307"/>
                      <a:pt x="895" y="1"/>
                      <a:pt x="5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33"/>
              <p:cNvSpPr/>
              <p:nvPr/>
            </p:nvSpPr>
            <p:spPr>
              <a:xfrm>
                <a:off x="8180291" y="2781465"/>
                <a:ext cx="68112" cy="145144"/>
              </a:xfrm>
              <a:custGeom>
                <a:rect b="b" l="l" r="r" t="t"/>
                <a:pathLst>
                  <a:path extrusionOk="0" h="3759" w="1764">
                    <a:moveTo>
                      <a:pt x="1373" y="0"/>
                    </a:moveTo>
                    <a:cubicBezTo>
                      <a:pt x="1323" y="0"/>
                      <a:pt x="1269" y="41"/>
                      <a:pt x="1269" y="41"/>
                    </a:cubicBezTo>
                    <a:cubicBezTo>
                      <a:pt x="597" y="1129"/>
                      <a:pt x="135" y="2086"/>
                      <a:pt x="64" y="2740"/>
                    </a:cubicBezTo>
                    <a:cubicBezTo>
                      <a:pt x="0" y="3325"/>
                      <a:pt x="1144" y="3759"/>
                      <a:pt x="1507" y="3759"/>
                    </a:cubicBezTo>
                    <a:cubicBezTo>
                      <a:pt x="1550" y="3759"/>
                      <a:pt x="1583" y="3752"/>
                      <a:pt x="1600" y="3739"/>
                    </a:cubicBezTo>
                    <a:cubicBezTo>
                      <a:pt x="1764" y="3622"/>
                      <a:pt x="526" y="3395"/>
                      <a:pt x="408" y="2845"/>
                    </a:cubicBezTo>
                    <a:cubicBezTo>
                      <a:pt x="286" y="2291"/>
                      <a:pt x="1462" y="318"/>
                      <a:pt x="1449" y="113"/>
                    </a:cubicBezTo>
                    <a:cubicBezTo>
                      <a:pt x="1445" y="25"/>
                      <a:pt x="1411" y="0"/>
                      <a:pt x="13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33"/>
              <p:cNvSpPr/>
              <p:nvPr/>
            </p:nvSpPr>
            <p:spPr>
              <a:xfrm>
                <a:off x="8088895" y="2916918"/>
                <a:ext cx="334925" cy="169741"/>
              </a:xfrm>
              <a:custGeom>
                <a:rect b="b" l="l" r="r" t="t"/>
                <a:pathLst>
                  <a:path extrusionOk="0" h="4396" w="8674">
                    <a:moveTo>
                      <a:pt x="1471" y="0"/>
                    </a:moveTo>
                    <a:cubicBezTo>
                      <a:pt x="1226" y="0"/>
                      <a:pt x="929" y="69"/>
                      <a:pt x="672" y="256"/>
                    </a:cubicBezTo>
                    <a:cubicBezTo>
                      <a:pt x="412" y="449"/>
                      <a:pt x="194" y="764"/>
                      <a:pt x="118" y="1247"/>
                    </a:cubicBezTo>
                    <a:cubicBezTo>
                      <a:pt x="1" y="1986"/>
                      <a:pt x="274" y="2729"/>
                      <a:pt x="874" y="3308"/>
                    </a:cubicBezTo>
                    <a:cubicBezTo>
                      <a:pt x="1336" y="3757"/>
                      <a:pt x="1986" y="4109"/>
                      <a:pt x="2800" y="4290"/>
                    </a:cubicBezTo>
                    <a:cubicBezTo>
                      <a:pt x="3126" y="4362"/>
                      <a:pt x="3474" y="4396"/>
                      <a:pt x="3829" y="4396"/>
                    </a:cubicBezTo>
                    <a:cubicBezTo>
                      <a:pt x="4307" y="4396"/>
                      <a:pt x="4799" y="4334"/>
                      <a:pt x="5273" y="4219"/>
                    </a:cubicBezTo>
                    <a:cubicBezTo>
                      <a:pt x="6477" y="3929"/>
                      <a:pt x="7560" y="3295"/>
                      <a:pt x="7992" y="2473"/>
                    </a:cubicBezTo>
                    <a:cubicBezTo>
                      <a:pt x="8673" y="1170"/>
                      <a:pt x="7503" y="238"/>
                      <a:pt x="6741" y="238"/>
                    </a:cubicBezTo>
                    <a:cubicBezTo>
                      <a:pt x="6694" y="238"/>
                      <a:pt x="6650" y="241"/>
                      <a:pt x="6607" y="248"/>
                    </a:cubicBezTo>
                    <a:cubicBezTo>
                      <a:pt x="6599" y="248"/>
                      <a:pt x="6595" y="252"/>
                      <a:pt x="6591" y="252"/>
                    </a:cubicBezTo>
                    <a:cubicBezTo>
                      <a:pt x="5912" y="379"/>
                      <a:pt x="4646" y="1026"/>
                      <a:pt x="3626" y="1026"/>
                    </a:cubicBezTo>
                    <a:cubicBezTo>
                      <a:pt x="3529" y="1026"/>
                      <a:pt x="3434" y="1021"/>
                      <a:pt x="3342" y="1008"/>
                    </a:cubicBezTo>
                    <a:cubicBezTo>
                      <a:pt x="2234" y="861"/>
                      <a:pt x="2221" y="277"/>
                      <a:pt x="1877" y="84"/>
                    </a:cubicBezTo>
                    <a:cubicBezTo>
                      <a:pt x="1789" y="34"/>
                      <a:pt x="1643" y="0"/>
                      <a:pt x="14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33"/>
              <p:cNvSpPr/>
              <p:nvPr/>
            </p:nvSpPr>
            <p:spPr>
              <a:xfrm>
                <a:off x="8106232" y="2916918"/>
                <a:ext cx="242216" cy="93713"/>
              </a:xfrm>
              <a:custGeom>
                <a:rect b="b" l="l" r="r" t="t"/>
                <a:pathLst>
                  <a:path extrusionOk="0" h="2427" w="6273">
                    <a:moveTo>
                      <a:pt x="1026" y="0"/>
                    </a:moveTo>
                    <a:cubicBezTo>
                      <a:pt x="781" y="0"/>
                      <a:pt x="484" y="69"/>
                      <a:pt x="228" y="256"/>
                    </a:cubicBezTo>
                    <a:cubicBezTo>
                      <a:pt x="89" y="756"/>
                      <a:pt x="1" y="1528"/>
                      <a:pt x="685" y="1784"/>
                    </a:cubicBezTo>
                    <a:cubicBezTo>
                      <a:pt x="833" y="1840"/>
                      <a:pt x="968" y="1863"/>
                      <a:pt x="1091" y="1863"/>
                    </a:cubicBezTo>
                    <a:cubicBezTo>
                      <a:pt x="1738" y="1863"/>
                      <a:pt x="2037" y="1199"/>
                      <a:pt x="2104" y="1033"/>
                    </a:cubicBezTo>
                    <a:lnTo>
                      <a:pt x="2104" y="1033"/>
                    </a:lnTo>
                    <a:cubicBezTo>
                      <a:pt x="2045" y="1234"/>
                      <a:pt x="1789" y="2250"/>
                      <a:pt x="2754" y="2410"/>
                    </a:cubicBezTo>
                    <a:cubicBezTo>
                      <a:pt x="2825" y="2421"/>
                      <a:pt x="2891" y="2427"/>
                      <a:pt x="2954" y="2427"/>
                    </a:cubicBezTo>
                    <a:cubicBezTo>
                      <a:pt x="3766" y="2427"/>
                      <a:pt x="3948" y="1507"/>
                      <a:pt x="3976" y="1335"/>
                    </a:cubicBezTo>
                    <a:lnTo>
                      <a:pt x="3976" y="1335"/>
                    </a:lnTo>
                    <a:cubicBezTo>
                      <a:pt x="3959" y="1474"/>
                      <a:pt x="3942" y="2103"/>
                      <a:pt x="4966" y="2200"/>
                    </a:cubicBezTo>
                    <a:cubicBezTo>
                      <a:pt x="5032" y="2206"/>
                      <a:pt x="5094" y="2209"/>
                      <a:pt x="5153" y="2209"/>
                    </a:cubicBezTo>
                    <a:cubicBezTo>
                      <a:pt x="6130" y="2209"/>
                      <a:pt x="6273" y="1417"/>
                      <a:pt x="6221" y="756"/>
                    </a:cubicBezTo>
                    <a:cubicBezTo>
                      <a:pt x="6213" y="584"/>
                      <a:pt x="6192" y="416"/>
                      <a:pt x="6162" y="248"/>
                    </a:cubicBezTo>
                    <a:cubicBezTo>
                      <a:pt x="6154" y="248"/>
                      <a:pt x="6150" y="252"/>
                      <a:pt x="6146" y="252"/>
                    </a:cubicBezTo>
                    <a:cubicBezTo>
                      <a:pt x="5467" y="379"/>
                      <a:pt x="4201" y="1026"/>
                      <a:pt x="3181" y="1026"/>
                    </a:cubicBezTo>
                    <a:cubicBezTo>
                      <a:pt x="3084" y="1026"/>
                      <a:pt x="2989" y="1021"/>
                      <a:pt x="2897" y="1008"/>
                    </a:cubicBezTo>
                    <a:cubicBezTo>
                      <a:pt x="1789" y="861"/>
                      <a:pt x="1776" y="277"/>
                      <a:pt x="1432" y="84"/>
                    </a:cubicBezTo>
                    <a:cubicBezTo>
                      <a:pt x="1344" y="34"/>
                      <a:pt x="1198" y="0"/>
                      <a:pt x="102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33"/>
              <p:cNvSpPr/>
              <p:nvPr/>
            </p:nvSpPr>
            <p:spPr>
              <a:xfrm>
                <a:off x="8122604" y="3027543"/>
                <a:ext cx="169895" cy="59116"/>
              </a:xfrm>
              <a:custGeom>
                <a:rect b="b" l="l" r="r" t="t"/>
                <a:pathLst>
                  <a:path extrusionOk="0" h="1531" w="4400">
                    <a:moveTo>
                      <a:pt x="1605" y="1"/>
                    </a:moveTo>
                    <a:cubicBezTo>
                      <a:pt x="790" y="1"/>
                      <a:pt x="271" y="258"/>
                      <a:pt x="1" y="443"/>
                    </a:cubicBezTo>
                    <a:cubicBezTo>
                      <a:pt x="463" y="892"/>
                      <a:pt x="1113" y="1244"/>
                      <a:pt x="1927" y="1425"/>
                    </a:cubicBezTo>
                    <a:cubicBezTo>
                      <a:pt x="2253" y="1497"/>
                      <a:pt x="2601" y="1531"/>
                      <a:pt x="2956" y="1531"/>
                    </a:cubicBezTo>
                    <a:cubicBezTo>
                      <a:pt x="3434" y="1531"/>
                      <a:pt x="3926" y="1469"/>
                      <a:pt x="4400" y="1354"/>
                    </a:cubicBezTo>
                    <a:cubicBezTo>
                      <a:pt x="4022" y="879"/>
                      <a:pt x="3300" y="199"/>
                      <a:pt x="2204" y="44"/>
                    </a:cubicBezTo>
                    <a:cubicBezTo>
                      <a:pt x="1989" y="14"/>
                      <a:pt x="1789" y="1"/>
                      <a:pt x="160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33"/>
              <p:cNvSpPr/>
              <p:nvPr/>
            </p:nvSpPr>
            <p:spPr>
              <a:xfrm>
                <a:off x="8170986" y="3229216"/>
                <a:ext cx="376317" cy="118154"/>
              </a:xfrm>
              <a:custGeom>
                <a:rect b="b" l="l" r="r" t="t"/>
                <a:pathLst>
                  <a:path extrusionOk="0" h="3060" w="9746">
                    <a:moveTo>
                      <a:pt x="619" y="0"/>
                    </a:moveTo>
                    <a:cubicBezTo>
                      <a:pt x="311" y="0"/>
                      <a:pt x="0" y="400"/>
                      <a:pt x="104" y="840"/>
                    </a:cubicBezTo>
                    <a:cubicBezTo>
                      <a:pt x="246" y="1449"/>
                      <a:pt x="825" y="2364"/>
                      <a:pt x="3272" y="2939"/>
                    </a:cubicBezTo>
                    <a:cubicBezTo>
                      <a:pt x="3628" y="3022"/>
                      <a:pt x="3998" y="3059"/>
                      <a:pt x="4372" y="3059"/>
                    </a:cubicBezTo>
                    <a:cubicBezTo>
                      <a:pt x="6585" y="3059"/>
                      <a:pt x="8957" y="1777"/>
                      <a:pt x="9338" y="1339"/>
                    </a:cubicBezTo>
                    <a:cubicBezTo>
                      <a:pt x="9746" y="874"/>
                      <a:pt x="9346" y="111"/>
                      <a:pt x="9030" y="111"/>
                    </a:cubicBezTo>
                    <a:cubicBezTo>
                      <a:pt x="8999" y="111"/>
                      <a:pt x="8968" y="118"/>
                      <a:pt x="8939" y="135"/>
                    </a:cubicBezTo>
                    <a:cubicBezTo>
                      <a:pt x="8630" y="309"/>
                      <a:pt x="6671" y="1903"/>
                      <a:pt x="4384" y="1903"/>
                    </a:cubicBezTo>
                    <a:cubicBezTo>
                      <a:pt x="4308" y="1903"/>
                      <a:pt x="4231" y="1901"/>
                      <a:pt x="4154" y="1898"/>
                    </a:cubicBezTo>
                    <a:cubicBezTo>
                      <a:pt x="1770" y="1789"/>
                      <a:pt x="1023" y="311"/>
                      <a:pt x="947" y="198"/>
                    </a:cubicBezTo>
                    <a:cubicBezTo>
                      <a:pt x="854" y="59"/>
                      <a:pt x="737" y="0"/>
                      <a:pt x="61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33"/>
              <p:cNvSpPr/>
              <p:nvPr/>
            </p:nvSpPr>
            <p:spPr>
              <a:xfrm>
                <a:off x="8084687" y="3438651"/>
                <a:ext cx="679734" cy="453349"/>
              </a:xfrm>
              <a:custGeom>
                <a:rect b="b" l="l" r="r" t="t"/>
                <a:pathLst>
                  <a:path extrusionOk="0" h="11741" w="17604">
                    <a:moveTo>
                      <a:pt x="994" y="0"/>
                    </a:moveTo>
                    <a:cubicBezTo>
                      <a:pt x="870" y="0"/>
                      <a:pt x="734" y="40"/>
                      <a:pt x="601" y="159"/>
                    </a:cubicBezTo>
                    <a:cubicBezTo>
                      <a:pt x="328" y="402"/>
                      <a:pt x="148" y="826"/>
                      <a:pt x="64" y="1070"/>
                    </a:cubicBezTo>
                    <a:cubicBezTo>
                      <a:pt x="17" y="1187"/>
                      <a:pt x="1" y="1259"/>
                      <a:pt x="1" y="1259"/>
                    </a:cubicBezTo>
                    <a:cubicBezTo>
                      <a:pt x="1" y="1259"/>
                      <a:pt x="13" y="1338"/>
                      <a:pt x="51" y="1494"/>
                    </a:cubicBezTo>
                    <a:cubicBezTo>
                      <a:pt x="320" y="2547"/>
                      <a:pt x="1638" y="6946"/>
                      <a:pt x="5722" y="9876"/>
                    </a:cubicBezTo>
                    <a:cubicBezTo>
                      <a:pt x="7552" y="11188"/>
                      <a:pt x="9316" y="11740"/>
                      <a:pt x="10874" y="11740"/>
                    </a:cubicBezTo>
                    <a:cubicBezTo>
                      <a:pt x="13291" y="11740"/>
                      <a:pt x="15212" y="10411"/>
                      <a:pt x="16118" y="8532"/>
                    </a:cubicBezTo>
                    <a:cubicBezTo>
                      <a:pt x="17604" y="5439"/>
                      <a:pt x="16605" y="1834"/>
                      <a:pt x="16605" y="1834"/>
                    </a:cubicBezTo>
                    <a:lnTo>
                      <a:pt x="16605" y="1834"/>
                    </a:lnTo>
                    <a:lnTo>
                      <a:pt x="15069" y="2362"/>
                    </a:lnTo>
                    <a:lnTo>
                      <a:pt x="12026" y="3416"/>
                    </a:lnTo>
                    <a:cubicBezTo>
                      <a:pt x="12026" y="3416"/>
                      <a:pt x="13591" y="5523"/>
                      <a:pt x="11749" y="7156"/>
                    </a:cubicBezTo>
                    <a:cubicBezTo>
                      <a:pt x="11230" y="7617"/>
                      <a:pt x="10646" y="7810"/>
                      <a:pt x="10031" y="7810"/>
                    </a:cubicBezTo>
                    <a:cubicBezTo>
                      <a:pt x="8464" y="7810"/>
                      <a:pt x="6701" y="6554"/>
                      <a:pt x="5323" y="5288"/>
                    </a:cubicBezTo>
                    <a:cubicBezTo>
                      <a:pt x="3690" y="3781"/>
                      <a:pt x="2011" y="1112"/>
                      <a:pt x="1554" y="360"/>
                    </a:cubicBezTo>
                    <a:cubicBezTo>
                      <a:pt x="1474" y="234"/>
                      <a:pt x="1432" y="159"/>
                      <a:pt x="1432" y="159"/>
                    </a:cubicBezTo>
                    <a:cubicBezTo>
                      <a:pt x="1432" y="159"/>
                      <a:pt x="1240" y="0"/>
                      <a:pt x="9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33"/>
              <p:cNvSpPr/>
              <p:nvPr/>
            </p:nvSpPr>
            <p:spPr>
              <a:xfrm>
                <a:off x="7937843" y="3244430"/>
                <a:ext cx="202136" cy="184529"/>
              </a:xfrm>
              <a:custGeom>
                <a:rect b="b" l="l" r="r" t="t"/>
                <a:pathLst>
                  <a:path extrusionOk="0" h="4779" w="5235">
                    <a:moveTo>
                      <a:pt x="3597" y="1"/>
                    </a:moveTo>
                    <a:cubicBezTo>
                      <a:pt x="2654" y="1"/>
                      <a:pt x="827" y="221"/>
                      <a:pt x="568" y="324"/>
                    </a:cubicBezTo>
                    <a:cubicBezTo>
                      <a:pt x="253" y="454"/>
                      <a:pt x="1" y="1080"/>
                      <a:pt x="1" y="1080"/>
                    </a:cubicBezTo>
                    <a:cubicBezTo>
                      <a:pt x="1" y="1080"/>
                      <a:pt x="845" y="3292"/>
                      <a:pt x="971" y="3552"/>
                    </a:cubicBezTo>
                    <a:cubicBezTo>
                      <a:pt x="1094" y="3807"/>
                      <a:pt x="3090" y="4779"/>
                      <a:pt x="3708" y="4779"/>
                    </a:cubicBezTo>
                    <a:cubicBezTo>
                      <a:pt x="3721" y="4779"/>
                      <a:pt x="3733" y="4778"/>
                      <a:pt x="3745" y="4778"/>
                    </a:cubicBezTo>
                    <a:cubicBezTo>
                      <a:pt x="4316" y="4736"/>
                      <a:pt x="5176" y="4249"/>
                      <a:pt x="5176" y="4249"/>
                    </a:cubicBezTo>
                    <a:cubicBezTo>
                      <a:pt x="5176" y="4249"/>
                      <a:pt x="5235" y="3401"/>
                      <a:pt x="5075" y="2679"/>
                    </a:cubicBezTo>
                    <a:cubicBezTo>
                      <a:pt x="4920" y="1953"/>
                      <a:pt x="4605" y="169"/>
                      <a:pt x="4060" y="35"/>
                    </a:cubicBezTo>
                    <a:cubicBezTo>
                      <a:pt x="3963" y="11"/>
                      <a:pt x="3801" y="1"/>
                      <a:pt x="35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33"/>
              <p:cNvSpPr/>
              <p:nvPr/>
            </p:nvSpPr>
            <p:spPr>
              <a:xfrm>
                <a:off x="7963791" y="3314704"/>
                <a:ext cx="181402" cy="182290"/>
              </a:xfrm>
              <a:custGeom>
                <a:rect b="b" l="l" r="r" t="t"/>
                <a:pathLst>
                  <a:path extrusionOk="0" h="4721" w="4698">
                    <a:moveTo>
                      <a:pt x="4156" y="0"/>
                    </a:moveTo>
                    <a:cubicBezTo>
                      <a:pt x="4083" y="0"/>
                      <a:pt x="3997" y="35"/>
                      <a:pt x="3896" y="116"/>
                    </a:cubicBezTo>
                    <a:cubicBezTo>
                      <a:pt x="3535" y="406"/>
                      <a:pt x="3585" y="1094"/>
                      <a:pt x="3640" y="1467"/>
                    </a:cubicBezTo>
                    <a:cubicBezTo>
                      <a:pt x="3694" y="1841"/>
                      <a:pt x="3472" y="2185"/>
                      <a:pt x="3035" y="2341"/>
                    </a:cubicBezTo>
                    <a:cubicBezTo>
                      <a:pt x="2942" y="2375"/>
                      <a:pt x="2817" y="2389"/>
                      <a:pt x="2675" y="2389"/>
                    </a:cubicBezTo>
                    <a:cubicBezTo>
                      <a:pt x="2156" y="2389"/>
                      <a:pt x="1417" y="2198"/>
                      <a:pt x="1226" y="2105"/>
                    </a:cubicBezTo>
                    <a:cubicBezTo>
                      <a:pt x="1155" y="2059"/>
                      <a:pt x="1096" y="1996"/>
                      <a:pt x="1054" y="1921"/>
                    </a:cubicBezTo>
                    <a:cubicBezTo>
                      <a:pt x="823" y="1589"/>
                      <a:pt x="567" y="934"/>
                      <a:pt x="567" y="934"/>
                    </a:cubicBezTo>
                    <a:cubicBezTo>
                      <a:pt x="399" y="1056"/>
                      <a:pt x="257" y="1216"/>
                      <a:pt x="152" y="1392"/>
                    </a:cubicBezTo>
                    <a:cubicBezTo>
                      <a:pt x="1" y="1669"/>
                      <a:pt x="131" y="2022"/>
                      <a:pt x="215" y="2126"/>
                    </a:cubicBezTo>
                    <a:cubicBezTo>
                      <a:pt x="290" y="2227"/>
                      <a:pt x="357" y="2332"/>
                      <a:pt x="420" y="2437"/>
                    </a:cubicBezTo>
                    <a:cubicBezTo>
                      <a:pt x="420" y="2437"/>
                      <a:pt x="252" y="2513"/>
                      <a:pt x="248" y="2664"/>
                    </a:cubicBezTo>
                    <a:cubicBezTo>
                      <a:pt x="240" y="2815"/>
                      <a:pt x="555" y="3121"/>
                      <a:pt x="555" y="3121"/>
                    </a:cubicBezTo>
                    <a:cubicBezTo>
                      <a:pt x="555" y="3121"/>
                      <a:pt x="504" y="3134"/>
                      <a:pt x="513" y="3314"/>
                    </a:cubicBezTo>
                    <a:cubicBezTo>
                      <a:pt x="521" y="3491"/>
                      <a:pt x="1201" y="4045"/>
                      <a:pt x="1436" y="4129"/>
                    </a:cubicBezTo>
                    <a:cubicBezTo>
                      <a:pt x="1528" y="4161"/>
                      <a:pt x="1686" y="4167"/>
                      <a:pt x="1862" y="4167"/>
                    </a:cubicBezTo>
                    <a:cubicBezTo>
                      <a:pt x="1946" y="4167"/>
                      <a:pt x="2034" y="4165"/>
                      <a:pt x="2120" y="4165"/>
                    </a:cubicBezTo>
                    <a:cubicBezTo>
                      <a:pt x="2316" y="4165"/>
                      <a:pt x="2504" y="4172"/>
                      <a:pt x="2620" y="4213"/>
                    </a:cubicBezTo>
                    <a:cubicBezTo>
                      <a:pt x="2897" y="4313"/>
                      <a:pt x="3044" y="4519"/>
                      <a:pt x="3182" y="4704"/>
                    </a:cubicBezTo>
                    <a:lnTo>
                      <a:pt x="3186" y="4704"/>
                    </a:lnTo>
                    <a:cubicBezTo>
                      <a:pt x="3195" y="4715"/>
                      <a:pt x="3209" y="4721"/>
                      <a:pt x="3227" y="4721"/>
                    </a:cubicBezTo>
                    <a:cubicBezTo>
                      <a:pt x="3282" y="4721"/>
                      <a:pt x="3377" y="4673"/>
                      <a:pt x="3493" y="4594"/>
                    </a:cubicBezTo>
                    <a:cubicBezTo>
                      <a:pt x="3933" y="4296"/>
                      <a:pt x="4685" y="3570"/>
                      <a:pt x="4685" y="3570"/>
                    </a:cubicBezTo>
                    <a:cubicBezTo>
                      <a:pt x="4504" y="3226"/>
                      <a:pt x="4672" y="2580"/>
                      <a:pt x="4685" y="2139"/>
                    </a:cubicBezTo>
                    <a:cubicBezTo>
                      <a:pt x="4697" y="1703"/>
                      <a:pt x="4555" y="851"/>
                      <a:pt x="4492" y="490"/>
                    </a:cubicBezTo>
                    <a:cubicBezTo>
                      <a:pt x="4446" y="230"/>
                      <a:pt x="4344" y="0"/>
                      <a:pt x="415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33"/>
              <p:cNvSpPr/>
              <p:nvPr/>
            </p:nvSpPr>
            <p:spPr>
              <a:xfrm>
                <a:off x="6735177" y="4174452"/>
                <a:ext cx="121552" cy="102285"/>
              </a:xfrm>
              <a:custGeom>
                <a:rect b="b" l="l" r="r" t="t"/>
                <a:pathLst>
                  <a:path extrusionOk="0" h="2649" w="3148">
                    <a:moveTo>
                      <a:pt x="613" y="1"/>
                    </a:moveTo>
                    <a:cubicBezTo>
                      <a:pt x="565" y="1"/>
                      <a:pt x="528" y="16"/>
                      <a:pt x="504" y="49"/>
                    </a:cubicBezTo>
                    <a:cubicBezTo>
                      <a:pt x="189" y="494"/>
                      <a:pt x="0" y="943"/>
                      <a:pt x="592" y="1422"/>
                    </a:cubicBezTo>
                    <a:cubicBezTo>
                      <a:pt x="1137" y="1863"/>
                      <a:pt x="2020" y="2649"/>
                      <a:pt x="2455" y="2649"/>
                    </a:cubicBezTo>
                    <a:cubicBezTo>
                      <a:pt x="2492" y="2649"/>
                      <a:pt x="2526" y="2643"/>
                      <a:pt x="2556" y="2631"/>
                    </a:cubicBezTo>
                    <a:cubicBezTo>
                      <a:pt x="2938" y="2480"/>
                      <a:pt x="3148" y="1833"/>
                      <a:pt x="2472" y="1287"/>
                    </a:cubicBezTo>
                    <a:cubicBezTo>
                      <a:pt x="1878" y="808"/>
                      <a:pt x="963" y="1"/>
                      <a:pt x="6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33"/>
              <p:cNvSpPr/>
              <p:nvPr/>
            </p:nvSpPr>
            <p:spPr>
              <a:xfrm>
                <a:off x="8480311" y="3295784"/>
                <a:ext cx="299517" cy="298089"/>
              </a:xfrm>
              <a:custGeom>
                <a:rect b="b" l="l" r="r" t="t"/>
                <a:pathLst>
                  <a:path extrusionOk="0" h="7720" w="7757">
                    <a:moveTo>
                      <a:pt x="2948" y="0"/>
                    </a:moveTo>
                    <a:cubicBezTo>
                      <a:pt x="2547" y="0"/>
                      <a:pt x="2209" y="110"/>
                      <a:pt x="1977" y="325"/>
                    </a:cubicBezTo>
                    <a:cubicBezTo>
                      <a:pt x="9" y="2125"/>
                      <a:pt x="0" y="3989"/>
                      <a:pt x="344" y="5618"/>
                    </a:cubicBezTo>
                    <a:cubicBezTo>
                      <a:pt x="689" y="7250"/>
                      <a:pt x="1415" y="7561"/>
                      <a:pt x="2233" y="7708"/>
                    </a:cubicBezTo>
                    <a:cubicBezTo>
                      <a:pt x="2275" y="7715"/>
                      <a:pt x="2324" y="7719"/>
                      <a:pt x="2378" y="7719"/>
                    </a:cubicBezTo>
                    <a:cubicBezTo>
                      <a:pt x="3389" y="7719"/>
                      <a:pt x="6419" y="6437"/>
                      <a:pt x="7073" y="5676"/>
                    </a:cubicBezTo>
                    <a:cubicBezTo>
                      <a:pt x="7757" y="4875"/>
                      <a:pt x="6615" y="1983"/>
                      <a:pt x="5297" y="954"/>
                    </a:cubicBezTo>
                    <a:cubicBezTo>
                      <a:pt x="4471" y="310"/>
                      <a:pt x="3621" y="0"/>
                      <a:pt x="294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6" name="Google Shape;956;p33"/>
            <p:cNvGrpSpPr/>
            <p:nvPr/>
          </p:nvGrpSpPr>
          <p:grpSpPr>
            <a:xfrm>
              <a:off x="2815860" y="3212009"/>
              <a:ext cx="2845200" cy="1868970"/>
              <a:chOff x="3280670" y="3020482"/>
              <a:chExt cx="2770939" cy="1813654"/>
            </a:xfrm>
          </p:grpSpPr>
          <p:sp>
            <p:nvSpPr>
              <p:cNvPr id="957" name="Google Shape;957;p33"/>
              <p:cNvSpPr/>
              <p:nvPr/>
            </p:nvSpPr>
            <p:spPr>
              <a:xfrm rot="-4317798">
                <a:off x="3729289" y="3604367"/>
                <a:ext cx="270795" cy="845963"/>
              </a:xfrm>
              <a:custGeom>
                <a:rect b="b" l="l" r="r" t="t"/>
                <a:pathLst>
                  <a:path extrusionOk="0" h="23027" w="7371">
                    <a:moveTo>
                      <a:pt x="1301" y="0"/>
                    </a:moveTo>
                    <a:cubicBezTo>
                      <a:pt x="1301" y="0"/>
                      <a:pt x="0" y="8353"/>
                      <a:pt x="508" y="14028"/>
                    </a:cubicBezTo>
                    <a:cubicBezTo>
                      <a:pt x="856" y="17910"/>
                      <a:pt x="1528" y="20684"/>
                      <a:pt x="1914" y="22057"/>
                    </a:cubicBezTo>
                    <a:cubicBezTo>
                      <a:pt x="2094" y="22691"/>
                      <a:pt x="2212" y="23026"/>
                      <a:pt x="2212" y="23026"/>
                    </a:cubicBezTo>
                    <a:lnTo>
                      <a:pt x="7370" y="21272"/>
                    </a:lnTo>
                    <a:cubicBezTo>
                      <a:pt x="7370" y="21272"/>
                      <a:pt x="7144" y="20542"/>
                      <a:pt x="6804" y="19358"/>
                    </a:cubicBezTo>
                    <a:cubicBezTo>
                      <a:pt x="6644" y="18812"/>
                      <a:pt x="6464" y="18174"/>
                      <a:pt x="6267" y="17465"/>
                    </a:cubicBezTo>
                    <a:cubicBezTo>
                      <a:pt x="5687" y="15366"/>
                      <a:pt x="4986" y="12659"/>
                      <a:pt x="4449" y="10019"/>
                    </a:cubicBezTo>
                    <a:cubicBezTo>
                      <a:pt x="3849" y="7052"/>
                      <a:pt x="3450" y="4042"/>
                      <a:pt x="3253" y="1020"/>
                    </a:cubicBezTo>
                    <a:cubicBezTo>
                      <a:pt x="3215" y="365"/>
                      <a:pt x="3203" y="0"/>
                      <a:pt x="32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33"/>
              <p:cNvSpPr/>
              <p:nvPr/>
            </p:nvSpPr>
            <p:spPr>
              <a:xfrm rot="-4317798">
                <a:off x="3729289" y="3604367"/>
                <a:ext cx="270795" cy="845963"/>
              </a:xfrm>
              <a:custGeom>
                <a:rect b="b" l="l" r="r" t="t"/>
                <a:pathLst>
                  <a:path extrusionOk="0" h="23027" w="7371">
                    <a:moveTo>
                      <a:pt x="1301" y="0"/>
                    </a:moveTo>
                    <a:cubicBezTo>
                      <a:pt x="1301" y="0"/>
                      <a:pt x="0" y="8353"/>
                      <a:pt x="508" y="14028"/>
                    </a:cubicBezTo>
                    <a:cubicBezTo>
                      <a:pt x="856" y="17910"/>
                      <a:pt x="1528" y="20684"/>
                      <a:pt x="1914" y="22057"/>
                    </a:cubicBezTo>
                    <a:cubicBezTo>
                      <a:pt x="2094" y="22691"/>
                      <a:pt x="2212" y="23026"/>
                      <a:pt x="2212" y="23026"/>
                    </a:cubicBezTo>
                    <a:lnTo>
                      <a:pt x="7370" y="21272"/>
                    </a:lnTo>
                    <a:cubicBezTo>
                      <a:pt x="7370" y="21272"/>
                      <a:pt x="7144" y="20542"/>
                      <a:pt x="6804" y="19358"/>
                    </a:cubicBezTo>
                    <a:cubicBezTo>
                      <a:pt x="6644" y="18812"/>
                      <a:pt x="6464" y="18174"/>
                      <a:pt x="6267" y="17465"/>
                    </a:cubicBezTo>
                    <a:cubicBezTo>
                      <a:pt x="5687" y="15366"/>
                      <a:pt x="4986" y="12659"/>
                      <a:pt x="4449" y="10019"/>
                    </a:cubicBezTo>
                    <a:cubicBezTo>
                      <a:pt x="3849" y="7052"/>
                      <a:pt x="3450" y="4042"/>
                      <a:pt x="3253" y="1020"/>
                    </a:cubicBezTo>
                    <a:cubicBezTo>
                      <a:pt x="3215" y="365"/>
                      <a:pt x="3203" y="0"/>
                      <a:pt x="3203" y="0"/>
                    </a:cubicBezTo>
                    <a:close/>
                  </a:path>
                </a:pathLst>
              </a:custGeom>
              <a:solidFill>
                <a:srgbClr val="202F34">
                  <a:alpha val="405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33"/>
              <p:cNvSpPr/>
              <p:nvPr/>
            </p:nvSpPr>
            <p:spPr>
              <a:xfrm rot="-4317798">
                <a:off x="3665144" y="3652449"/>
                <a:ext cx="94159" cy="161353"/>
              </a:xfrm>
              <a:custGeom>
                <a:rect b="b" l="l" r="r" t="t"/>
                <a:pathLst>
                  <a:path extrusionOk="0" h="4392" w="2563">
                    <a:moveTo>
                      <a:pt x="854" y="1"/>
                    </a:moveTo>
                    <a:cubicBezTo>
                      <a:pt x="839" y="1"/>
                      <a:pt x="825" y="2"/>
                      <a:pt x="811" y="5"/>
                    </a:cubicBezTo>
                    <a:cubicBezTo>
                      <a:pt x="227" y="131"/>
                      <a:pt x="252" y="996"/>
                      <a:pt x="483" y="1659"/>
                    </a:cubicBezTo>
                    <a:cubicBezTo>
                      <a:pt x="710" y="2318"/>
                      <a:pt x="1" y="2876"/>
                      <a:pt x="1" y="2876"/>
                    </a:cubicBezTo>
                    <a:lnTo>
                      <a:pt x="911" y="4392"/>
                    </a:lnTo>
                    <a:cubicBezTo>
                      <a:pt x="911" y="4392"/>
                      <a:pt x="2309" y="3741"/>
                      <a:pt x="2439" y="3082"/>
                    </a:cubicBezTo>
                    <a:cubicBezTo>
                      <a:pt x="2562" y="2435"/>
                      <a:pt x="1454" y="1"/>
                      <a:pt x="8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33"/>
              <p:cNvSpPr/>
              <p:nvPr/>
            </p:nvSpPr>
            <p:spPr>
              <a:xfrm rot="-4317798">
                <a:off x="3292251" y="3884948"/>
                <a:ext cx="153160" cy="135563"/>
              </a:xfrm>
              <a:custGeom>
                <a:rect b="b" l="l" r="r" t="t"/>
                <a:pathLst>
                  <a:path extrusionOk="0" h="3690" w="4169">
                    <a:moveTo>
                      <a:pt x="2075" y="1"/>
                    </a:moveTo>
                    <a:cubicBezTo>
                      <a:pt x="1459" y="1"/>
                      <a:pt x="843" y="169"/>
                      <a:pt x="559" y="336"/>
                    </a:cubicBezTo>
                    <a:cubicBezTo>
                      <a:pt x="1" y="667"/>
                      <a:pt x="840" y="1074"/>
                      <a:pt x="1499" y="1733"/>
                    </a:cubicBezTo>
                    <a:cubicBezTo>
                      <a:pt x="2158" y="2397"/>
                      <a:pt x="1810" y="3689"/>
                      <a:pt x="1810" y="3689"/>
                    </a:cubicBezTo>
                    <a:lnTo>
                      <a:pt x="3761" y="3312"/>
                    </a:lnTo>
                    <a:cubicBezTo>
                      <a:pt x="3761" y="3312"/>
                      <a:pt x="4169" y="1557"/>
                      <a:pt x="3560" y="617"/>
                    </a:cubicBezTo>
                    <a:cubicBezTo>
                      <a:pt x="3260" y="156"/>
                      <a:pt x="2667" y="1"/>
                      <a:pt x="20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33"/>
              <p:cNvSpPr/>
              <p:nvPr/>
            </p:nvSpPr>
            <p:spPr>
              <a:xfrm rot="-4317798">
                <a:off x="3719562" y="3804410"/>
                <a:ext cx="628695" cy="799563"/>
              </a:xfrm>
              <a:custGeom>
                <a:rect b="b" l="l" r="r" t="t"/>
                <a:pathLst>
                  <a:path extrusionOk="0" h="21764" w="17113">
                    <a:moveTo>
                      <a:pt x="16223" y="1"/>
                    </a:moveTo>
                    <a:cubicBezTo>
                      <a:pt x="16188" y="1"/>
                      <a:pt x="16168" y="4"/>
                      <a:pt x="16168" y="4"/>
                    </a:cubicBezTo>
                    <a:cubicBezTo>
                      <a:pt x="16168" y="4"/>
                      <a:pt x="3517" y="6715"/>
                      <a:pt x="1759" y="11160"/>
                    </a:cubicBezTo>
                    <a:cubicBezTo>
                      <a:pt x="0" y="15609"/>
                      <a:pt x="3895" y="20718"/>
                      <a:pt x="3895" y="20718"/>
                    </a:cubicBezTo>
                    <a:cubicBezTo>
                      <a:pt x="4361" y="20940"/>
                      <a:pt x="4839" y="21133"/>
                      <a:pt x="5331" y="21297"/>
                    </a:cubicBezTo>
                    <a:cubicBezTo>
                      <a:pt x="6045" y="21538"/>
                      <a:pt x="6919" y="21764"/>
                      <a:pt x="7700" y="21764"/>
                    </a:cubicBezTo>
                    <a:cubicBezTo>
                      <a:pt x="8167" y="21764"/>
                      <a:pt x="8601" y="21683"/>
                      <a:pt x="8949" y="21477"/>
                    </a:cubicBezTo>
                    <a:cubicBezTo>
                      <a:pt x="10552" y="20541"/>
                      <a:pt x="10854" y="18254"/>
                      <a:pt x="10854" y="18254"/>
                    </a:cubicBezTo>
                    <a:cubicBezTo>
                      <a:pt x="10854" y="18254"/>
                      <a:pt x="9964" y="17553"/>
                      <a:pt x="9213" y="16189"/>
                    </a:cubicBezTo>
                    <a:cubicBezTo>
                      <a:pt x="8630" y="15123"/>
                      <a:pt x="8290" y="13943"/>
                      <a:pt x="8227" y="12730"/>
                    </a:cubicBezTo>
                    <a:cubicBezTo>
                      <a:pt x="8189" y="12147"/>
                      <a:pt x="8210" y="11563"/>
                      <a:pt x="8290" y="10984"/>
                    </a:cubicBezTo>
                    <a:cubicBezTo>
                      <a:pt x="8785" y="7286"/>
                      <a:pt x="13826" y="3555"/>
                      <a:pt x="16029" y="2086"/>
                    </a:cubicBezTo>
                    <a:cubicBezTo>
                      <a:pt x="16659" y="1666"/>
                      <a:pt x="17058" y="1427"/>
                      <a:pt x="17058" y="1427"/>
                    </a:cubicBezTo>
                    <a:cubicBezTo>
                      <a:pt x="17058" y="1427"/>
                      <a:pt x="17112" y="1095"/>
                      <a:pt x="16881" y="512"/>
                    </a:cubicBezTo>
                    <a:cubicBezTo>
                      <a:pt x="16698" y="49"/>
                      <a:pt x="16356" y="1"/>
                      <a:pt x="1622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33"/>
              <p:cNvSpPr/>
              <p:nvPr/>
            </p:nvSpPr>
            <p:spPr>
              <a:xfrm rot="-4317798">
                <a:off x="3373785" y="3922435"/>
                <a:ext cx="142359" cy="54703"/>
              </a:xfrm>
              <a:custGeom>
                <a:rect b="b" l="l" r="r" t="t"/>
                <a:pathLst>
                  <a:path extrusionOk="0" h="1489" w="3875">
                    <a:moveTo>
                      <a:pt x="3139" y="1"/>
                    </a:moveTo>
                    <a:cubicBezTo>
                      <a:pt x="2581" y="1"/>
                      <a:pt x="714" y="366"/>
                      <a:pt x="714" y="366"/>
                    </a:cubicBezTo>
                    <a:cubicBezTo>
                      <a:pt x="0" y="496"/>
                      <a:pt x="151" y="1462"/>
                      <a:pt x="714" y="1487"/>
                    </a:cubicBezTo>
                    <a:cubicBezTo>
                      <a:pt x="732" y="1488"/>
                      <a:pt x="751" y="1488"/>
                      <a:pt x="771" y="1488"/>
                    </a:cubicBezTo>
                    <a:cubicBezTo>
                      <a:pt x="1384" y="1488"/>
                      <a:pt x="3053" y="1127"/>
                      <a:pt x="3459" y="904"/>
                    </a:cubicBezTo>
                    <a:cubicBezTo>
                      <a:pt x="3874" y="673"/>
                      <a:pt x="3585" y="85"/>
                      <a:pt x="3253" y="10"/>
                    </a:cubicBezTo>
                    <a:cubicBezTo>
                      <a:pt x="3227" y="4"/>
                      <a:pt x="3188" y="1"/>
                      <a:pt x="31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33"/>
              <p:cNvSpPr/>
              <p:nvPr/>
            </p:nvSpPr>
            <p:spPr>
              <a:xfrm rot="-4317798">
                <a:off x="3728054" y="3742022"/>
                <a:ext cx="72594" cy="105695"/>
              </a:xfrm>
              <a:custGeom>
                <a:rect b="b" l="l" r="r" t="t"/>
                <a:pathLst>
                  <a:path extrusionOk="0" h="2877" w="1976">
                    <a:moveTo>
                      <a:pt x="705" y="0"/>
                    </a:moveTo>
                    <a:cubicBezTo>
                      <a:pt x="651" y="0"/>
                      <a:pt x="594" y="8"/>
                      <a:pt x="534" y="23"/>
                    </a:cubicBezTo>
                    <a:cubicBezTo>
                      <a:pt x="1" y="153"/>
                      <a:pt x="177" y="707"/>
                      <a:pt x="303" y="1420"/>
                    </a:cubicBezTo>
                    <a:cubicBezTo>
                      <a:pt x="433" y="2130"/>
                      <a:pt x="735" y="2743"/>
                      <a:pt x="1067" y="2843"/>
                    </a:cubicBezTo>
                    <a:cubicBezTo>
                      <a:pt x="1135" y="2864"/>
                      <a:pt x="1216" y="2876"/>
                      <a:pt x="1299" y="2876"/>
                    </a:cubicBezTo>
                    <a:cubicBezTo>
                      <a:pt x="1618" y="2876"/>
                      <a:pt x="1976" y="2696"/>
                      <a:pt x="1856" y="2130"/>
                    </a:cubicBezTo>
                    <a:cubicBezTo>
                      <a:pt x="1711" y="1467"/>
                      <a:pt x="1481" y="0"/>
                      <a:pt x="7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33"/>
              <p:cNvSpPr/>
              <p:nvPr/>
            </p:nvSpPr>
            <p:spPr>
              <a:xfrm rot="-4317798">
                <a:off x="3987535" y="3887799"/>
                <a:ext cx="864148" cy="817785"/>
              </a:xfrm>
              <a:custGeom>
                <a:rect b="b" l="l" r="r" t="t"/>
                <a:pathLst>
                  <a:path extrusionOk="0" h="22260" w="23522">
                    <a:moveTo>
                      <a:pt x="20505" y="0"/>
                    </a:moveTo>
                    <a:cubicBezTo>
                      <a:pt x="20251" y="0"/>
                      <a:pt x="19978" y="18"/>
                      <a:pt x="19686" y="55"/>
                    </a:cubicBezTo>
                    <a:cubicBezTo>
                      <a:pt x="16786" y="416"/>
                      <a:pt x="16278" y="2069"/>
                      <a:pt x="15086" y="2628"/>
                    </a:cubicBezTo>
                    <a:cubicBezTo>
                      <a:pt x="14769" y="2775"/>
                      <a:pt x="14411" y="2822"/>
                      <a:pt x="14015" y="2822"/>
                    </a:cubicBezTo>
                    <a:cubicBezTo>
                      <a:pt x="13335" y="2822"/>
                      <a:pt x="12546" y="2684"/>
                      <a:pt x="11672" y="2684"/>
                    </a:cubicBezTo>
                    <a:cubicBezTo>
                      <a:pt x="11129" y="2684"/>
                      <a:pt x="10554" y="2737"/>
                      <a:pt x="9952" y="2909"/>
                    </a:cubicBezTo>
                    <a:cubicBezTo>
                      <a:pt x="7816" y="3517"/>
                      <a:pt x="6519" y="4558"/>
                      <a:pt x="6167" y="6413"/>
                    </a:cubicBezTo>
                    <a:cubicBezTo>
                      <a:pt x="6003" y="7253"/>
                      <a:pt x="5915" y="7853"/>
                      <a:pt x="5801" y="8302"/>
                    </a:cubicBezTo>
                    <a:cubicBezTo>
                      <a:pt x="5667" y="8844"/>
                      <a:pt x="5499" y="9163"/>
                      <a:pt x="5121" y="9414"/>
                    </a:cubicBezTo>
                    <a:cubicBezTo>
                      <a:pt x="4433" y="9868"/>
                      <a:pt x="2960" y="9822"/>
                      <a:pt x="2276" y="10938"/>
                    </a:cubicBezTo>
                    <a:cubicBezTo>
                      <a:pt x="1587" y="12055"/>
                      <a:pt x="1541" y="12739"/>
                      <a:pt x="1667" y="14879"/>
                    </a:cubicBezTo>
                    <a:cubicBezTo>
                      <a:pt x="1793" y="17016"/>
                      <a:pt x="446" y="16991"/>
                      <a:pt x="190" y="18183"/>
                    </a:cubicBezTo>
                    <a:cubicBezTo>
                      <a:pt x="68" y="18762"/>
                      <a:pt x="1" y="19601"/>
                      <a:pt x="240" y="20369"/>
                    </a:cubicBezTo>
                    <a:cubicBezTo>
                      <a:pt x="496" y="21188"/>
                      <a:pt x="1105" y="21927"/>
                      <a:pt x="2376" y="22174"/>
                    </a:cubicBezTo>
                    <a:cubicBezTo>
                      <a:pt x="2679" y="22233"/>
                      <a:pt x="2983" y="22260"/>
                      <a:pt x="3286" y="22260"/>
                    </a:cubicBezTo>
                    <a:cubicBezTo>
                      <a:pt x="5452" y="22260"/>
                      <a:pt x="7614" y="20910"/>
                      <a:pt x="9440" y="20516"/>
                    </a:cubicBezTo>
                    <a:cubicBezTo>
                      <a:pt x="10933" y="20192"/>
                      <a:pt x="12112" y="19670"/>
                      <a:pt x="13277" y="19670"/>
                    </a:cubicBezTo>
                    <a:cubicBezTo>
                      <a:pt x="13740" y="19670"/>
                      <a:pt x="14201" y="19752"/>
                      <a:pt x="14679" y="19962"/>
                    </a:cubicBezTo>
                    <a:cubicBezTo>
                      <a:pt x="15111" y="20147"/>
                      <a:pt x="15526" y="20374"/>
                      <a:pt x="15917" y="20638"/>
                    </a:cubicBezTo>
                    <a:cubicBezTo>
                      <a:pt x="16534" y="21062"/>
                      <a:pt x="16685" y="21368"/>
                      <a:pt x="16685" y="21368"/>
                    </a:cubicBezTo>
                    <a:lnTo>
                      <a:pt x="22150" y="14271"/>
                    </a:lnTo>
                    <a:cubicBezTo>
                      <a:pt x="21642" y="12693"/>
                      <a:pt x="23040" y="7333"/>
                      <a:pt x="23291" y="4231"/>
                    </a:cubicBezTo>
                    <a:cubicBezTo>
                      <a:pt x="23522" y="1442"/>
                      <a:pt x="22768" y="0"/>
                      <a:pt x="2050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33"/>
              <p:cNvSpPr/>
              <p:nvPr/>
            </p:nvSpPr>
            <p:spPr>
              <a:xfrm rot="-4317798">
                <a:off x="5052630" y="2918331"/>
                <a:ext cx="655367" cy="1198573"/>
              </a:xfrm>
              <a:custGeom>
                <a:rect b="b" l="l" r="r" t="t"/>
                <a:pathLst>
                  <a:path extrusionOk="0" h="32625" w="17839">
                    <a:moveTo>
                      <a:pt x="7870" y="0"/>
                    </a:moveTo>
                    <a:cubicBezTo>
                      <a:pt x="6301" y="0"/>
                      <a:pt x="4690" y="545"/>
                      <a:pt x="3216" y="1799"/>
                    </a:cubicBezTo>
                    <a:cubicBezTo>
                      <a:pt x="2267" y="2609"/>
                      <a:pt x="1763" y="3511"/>
                      <a:pt x="1537" y="4401"/>
                    </a:cubicBezTo>
                    <a:cubicBezTo>
                      <a:pt x="911" y="6873"/>
                      <a:pt x="2418" y="9241"/>
                      <a:pt x="2418" y="9241"/>
                    </a:cubicBezTo>
                    <a:cubicBezTo>
                      <a:pt x="2418" y="9241"/>
                      <a:pt x="1" y="15885"/>
                      <a:pt x="429" y="21560"/>
                    </a:cubicBezTo>
                    <a:cubicBezTo>
                      <a:pt x="843" y="27007"/>
                      <a:pt x="4630" y="32625"/>
                      <a:pt x="7124" y="32625"/>
                    </a:cubicBezTo>
                    <a:cubicBezTo>
                      <a:pt x="7230" y="32625"/>
                      <a:pt x="7333" y="32615"/>
                      <a:pt x="7434" y="32594"/>
                    </a:cubicBezTo>
                    <a:cubicBezTo>
                      <a:pt x="9910" y="32086"/>
                      <a:pt x="8815" y="29513"/>
                      <a:pt x="8815" y="29434"/>
                    </a:cubicBezTo>
                    <a:cubicBezTo>
                      <a:pt x="8815" y="29432"/>
                      <a:pt x="8816" y="29431"/>
                      <a:pt x="8818" y="29431"/>
                    </a:cubicBezTo>
                    <a:cubicBezTo>
                      <a:pt x="8868" y="29431"/>
                      <a:pt x="9419" y="29841"/>
                      <a:pt x="10103" y="29841"/>
                    </a:cubicBezTo>
                    <a:cubicBezTo>
                      <a:pt x="10676" y="29841"/>
                      <a:pt x="11344" y="29554"/>
                      <a:pt x="11891" y="28498"/>
                    </a:cubicBezTo>
                    <a:cubicBezTo>
                      <a:pt x="13096" y="26164"/>
                      <a:pt x="11942" y="21312"/>
                      <a:pt x="11896" y="21115"/>
                    </a:cubicBezTo>
                    <a:lnTo>
                      <a:pt x="11896" y="21115"/>
                    </a:lnTo>
                    <a:cubicBezTo>
                      <a:pt x="11919" y="21158"/>
                      <a:pt x="12115" y="21539"/>
                      <a:pt x="12529" y="21539"/>
                    </a:cubicBezTo>
                    <a:cubicBezTo>
                      <a:pt x="12554" y="21539"/>
                      <a:pt x="12579" y="21537"/>
                      <a:pt x="12605" y="21534"/>
                    </a:cubicBezTo>
                    <a:cubicBezTo>
                      <a:pt x="13104" y="21480"/>
                      <a:pt x="13822" y="20649"/>
                      <a:pt x="13742" y="19096"/>
                    </a:cubicBezTo>
                    <a:cubicBezTo>
                      <a:pt x="13658" y="17543"/>
                      <a:pt x="13822" y="16233"/>
                      <a:pt x="15828" y="13312"/>
                    </a:cubicBezTo>
                    <a:cubicBezTo>
                      <a:pt x="17839" y="10395"/>
                      <a:pt x="16445" y="5841"/>
                      <a:pt x="13822" y="2869"/>
                    </a:cubicBezTo>
                    <a:cubicBezTo>
                      <a:pt x="12277" y="1119"/>
                      <a:pt x="10117" y="0"/>
                      <a:pt x="78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33"/>
              <p:cNvSpPr/>
              <p:nvPr/>
            </p:nvSpPr>
            <p:spPr>
              <a:xfrm rot="-4317798">
                <a:off x="5263417" y="3579935"/>
                <a:ext cx="320758" cy="402573"/>
              </a:xfrm>
              <a:custGeom>
                <a:rect b="b" l="l" r="r" t="t"/>
                <a:pathLst>
                  <a:path extrusionOk="0" h="10958" w="8731">
                    <a:moveTo>
                      <a:pt x="3547" y="1"/>
                    </a:moveTo>
                    <a:lnTo>
                      <a:pt x="2636" y="72"/>
                    </a:lnTo>
                    <a:lnTo>
                      <a:pt x="462" y="240"/>
                    </a:lnTo>
                    <a:cubicBezTo>
                      <a:pt x="462" y="240"/>
                      <a:pt x="0" y="3489"/>
                      <a:pt x="2099" y="6498"/>
                    </a:cubicBezTo>
                    <a:cubicBezTo>
                      <a:pt x="4193" y="9508"/>
                      <a:pt x="7740" y="10956"/>
                      <a:pt x="7740" y="10956"/>
                    </a:cubicBezTo>
                    <a:cubicBezTo>
                      <a:pt x="7740" y="10956"/>
                      <a:pt x="7750" y="10958"/>
                      <a:pt x="7771" y="10958"/>
                    </a:cubicBezTo>
                    <a:cubicBezTo>
                      <a:pt x="7830" y="10958"/>
                      <a:pt x="7975" y="10939"/>
                      <a:pt x="8206" y="10796"/>
                    </a:cubicBezTo>
                    <a:cubicBezTo>
                      <a:pt x="8239" y="10775"/>
                      <a:pt x="8277" y="10750"/>
                      <a:pt x="8311" y="10729"/>
                    </a:cubicBezTo>
                    <a:cubicBezTo>
                      <a:pt x="8697" y="10460"/>
                      <a:pt x="8730" y="9814"/>
                      <a:pt x="8730" y="9814"/>
                    </a:cubicBezTo>
                    <a:cubicBezTo>
                      <a:pt x="8730" y="9814"/>
                      <a:pt x="8223" y="9667"/>
                      <a:pt x="7513" y="9163"/>
                    </a:cubicBezTo>
                    <a:cubicBezTo>
                      <a:pt x="6741" y="8618"/>
                      <a:pt x="5734" y="7640"/>
                      <a:pt x="4915" y="5965"/>
                    </a:cubicBezTo>
                    <a:cubicBezTo>
                      <a:pt x="4391" y="4882"/>
                      <a:pt x="4009" y="3741"/>
                      <a:pt x="3778" y="2565"/>
                    </a:cubicBezTo>
                    <a:cubicBezTo>
                      <a:pt x="3677" y="2049"/>
                      <a:pt x="3606" y="1533"/>
                      <a:pt x="3568" y="1008"/>
                    </a:cubicBezTo>
                    <a:cubicBezTo>
                      <a:pt x="3538" y="672"/>
                      <a:pt x="3530" y="337"/>
                      <a:pt x="354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33"/>
              <p:cNvSpPr/>
              <p:nvPr/>
            </p:nvSpPr>
            <p:spPr>
              <a:xfrm rot="-4317798">
                <a:off x="4930983" y="3642425"/>
                <a:ext cx="289641" cy="319179"/>
              </a:xfrm>
              <a:custGeom>
                <a:rect b="b" l="l" r="r" t="t"/>
                <a:pathLst>
                  <a:path extrusionOk="0" h="8688" w="7884">
                    <a:moveTo>
                      <a:pt x="5056" y="1"/>
                    </a:moveTo>
                    <a:cubicBezTo>
                      <a:pt x="4885" y="1"/>
                      <a:pt x="4711" y="12"/>
                      <a:pt x="4534" y="33"/>
                    </a:cubicBezTo>
                    <a:cubicBezTo>
                      <a:pt x="3560" y="150"/>
                      <a:pt x="2519" y="574"/>
                      <a:pt x="1755" y="1170"/>
                    </a:cubicBezTo>
                    <a:cubicBezTo>
                      <a:pt x="1" y="2547"/>
                      <a:pt x="1944" y="5980"/>
                      <a:pt x="2104" y="7084"/>
                    </a:cubicBezTo>
                    <a:cubicBezTo>
                      <a:pt x="2263" y="8188"/>
                      <a:pt x="2515" y="8683"/>
                      <a:pt x="3623" y="8687"/>
                    </a:cubicBezTo>
                    <a:cubicBezTo>
                      <a:pt x="3967" y="8683"/>
                      <a:pt x="4316" y="8662"/>
                      <a:pt x="4660" y="8616"/>
                    </a:cubicBezTo>
                    <a:cubicBezTo>
                      <a:pt x="5877" y="8465"/>
                      <a:pt x="7380" y="8079"/>
                      <a:pt x="7321" y="7395"/>
                    </a:cubicBezTo>
                    <a:cubicBezTo>
                      <a:pt x="7245" y="6488"/>
                      <a:pt x="7883" y="4528"/>
                      <a:pt x="7208" y="1439"/>
                    </a:cubicBezTo>
                    <a:cubicBezTo>
                      <a:pt x="6984" y="417"/>
                      <a:pt x="6104" y="1"/>
                      <a:pt x="505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33"/>
              <p:cNvSpPr/>
              <p:nvPr/>
            </p:nvSpPr>
            <p:spPr>
              <a:xfrm rot="-4317798">
                <a:off x="4565619" y="3992610"/>
                <a:ext cx="279428" cy="303198"/>
              </a:xfrm>
              <a:custGeom>
                <a:rect b="b" l="l" r="r" t="t"/>
                <a:pathLst>
                  <a:path extrusionOk="0" h="8253" w="7606">
                    <a:moveTo>
                      <a:pt x="5838" y="0"/>
                    </a:moveTo>
                    <a:cubicBezTo>
                      <a:pt x="4493" y="0"/>
                      <a:pt x="2030" y="1603"/>
                      <a:pt x="1016" y="4046"/>
                    </a:cubicBezTo>
                    <a:cubicBezTo>
                      <a:pt x="0" y="6510"/>
                      <a:pt x="403" y="7039"/>
                      <a:pt x="534" y="7404"/>
                    </a:cubicBezTo>
                    <a:cubicBezTo>
                      <a:pt x="668" y="7774"/>
                      <a:pt x="1285" y="8252"/>
                      <a:pt x="1285" y="8252"/>
                    </a:cubicBezTo>
                    <a:cubicBezTo>
                      <a:pt x="1285" y="8252"/>
                      <a:pt x="1289" y="8253"/>
                      <a:pt x="1297" y="8253"/>
                    </a:cubicBezTo>
                    <a:cubicBezTo>
                      <a:pt x="1379" y="8253"/>
                      <a:pt x="1898" y="8184"/>
                      <a:pt x="3669" y="6728"/>
                    </a:cubicBezTo>
                    <a:cubicBezTo>
                      <a:pt x="5625" y="5121"/>
                      <a:pt x="7606" y="647"/>
                      <a:pt x="7606" y="647"/>
                    </a:cubicBezTo>
                    <a:cubicBezTo>
                      <a:pt x="7606" y="647"/>
                      <a:pt x="7203" y="21"/>
                      <a:pt x="5864" y="0"/>
                    </a:cubicBezTo>
                    <a:cubicBezTo>
                      <a:pt x="5855" y="0"/>
                      <a:pt x="5847" y="0"/>
                      <a:pt x="583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33"/>
              <p:cNvSpPr/>
              <p:nvPr/>
            </p:nvSpPr>
            <p:spPr>
              <a:xfrm rot="-4317798">
                <a:off x="4558330" y="3709015"/>
                <a:ext cx="668482" cy="498165"/>
              </a:xfrm>
              <a:custGeom>
                <a:rect b="b" l="l" r="r" t="t"/>
                <a:pathLst>
                  <a:path extrusionOk="0" h="13560" w="18196">
                    <a:moveTo>
                      <a:pt x="6403" y="1"/>
                    </a:moveTo>
                    <a:cubicBezTo>
                      <a:pt x="5630" y="1"/>
                      <a:pt x="2216" y="2089"/>
                      <a:pt x="1138" y="4342"/>
                    </a:cubicBezTo>
                    <a:cubicBezTo>
                      <a:pt x="1125" y="4363"/>
                      <a:pt x="1112" y="4392"/>
                      <a:pt x="1100" y="4413"/>
                    </a:cubicBezTo>
                    <a:cubicBezTo>
                      <a:pt x="0" y="6822"/>
                      <a:pt x="189" y="7628"/>
                      <a:pt x="189" y="7628"/>
                    </a:cubicBezTo>
                    <a:cubicBezTo>
                      <a:pt x="189" y="7628"/>
                      <a:pt x="1822" y="10491"/>
                      <a:pt x="6775" y="12526"/>
                    </a:cubicBezTo>
                    <a:cubicBezTo>
                      <a:pt x="8612" y="13283"/>
                      <a:pt x="10232" y="13559"/>
                      <a:pt x="11593" y="13559"/>
                    </a:cubicBezTo>
                    <a:cubicBezTo>
                      <a:pt x="13902" y="13559"/>
                      <a:pt x="15462" y="12762"/>
                      <a:pt x="16067" y="12157"/>
                    </a:cubicBezTo>
                    <a:cubicBezTo>
                      <a:pt x="17033" y="11192"/>
                      <a:pt x="18195" y="8274"/>
                      <a:pt x="18195" y="8274"/>
                    </a:cubicBezTo>
                    <a:cubicBezTo>
                      <a:pt x="18195" y="8274"/>
                      <a:pt x="17839" y="5097"/>
                      <a:pt x="15224" y="4531"/>
                    </a:cubicBezTo>
                    <a:cubicBezTo>
                      <a:pt x="15211" y="4526"/>
                      <a:pt x="15198" y="4526"/>
                      <a:pt x="15182" y="4522"/>
                    </a:cubicBezTo>
                    <a:cubicBezTo>
                      <a:pt x="12533" y="3989"/>
                      <a:pt x="6984" y="291"/>
                      <a:pt x="6510" y="23"/>
                    </a:cubicBezTo>
                    <a:cubicBezTo>
                      <a:pt x="6484" y="8"/>
                      <a:pt x="6448" y="1"/>
                      <a:pt x="640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33"/>
              <p:cNvSpPr/>
              <p:nvPr/>
            </p:nvSpPr>
            <p:spPr>
              <a:xfrm rot="-4317798">
                <a:off x="4948261" y="3651031"/>
                <a:ext cx="217709" cy="131926"/>
              </a:xfrm>
              <a:custGeom>
                <a:rect b="b" l="l" r="r" t="t"/>
                <a:pathLst>
                  <a:path extrusionOk="0" h="3591" w="5926">
                    <a:moveTo>
                      <a:pt x="5199" y="0"/>
                    </a:moveTo>
                    <a:cubicBezTo>
                      <a:pt x="5166" y="0"/>
                      <a:pt x="5129" y="6"/>
                      <a:pt x="5088" y="19"/>
                    </a:cubicBezTo>
                    <a:cubicBezTo>
                      <a:pt x="4397" y="236"/>
                      <a:pt x="2931" y="307"/>
                      <a:pt x="1986" y="307"/>
                    </a:cubicBezTo>
                    <a:cubicBezTo>
                      <a:pt x="1651" y="307"/>
                      <a:pt x="1382" y="298"/>
                      <a:pt x="1235" y="284"/>
                    </a:cubicBezTo>
                    <a:cubicBezTo>
                      <a:pt x="1121" y="274"/>
                      <a:pt x="1018" y="267"/>
                      <a:pt x="923" y="267"/>
                    </a:cubicBezTo>
                    <a:cubicBezTo>
                      <a:pt x="551" y="267"/>
                      <a:pt x="328" y="377"/>
                      <a:pt x="244" y="846"/>
                    </a:cubicBezTo>
                    <a:cubicBezTo>
                      <a:pt x="135" y="1438"/>
                      <a:pt x="1" y="3339"/>
                      <a:pt x="1394" y="3553"/>
                    </a:cubicBezTo>
                    <a:cubicBezTo>
                      <a:pt x="1563" y="3579"/>
                      <a:pt x="1741" y="3591"/>
                      <a:pt x="1924" y="3591"/>
                    </a:cubicBezTo>
                    <a:cubicBezTo>
                      <a:pt x="3250" y="3591"/>
                      <a:pt x="4819" y="2991"/>
                      <a:pt x="4819" y="2991"/>
                    </a:cubicBezTo>
                    <a:cubicBezTo>
                      <a:pt x="4819" y="2991"/>
                      <a:pt x="5925" y="0"/>
                      <a:pt x="519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33"/>
              <p:cNvSpPr/>
              <p:nvPr/>
            </p:nvSpPr>
            <p:spPr>
              <a:xfrm rot="-4317798">
                <a:off x="4929699" y="3301825"/>
                <a:ext cx="415285" cy="422081"/>
              </a:xfrm>
              <a:custGeom>
                <a:rect b="b" l="l" r="r" t="t"/>
                <a:pathLst>
                  <a:path extrusionOk="0" h="11489" w="11304">
                    <a:moveTo>
                      <a:pt x="3276" y="1"/>
                    </a:moveTo>
                    <a:cubicBezTo>
                      <a:pt x="2987" y="1"/>
                      <a:pt x="2659" y="91"/>
                      <a:pt x="2288" y="317"/>
                    </a:cubicBezTo>
                    <a:cubicBezTo>
                      <a:pt x="1" y="1707"/>
                      <a:pt x="1633" y="3478"/>
                      <a:pt x="1633" y="3478"/>
                    </a:cubicBezTo>
                    <a:cubicBezTo>
                      <a:pt x="1633" y="3478"/>
                      <a:pt x="26" y="6210"/>
                      <a:pt x="1633" y="9287"/>
                    </a:cubicBezTo>
                    <a:cubicBezTo>
                      <a:pt x="1852" y="9715"/>
                      <a:pt x="2150" y="10097"/>
                      <a:pt x="2506" y="10420"/>
                    </a:cubicBezTo>
                    <a:cubicBezTo>
                      <a:pt x="3392" y="11212"/>
                      <a:pt x="4552" y="11488"/>
                      <a:pt x="5671" y="11488"/>
                    </a:cubicBezTo>
                    <a:cubicBezTo>
                      <a:pt x="6960" y="11488"/>
                      <a:pt x="8194" y="11122"/>
                      <a:pt x="8890" y="10756"/>
                    </a:cubicBezTo>
                    <a:cubicBezTo>
                      <a:pt x="10418" y="9954"/>
                      <a:pt x="11140" y="8351"/>
                      <a:pt x="11245" y="7172"/>
                    </a:cubicBezTo>
                    <a:cubicBezTo>
                      <a:pt x="11304" y="6529"/>
                      <a:pt x="11220" y="5908"/>
                      <a:pt x="10956" y="5396"/>
                    </a:cubicBezTo>
                    <a:cubicBezTo>
                      <a:pt x="10725" y="4943"/>
                      <a:pt x="10347" y="4586"/>
                      <a:pt x="9881" y="4389"/>
                    </a:cubicBezTo>
                    <a:cubicBezTo>
                      <a:pt x="8781" y="3906"/>
                      <a:pt x="6452" y="3747"/>
                      <a:pt x="5675" y="3478"/>
                    </a:cubicBezTo>
                    <a:cubicBezTo>
                      <a:pt x="4903" y="3209"/>
                      <a:pt x="4953" y="1472"/>
                      <a:pt x="4953" y="1472"/>
                    </a:cubicBezTo>
                    <a:cubicBezTo>
                      <a:pt x="4953" y="1472"/>
                      <a:pt x="4439" y="1"/>
                      <a:pt x="327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33"/>
              <p:cNvSpPr/>
              <p:nvPr/>
            </p:nvSpPr>
            <p:spPr>
              <a:xfrm rot="-4317798">
                <a:off x="5456954" y="3573619"/>
                <a:ext cx="476343" cy="173403"/>
              </a:xfrm>
              <a:custGeom>
                <a:rect b="b" l="l" r="r" t="t"/>
                <a:pathLst>
                  <a:path extrusionOk="0" h="4720" w="12966">
                    <a:moveTo>
                      <a:pt x="10611" y="1"/>
                    </a:moveTo>
                    <a:cubicBezTo>
                      <a:pt x="8896" y="1"/>
                      <a:pt x="5982" y="80"/>
                      <a:pt x="5477" y="80"/>
                    </a:cubicBezTo>
                    <a:cubicBezTo>
                      <a:pt x="5459" y="80"/>
                      <a:pt x="5443" y="79"/>
                      <a:pt x="5431" y="79"/>
                    </a:cubicBezTo>
                    <a:cubicBezTo>
                      <a:pt x="5425" y="79"/>
                      <a:pt x="5419" y="79"/>
                      <a:pt x="5413" y="79"/>
                    </a:cubicBezTo>
                    <a:cubicBezTo>
                      <a:pt x="4964" y="79"/>
                      <a:pt x="4433" y="384"/>
                      <a:pt x="4139" y="541"/>
                    </a:cubicBezTo>
                    <a:cubicBezTo>
                      <a:pt x="4139" y="541"/>
                      <a:pt x="336" y="2316"/>
                      <a:pt x="63" y="2723"/>
                    </a:cubicBezTo>
                    <a:cubicBezTo>
                      <a:pt x="9" y="2807"/>
                      <a:pt x="0" y="2921"/>
                      <a:pt x="30" y="3051"/>
                    </a:cubicBezTo>
                    <a:cubicBezTo>
                      <a:pt x="135" y="3555"/>
                      <a:pt x="743" y="4302"/>
                      <a:pt x="861" y="4532"/>
                    </a:cubicBezTo>
                    <a:cubicBezTo>
                      <a:pt x="941" y="4684"/>
                      <a:pt x="2947" y="4720"/>
                      <a:pt x="4908" y="4720"/>
                    </a:cubicBezTo>
                    <a:cubicBezTo>
                      <a:pt x="6638" y="4720"/>
                      <a:pt x="8333" y="4692"/>
                      <a:pt x="8638" y="4692"/>
                    </a:cubicBezTo>
                    <a:cubicBezTo>
                      <a:pt x="9285" y="4692"/>
                      <a:pt x="9629" y="4276"/>
                      <a:pt x="10086" y="3932"/>
                    </a:cubicBezTo>
                    <a:cubicBezTo>
                      <a:pt x="10540" y="3588"/>
                      <a:pt x="12227" y="2090"/>
                      <a:pt x="12638" y="1607"/>
                    </a:cubicBezTo>
                    <a:cubicBezTo>
                      <a:pt x="12966" y="1217"/>
                      <a:pt x="12550" y="520"/>
                      <a:pt x="12139" y="201"/>
                    </a:cubicBezTo>
                    <a:lnTo>
                      <a:pt x="12135" y="201"/>
                    </a:lnTo>
                    <a:cubicBezTo>
                      <a:pt x="12046" y="130"/>
                      <a:pt x="11946" y="75"/>
                      <a:pt x="11841" y="41"/>
                    </a:cubicBezTo>
                    <a:cubicBezTo>
                      <a:pt x="11720" y="12"/>
                      <a:pt x="11248" y="1"/>
                      <a:pt x="106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33"/>
              <p:cNvSpPr/>
              <p:nvPr/>
            </p:nvSpPr>
            <p:spPr>
              <a:xfrm rot="-4317798">
                <a:off x="5445816" y="3603944"/>
                <a:ext cx="445814" cy="127664"/>
              </a:xfrm>
              <a:custGeom>
                <a:rect b="b" l="l" r="r" t="t"/>
                <a:pathLst>
                  <a:path extrusionOk="0" h="3475" w="12135">
                    <a:moveTo>
                      <a:pt x="10558" y="0"/>
                    </a:moveTo>
                    <a:cubicBezTo>
                      <a:pt x="8838" y="0"/>
                      <a:pt x="5978" y="78"/>
                      <a:pt x="5481" y="78"/>
                    </a:cubicBezTo>
                    <a:cubicBezTo>
                      <a:pt x="5463" y="78"/>
                      <a:pt x="5447" y="77"/>
                      <a:pt x="5436" y="77"/>
                    </a:cubicBezTo>
                    <a:cubicBezTo>
                      <a:pt x="5430" y="77"/>
                      <a:pt x="5424" y="77"/>
                      <a:pt x="5417" y="77"/>
                    </a:cubicBezTo>
                    <a:cubicBezTo>
                      <a:pt x="4964" y="77"/>
                      <a:pt x="4437" y="382"/>
                      <a:pt x="4139" y="539"/>
                    </a:cubicBezTo>
                    <a:cubicBezTo>
                      <a:pt x="4139" y="539"/>
                      <a:pt x="336" y="2314"/>
                      <a:pt x="63" y="2721"/>
                    </a:cubicBezTo>
                    <a:cubicBezTo>
                      <a:pt x="9" y="2805"/>
                      <a:pt x="0" y="2919"/>
                      <a:pt x="30" y="3049"/>
                    </a:cubicBezTo>
                    <a:cubicBezTo>
                      <a:pt x="1776" y="3205"/>
                      <a:pt x="7205" y="3475"/>
                      <a:pt x="8247" y="3475"/>
                    </a:cubicBezTo>
                    <a:cubicBezTo>
                      <a:pt x="8299" y="3475"/>
                      <a:pt x="8340" y="3474"/>
                      <a:pt x="8370" y="3473"/>
                    </a:cubicBezTo>
                    <a:cubicBezTo>
                      <a:pt x="9096" y="3435"/>
                      <a:pt x="11610" y="724"/>
                      <a:pt x="11916" y="497"/>
                    </a:cubicBezTo>
                    <a:cubicBezTo>
                      <a:pt x="12017" y="421"/>
                      <a:pt x="12093" y="316"/>
                      <a:pt x="12135" y="199"/>
                    </a:cubicBezTo>
                    <a:cubicBezTo>
                      <a:pt x="12051" y="128"/>
                      <a:pt x="11950" y="73"/>
                      <a:pt x="11841" y="44"/>
                    </a:cubicBezTo>
                    <a:cubicBezTo>
                      <a:pt x="11717" y="12"/>
                      <a:pt x="11222" y="0"/>
                      <a:pt x="105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33"/>
              <p:cNvSpPr/>
              <p:nvPr/>
            </p:nvSpPr>
            <p:spPr>
              <a:xfrm rot="-4317798">
                <a:off x="5537985" y="3630252"/>
                <a:ext cx="261537" cy="74908"/>
              </a:xfrm>
              <a:custGeom>
                <a:rect b="b" l="l" r="r" t="t"/>
                <a:pathLst>
                  <a:path extrusionOk="0" h="2039" w="7119">
                    <a:moveTo>
                      <a:pt x="6189" y="0"/>
                    </a:moveTo>
                    <a:cubicBezTo>
                      <a:pt x="5174" y="0"/>
                      <a:pt x="3485" y="48"/>
                      <a:pt x="3207" y="48"/>
                    </a:cubicBezTo>
                    <a:cubicBezTo>
                      <a:pt x="3199" y="48"/>
                      <a:pt x="3192" y="48"/>
                      <a:pt x="3186" y="48"/>
                    </a:cubicBezTo>
                    <a:cubicBezTo>
                      <a:pt x="3180" y="47"/>
                      <a:pt x="3174" y="47"/>
                      <a:pt x="3168" y="47"/>
                    </a:cubicBezTo>
                    <a:cubicBezTo>
                      <a:pt x="2908" y="47"/>
                      <a:pt x="2603" y="226"/>
                      <a:pt x="2426" y="316"/>
                    </a:cubicBezTo>
                    <a:cubicBezTo>
                      <a:pt x="2426" y="316"/>
                      <a:pt x="197" y="1357"/>
                      <a:pt x="38" y="1596"/>
                    </a:cubicBezTo>
                    <a:cubicBezTo>
                      <a:pt x="4" y="1655"/>
                      <a:pt x="0" y="1726"/>
                      <a:pt x="21" y="1789"/>
                    </a:cubicBezTo>
                    <a:cubicBezTo>
                      <a:pt x="1042" y="1878"/>
                      <a:pt x="4237" y="2038"/>
                      <a:pt x="4842" y="2038"/>
                    </a:cubicBezTo>
                    <a:cubicBezTo>
                      <a:pt x="4871" y="2038"/>
                      <a:pt x="4894" y="2038"/>
                      <a:pt x="4911" y="2037"/>
                    </a:cubicBezTo>
                    <a:cubicBezTo>
                      <a:pt x="5335" y="2012"/>
                      <a:pt x="6808" y="425"/>
                      <a:pt x="6989" y="291"/>
                    </a:cubicBezTo>
                    <a:cubicBezTo>
                      <a:pt x="7047" y="249"/>
                      <a:pt x="7089" y="186"/>
                      <a:pt x="7119" y="119"/>
                    </a:cubicBezTo>
                    <a:cubicBezTo>
                      <a:pt x="7068" y="77"/>
                      <a:pt x="7005" y="43"/>
                      <a:pt x="6942" y="27"/>
                    </a:cubicBezTo>
                    <a:cubicBezTo>
                      <a:pt x="6870" y="7"/>
                      <a:pt x="6579" y="0"/>
                      <a:pt x="6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33"/>
              <p:cNvSpPr/>
              <p:nvPr/>
            </p:nvSpPr>
            <p:spPr>
              <a:xfrm rot="-4317798">
                <a:off x="5597583" y="3560508"/>
                <a:ext cx="71418" cy="68222"/>
              </a:xfrm>
              <a:custGeom>
                <a:rect b="b" l="l" r="r" t="t"/>
                <a:pathLst>
                  <a:path extrusionOk="0" h="1857" w="1944">
                    <a:moveTo>
                      <a:pt x="984" y="1"/>
                    </a:moveTo>
                    <a:cubicBezTo>
                      <a:pt x="874" y="1"/>
                      <a:pt x="771" y="28"/>
                      <a:pt x="685" y="89"/>
                    </a:cubicBezTo>
                    <a:cubicBezTo>
                      <a:pt x="265" y="382"/>
                      <a:pt x="1" y="840"/>
                      <a:pt x="1" y="840"/>
                    </a:cubicBezTo>
                    <a:cubicBezTo>
                      <a:pt x="1" y="840"/>
                      <a:pt x="58" y="807"/>
                      <a:pt x="144" y="807"/>
                    </a:cubicBezTo>
                    <a:cubicBezTo>
                      <a:pt x="241" y="807"/>
                      <a:pt x="373" y="850"/>
                      <a:pt x="496" y="1033"/>
                    </a:cubicBezTo>
                    <a:cubicBezTo>
                      <a:pt x="723" y="1377"/>
                      <a:pt x="496" y="1679"/>
                      <a:pt x="878" y="1835"/>
                    </a:cubicBezTo>
                    <a:cubicBezTo>
                      <a:pt x="915" y="1849"/>
                      <a:pt x="955" y="1856"/>
                      <a:pt x="997" y="1856"/>
                    </a:cubicBezTo>
                    <a:cubicBezTo>
                      <a:pt x="1386" y="1856"/>
                      <a:pt x="1944" y="1261"/>
                      <a:pt x="1944" y="806"/>
                    </a:cubicBezTo>
                    <a:cubicBezTo>
                      <a:pt x="1944" y="409"/>
                      <a:pt x="1412" y="1"/>
                      <a:pt x="98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33"/>
              <p:cNvSpPr/>
              <p:nvPr/>
            </p:nvSpPr>
            <p:spPr>
              <a:xfrm rot="-4317798">
                <a:off x="5220046" y="3694168"/>
                <a:ext cx="429319" cy="530237"/>
              </a:xfrm>
              <a:custGeom>
                <a:rect b="b" l="l" r="r" t="t"/>
                <a:pathLst>
                  <a:path extrusionOk="0" h="14433" w="11686">
                    <a:moveTo>
                      <a:pt x="975" y="1"/>
                    </a:moveTo>
                    <a:cubicBezTo>
                      <a:pt x="616" y="1"/>
                      <a:pt x="346" y="128"/>
                      <a:pt x="273" y="475"/>
                    </a:cubicBezTo>
                    <a:cubicBezTo>
                      <a:pt x="0" y="1789"/>
                      <a:pt x="848" y="5113"/>
                      <a:pt x="2871" y="7938"/>
                    </a:cubicBezTo>
                    <a:cubicBezTo>
                      <a:pt x="4890" y="10759"/>
                      <a:pt x="7522" y="11904"/>
                      <a:pt x="8273" y="12169"/>
                    </a:cubicBezTo>
                    <a:cubicBezTo>
                      <a:pt x="8382" y="12207"/>
                      <a:pt x="8760" y="12853"/>
                      <a:pt x="8949" y="13264"/>
                    </a:cubicBezTo>
                    <a:cubicBezTo>
                      <a:pt x="9142" y="13676"/>
                      <a:pt x="9654" y="14003"/>
                      <a:pt x="9944" y="14179"/>
                    </a:cubicBezTo>
                    <a:cubicBezTo>
                      <a:pt x="10150" y="14304"/>
                      <a:pt x="10402" y="14432"/>
                      <a:pt x="10572" y="14432"/>
                    </a:cubicBezTo>
                    <a:cubicBezTo>
                      <a:pt x="10638" y="14432"/>
                      <a:pt x="10691" y="14414"/>
                      <a:pt x="10724" y="14368"/>
                    </a:cubicBezTo>
                    <a:cubicBezTo>
                      <a:pt x="10846" y="14209"/>
                      <a:pt x="10813" y="14142"/>
                      <a:pt x="10813" y="14142"/>
                    </a:cubicBezTo>
                    <a:lnTo>
                      <a:pt x="10813" y="14142"/>
                    </a:lnTo>
                    <a:cubicBezTo>
                      <a:pt x="10813" y="14142"/>
                      <a:pt x="10976" y="14198"/>
                      <a:pt x="11151" y="14198"/>
                    </a:cubicBezTo>
                    <a:cubicBezTo>
                      <a:pt x="11296" y="14198"/>
                      <a:pt x="11449" y="14159"/>
                      <a:pt x="11522" y="14016"/>
                    </a:cubicBezTo>
                    <a:cubicBezTo>
                      <a:pt x="11686" y="13705"/>
                      <a:pt x="11417" y="13646"/>
                      <a:pt x="11417" y="13646"/>
                    </a:cubicBezTo>
                    <a:cubicBezTo>
                      <a:pt x="11417" y="13646"/>
                      <a:pt x="11677" y="13516"/>
                      <a:pt x="11526" y="13214"/>
                    </a:cubicBezTo>
                    <a:cubicBezTo>
                      <a:pt x="11375" y="12908"/>
                      <a:pt x="10716" y="12933"/>
                      <a:pt x="10401" y="12727"/>
                    </a:cubicBezTo>
                    <a:cubicBezTo>
                      <a:pt x="10091" y="12526"/>
                      <a:pt x="9952" y="12118"/>
                      <a:pt x="9872" y="11867"/>
                    </a:cubicBezTo>
                    <a:cubicBezTo>
                      <a:pt x="9825" y="11711"/>
                      <a:pt x="9940" y="11640"/>
                      <a:pt x="10126" y="11640"/>
                    </a:cubicBezTo>
                    <a:cubicBezTo>
                      <a:pt x="10236" y="11640"/>
                      <a:pt x="10370" y="11665"/>
                      <a:pt x="10510" y="11711"/>
                    </a:cubicBezTo>
                    <a:cubicBezTo>
                      <a:pt x="10732" y="11785"/>
                      <a:pt x="10877" y="11869"/>
                      <a:pt x="10964" y="11869"/>
                    </a:cubicBezTo>
                    <a:cubicBezTo>
                      <a:pt x="11026" y="11869"/>
                      <a:pt x="11058" y="11828"/>
                      <a:pt x="11069" y="11711"/>
                    </a:cubicBezTo>
                    <a:cubicBezTo>
                      <a:pt x="11094" y="11430"/>
                      <a:pt x="10506" y="11153"/>
                      <a:pt x="10154" y="11023"/>
                    </a:cubicBezTo>
                    <a:cubicBezTo>
                      <a:pt x="10079" y="10996"/>
                      <a:pt x="10003" y="10986"/>
                      <a:pt x="9927" y="10986"/>
                    </a:cubicBezTo>
                    <a:cubicBezTo>
                      <a:pt x="9643" y="10986"/>
                      <a:pt x="9357" y="11138"/>
                      <a:pt x="9138" y="11191"/>
                    </a:cubicBezTo>
                    <a:cubicBezTo>
                      <a:pt x="9111" y="11198"/>
                      <a:pt x="9077" y="11203"/>
                      <a:pt x="9038" y="11203"/>
                    </a:cubicBezTo>
                    <a:cubicBezTo>
                      <a:pt x="8675" y="11203"/>
                      <a:pt x="7766" y="10807"/>
                      <a:pt x="5705" y="8152"/>
                    </a:cubicBezTo>
                    <a:cubicBezTo>
                      <a:pt x="4391" y="6461"/>
                      <a:pt x="3912" y="4349"/>
                      <a:pt x="3736" y="2859"/>
                    </a:cubicBezTo>
                    <a:cubicBezTo>
                      <a:pt x="3656" y="2238"/>
                      <a:pt x="3627" y="1613"/>
                      <a:pt x="3648" y="983"/>
                    </a:cubicBezTo>
                    <a:cubicBezTo>
                      <a:pt x="3648" y="983"/>
                      <a:pt x="1972" y="1"/>
                      <a:pt x="97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33"/>
              <p:cNvSpPr/>
              <p:nvPr/>
            </p:nvSpPr>
            <p:spPr>
              <a:xfrm rot="-4317798">
                <a:off x="4915425" y="3820736"/>
                <a:ext cx="252169" cy="298789"/>
              </a:xfrm>
              <a:custGeom>
                <a:rect b="b" l="l" r="r" t="t"/>
                <a:pathLst>
                  <a:path extrusionOk="0" h="8133" w="6864">
                    <a:moveTo>
                      <a:pt x="4050" y="1"/>
                    </a:moveTo>
                    <a:cubicBezTo>
                      <a:pt x="3470" y="1"/>
                      <a:pt x="2946" y="229"/>
                      <a:pt x="2486" y="590"/>
                    </a:cubicBezTo>
                    <a:cubicBezTo>
                      <a:pt x="1197" y="1593"/>
                      <a:pt x="387" y="3612"/>
                      <a:pt x="227" y="4565"/>
                    </a:cubicBezTo>
                    <a:cubicBezTo>
                      <a:pt x="1" y="5937"/>
                      <a:pt x="660" y="6877"/>
                      <a:pt x="1096" y="7209"/>
                    </a:cubicBezTo>
                    <a:cubicBezTo>
                      <a:pt x="1101" y="7213"/>
                      <a:pt x="1105" y="7217"/>
                      <a:pt x="1109" y="7221"/>
                    </a:cubicBezTo>
                    <a:cubicBezTo>
                      <a:pt x="1517" y="7518"/>
                      <a:pt x="3167" y="8133"/>
                      <a:pt x="4359" y="8133"/>
                    </a:cubicBezTo>
                    <a:cubicBezTo>
                      <a:pt x="4516" y="8133"/>
                      <a:pt x="4665" y="8122"/>
                      <a:pt x="4803" y="8099"/>
                    </a:cubicBezTo>
                    <a:cubicBezTo>
                      <a:pt x="5692" y="7943"/>
                      <a:pt x="5898" y="7767"/>
                      <a:pt x="6230" y="7158"/>
                    </a:cubicBezTo>
                    <a:cubicBezTo>
                      <a:pt x="6557" y="6550"/>
                      <a:pt x="6863" y="464"/>
                      <a:pt x="4446" y="36"/>
                    </a:cubicBezTo>
                    <a:cubicBezTo>
                      <a:pt x="4311" y="12"/>
                      <a:pt x="4180" y="1"/>
                      <a:pt x="405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33"/>
              <p:cNvSpPr/>
              <p:nvPr/>
            </p:nvSpPr>
            <p:spPr>
              <a:xfrm rot="-4317798">
                <a:off x="5103158" y="3497171"/>
                <a:ext cx="44122" cy="21381"/>
              </a:xfrm>
              <a:custGeom>
                <a:rect b="b" l="l" r="r" t="t"/>
                <a:pathLst>
                  <a:path extrusionOk="0" h="582" w="1201">
                    <a:moveTo>
                      <a:pt x="892" y="0"/>
                    </a:moveTo>
                    <a:cubicBezTo>
                      <a:pt x="787" y="0"/>
                      <a:pt x="660" y="21"/>
                      <a:pt x="529" y="64"/>
                    </a:cubicBezTo>
                    <a:cubicBezTo>
                      <a:pt x="219" y="161"/>
                      <a:pt x="0" y="345"/>
                      <a:pt x="38" y="471"/>
                    </a:cubicBezTo>
                    <a:cubicBezTo>
                      <a:pt x="62" y="543"/>
                      <a:pt x="166" y="581"/>
                      <a:pt x="309" y="581"/>
                    </a:cubicBezTo>
                    <a:cubicBezTo>
                      <a:pt x="414" y="581"/>
                      <a:pt x="541" y="560"/>
                      <a:pt x="672" y="517"/>
                    </a:cubicBezTo>
                    <a:cubicBezTo>
                      <a:pt x="983" y="417"/>
                      <a:pt x="1201" y="236"/>
                      <a:pt x="1159" y="110"/>
                    </a:cubicBezTo>
                    <a:cubicBezTo>
                      <a:pt x="1137" y="38"/>
                      <a:pt x="1034" y="0"/>
                      <a:pt x="8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33"/>
              <p:cNvSpPr/>
              <p:nvPr/>
            </p:nvSpPr>
            <p:spPr>
              <a:xfrm rot="-4317798">
                <a:off x="5296752" y="3500017"/>
                <a:ext cx="44306" cy="21345"/>
              </a:xfrm>
              <a:custGeom>
                <a:rect b="b" l="l" r="r" t="t"/>
                <a:pathLst>
                  <a:path extrusionOk="0" h="581" w="1206">
                    <a:moveTo>
                      <a:pt x="894" y="0"/>
                    </a:moveTo>
                    <a:cubicBezTo>
                      <a:pt x="789" y="0"/>
                      <a:pt x="662" y="21"/>
                      <a:pt x="529" y="64"/>
                    </a:cubicBezTo>
                    <a:cubicBezTo>
                      <a:pt x="219" y="165"/>
                      <a:pt x="1" y="345"/>
                      <a:pt x="43" y="471"/>
                    </a:cubicBezTo>
                    <a:cubicBezTo>
                      <a:pt x="64" y="543"/>
                      <a:pt x="167" y="581"/>
                      <a:pt x="310" y="581"/>
                    </a:cubicBezTo>
                    <a:cubicBezTo>
                      <a:pt x="416" y="581"/>
                      <a:pt x="544" y="560"/>
                      <a:pt x="676" y="517"/>
                    </a:cubicBezTo>
                    <a:cubicBezTo>
                      <a:pt x="987" y="421"/>
                      <a:pt x="1205" y="236"/>
                      <a:pt x="1163" y="110"/>
                    </a:cubicBezTo>
                    <a:cubicBezTo>
                      <a:pt x="1139" y="38"/>
                      <a:pt x="1036" y="0"/>
                      <a:pt x="8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33"/>
              <p:cNvSpPr/>
              <p:nvPr/>
            </p:nvSpPr>
            <p:spPr>
              <a:xfrm rot="-4317798">
                <a:off x="5179240" y="3502455"/>
                <a:ext cx="121676" cy="52058"/>
              </a:xfrm>
              <a:custGeom>
                <a:rect b="b" l="l" r="r" t="t"/>
                <a:pathLst>
                  <a:path extrusionOk="0" h="1417" w="3312">
                    <a:moveTo>
                      <a:pt x="3312" y="0"/>
                    </a:moveTo>
                    <a:cubicBezTo>
                      <a:pt x="3152" y="135"/>
                      <a:pt x="2972" y="244"/>
                      <a:pt x="2779" y="328"/>
                    </a:cubicBezTo>
                    <a:cubicBezTo>
                      <a:pt x="2453" y="483"/>
                      <a:pt x="1136" y="1112"/>
                      <a:pt x="609" y="1112"/>
                    </a:cubicBezTo>
                    <a:cubicBezTo>
                      <a:pt x="551" y="1112"/>
                      <a:pt x="503" y="1104"/>
                      <a:pt x="466" y="1087"/>
                    </a:cubicBezTo>
                    <a:cubicBezTo>
                      <a:pt x="93" y="920"/>
                      <a:pt x="122" y="135"/>
                      <a:pt x="122" y="135"/>
                    </a:cubicBezTo>
                    <a:lnTo>
                      <a:pt x="122" y="135"/>
                    </a:lnTo>
                    <a:cubicBezTo>
                      <a:pt x="122" y="135"/>
                      <a:pt x="0" y="1327"/>
                      <a:pt x="374" y="1406"/>
                    </a:cubicBezTo>
                    <a:cubicBezTo>
                      <a:pt x="406" y="1413"/>
                      <a:pt x="445" y="1417"/>
                      <a:pt x="491" y="1417"/>
                    </a:cubicBezTo>
                    <a:cubicBezTo>
                      <a:pt x="988" y="1417"/>
                      <a:pt x="2263" y="1011"/>
                      <a:pt x="33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33"/>
              <p:cNvSpPr/>
              <p:nvPr/>
            </p:nvSpPr>
            <p:spPr>
              <a:xfrm rot="-4317798">
                <a:off x="5069788" y="3404144"/>
                <a:ext cx="61867" cy="48935"/>
              </a:xfrm>
              <a:custGeom>
                <a:rect b="b" l="l" r="r" t="t"/>
                <a:pathLst>
                  <a:path extrusionOk="0" h="1332" w="1684">
                    <a:moveTo>
                      <a:pt x="365" y="1"/>
                    </a:moveTo>
                    <a:cubicBezTo>
                      <a:pt x="152" y="1"/>
                      <a:pt x="1" y="54"/>
                      <a:pt x="1" y="54"/>
                    </a:cubicBezTo>
                    <a:cubicBezTo>
                      <a:pt x="295" y="184"/>
                      <a:pt x="559" y="373"/>
                      <a:pt x="777" y="608"/>
                    </a:cubicBezTo>
                    <a:cubicBezTo>
                      <a:pt x="1081" y="936"/>
                      <a:pt x="1202" y="1331"/>
                      <a:pt x="1360" y="1331"/>
                    </a:cubicBezTo>
                    <a:cubicBezTo>
                      <a:pt x="1388" y="1331"/>
                      <a:pt x="1417" y="1319"/>
                      <a:pt x="1449" y="1292"/>
                    </a:cubicBezTo>
                    <a:cubicBezTo>
                      <a:pt x="1566" y="1187"/>
                      <a:pt x="1684" y="860"/>
                      <a:pt x="1180" y="339"/>
                    </a:cubicBezTo>
                    <a:cubicBezTo>
                      <a:pt x="913" y="66"/>
                      <a:pt x="601" y="1"/>
                      <a:pt x="3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33"/>
              <p:cNvSpPr/>
              <p:nvPr/>
            </p:nvSpPr>
            <p:spPr>
              <a:xfrm rot="-4317798">
                <a:off x="5316973" y="3385979"/>
                <a:ext cx="27480" cy="64916"/>
              </a:xfrm>
              <a:custGeom>
                <a:rect b="b" l="l" r="r" t="t"/>
                <a:pathLst>
                  <a:path extrusionOk="0" h="1767" w="748">
                    <a:moveTo>
                      <a:pt x="356" y="1"/>
                    </a:moveTo>
                    <a:cubicBezTo>
                      <a:pt x="327" y="1"/>
                      <a:pt x="298" y="13"/>
                      <a:pt x="269" y="38"/>
                    </a:cubicBezTo>
                    <a:cubicBezTo>
                      <a:pt x="0" y="260"/>
                      <a:pt x="0" y="411"/>
                      <a:pt x="164" y="873"/>
                    </a:cubicBezTo>
                    <a:cubicBezTo>
                      <a:pt x="260" y="1162"/>
                      <a:pt x="298" y="1465"/>
                      <a:pt x="269" y="1767"/>
                    </a:cubicBezTo>
                    <a:cubicBezTo>
                      <a:pt x="269" y="1767"/>
                      <a:pt x="747" y="1515"/>
                      <a:pt x="672" y="814"/>
                    </a:cubicBezTo>
                    <a:cubicBezTo>
                      <a:pt x="610" y="243"/>
                      <a:pt x="485" y="1"/>
                      <a:pt x="3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33"/>
              <p:cNvSpPr/>
              <p:nvPr/>
            </p:nvSpPr>
            <p:spPr>
              <a:xfrm rot="-4317798">
                <a:off x="5179735" y="3531181"/>
                <a:ext cx="76194" cy="164181"/>
              </a:xfrm>
              <a:custGeom>
                <a:rect b="b" l="l" r="r" t="t"/>
                <a:pathLst>
                  <a:path extrusionOk="0" h="4469" w="2074">
                    <a:moveTo>
                      <a:pt x="795" y="0"/>
                    </a:moveTo>
                    <a:cubicBezTo>
                      <a:pt x="746" y="0"/>
                      <a:pt x="698" y="24"/>
                      <a:pt x="668" y="82"/>
                    </a:cubicBezTo>
                    <a:cubicBezTo>
                      <a:pt x="638" y="132"/>
                      <a:pt x="0" y="1392"/>
                      <a:pt x="403" y="2596"/>
                    </a:cubicBezTo>
                    <a:cubicBezTo>
                      <a:pt x="663" y="3343"/>
                      <a:pt x="1146" y="3985"/>
                      <a:pt x="1788" y="4443"/>
                    </a:cubicBezTo>
                    <a:cubicBezTo>
                      <a:pt x="1814" y="4460"/>
                      <a:pt x="1839" y="4468"/>
                      <a:pt x="1868" y="4468"/>
                    </a:cubicBezTo>
                    <a:cubicBezTo>
                      <a:pt x="2019" y="4468"/>
                      <a:pt x="2074" y="4275"/>
                      <a:pt x="1952" y="4191"/>
                    </a:cubicBezTo>
                    <a:cubicBezTo>
                      <a:pt x="1944" y="4187"/>
                      <a:pt x="1058" y="3604"/>
                      <a:pt x="689" y="2504"/>
                    </a:cubicBezTo>
                    <a:cubicBezTo>
                      <a:pt x="328" y="1417"/>
                      <a:pt x="928" y="229"/>
                      <a:pt x="932" y="221"/>
                    </a:cubicBezTo>
                    <a:cubicBezTo>
                      <a:pt x="994" y="102"/>
                      <a:pt x="895" y="0"/>
                      <a:pt x="7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33"/>
              <p:cNvSpPr/>
              <p:nvPr/>
            </p:nvSpPr>
            <p:spPr>
              <a:xfrm rot="-4317798">
                <a:off x="4935870" y="3539923"/>
                <a:ext cx="68039" cy="54739"/>
              </a:xfrm>
              <a:custGeom>
                <a:rect b="b" l="l" r="r" t="t"/>
                <a:pathLst>
                  <a:path extrusionOk="0" h="1490" w="1852">
                    <a:moveTo>
                      <a:pt x="1076" y="1"/>
                    </a:moveTo>
                    <a:cubicBezTo>
                      <a:pt x="903" y="1"/>
                      <a:pt x="718" y="53"/>
                      <a:pt x="550" y="159"/>
                    </a:cubicBezTo>
                    <a:cubicBezTo>
                      <a:pt x="151" y="415"/>
                      <a:pt x="0" y="881"/>
                      <a:pt x="202" y="1204"/>
                    </a:cubicBezTo>
                    <a:cubicBezTo>
                      <a:pt x="318" y="1391"/>
                      <a:pt x="534" y="1490"/>
                      <a:pt x="772" y="1490"/>
                    </a:cubicBezTo>
                    <a:cubicBezTo>
                      <a:pt x="944" y="1490"/>
                      <a:pt x="1129" y="1438"/>
                      <a:pt x="1297" y="1330"/>
                    </a:cubicBezTo>
                    <a:cubicBezTo>
                      <a:pt x="1696" y="1070"/>
                      <a:pt x="1851" y="608"/>
                      <a:pt x="1646" y="285"/>
                    </a:cubicBezTo>
                    <a:cubicBezTo>
                      <a:pt x="1527" y="98"/>
                      <a:pt x="1312" y="1"/>
                      <a:pt x="10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5" name="Google Shape;985;p33"/>
            <p:cNvGrpSpPr/>
            <p:nvPr/>
          </p:nvGrpSpPr>
          <p:grpSpPr>
            <a:xfrm rot="-1039642">
              <a:off x="732217" y="3764566"/>
              <a:ext cx="1075954" cy="763752"/>
              <a:chOff x="-2118495" y="2164912"/>
              <a:chExt cx="1149810" cy="813696"/>
            </a:xfrm>
          </p:grpSpPr>
          <p:sp>
            <p:nvSpPr>
              <p:cNvPr id="986" name="Google Shape;986;p33"/>
              <p:cNvSpPr/>
              <p:nvPr/>
            </p:nvSpPr>
            <p:spPr>
              <a:xfrm>
                <a:off x="-2066760" y="2164928"/>
                <a:ext cx="1098076" cy="813681"/>
              </a:xfrm>
              <a:custGeom>
                <a:rect b="b" l="l" r="r" t="t"/>
                <a:pathLst>
                  <a:path extrusionOk="0" h="52009" w="70187">
                    <a:moveTo>
                      <a:pt x="37007" y="0"/>
                    </a:moveTo>
                    <a:cubicBezTo>
                      <a:pt x="31197" y="0"/>
                      <a:pt x="26278" y="3877"/>
                      <a:pt x="24540" y="9250"/>
                    </a:cubicBezTo>
                    <a:cubicBezTo>
                      <a:pt x="24317" y="9232"/>
                      <a:pt x="24089" y="9214"/>
                      <a:pt x="23862" y="9214"/>
                    </a:cubicBezTo>
                    <a:cubicBezTo>
                      <a:pt x="18312" y="9214"/>
                      <a:pt x="13812" y="13841"/>
                      <a:pt x="13812" y="19546"/>
                    </a:cubicBezTo>
                    <a:cubicBezTo>
                      <a:pt x="13816" y="20332"/>
                      <a:pt x="13906" y="21118"/>
                      <a:pt x="14082" y="21886"/>
                    </a:cubicBezTo>
                    <a:cubicBezTo>
                      <a:pt x="6257" y="22192"/>
                      <a:pt x="0" y="28813"/>
                      <a:pt x="0" y="36942"/>
                    </a:cubicBezTo>
                    <a:cubicBezTo>
                      <a:pt x="0" y="45265"/>
                      <a:pt x="6560" y="52008"/>
                      <a:pt x="14649" y="52008"/>
                    </a:cubicBezTo>
                    <a:lnTo>
                      <a:pt x="55535" y="52008"/>
                    </a:lnTo>
                    <a:cubicBezTo>
                      <a:pt x="63627" y="52008"/>
                      <a:pt x="70187" y="45265"/>
                      <a:pt x="70187" y="36942"/>
                    </a:cubicBezTo>
                    <a:cubicBezTo>
                      <a:pt x="70187" y="29942"/>
                      <a:pt x="65549" y="24064"/>
                      <a:pt x="59264" y="22366"/>
                    </a:cubicBezTo>
                    <a:cubicBezTo>
                      <a:pt x="58600" y="17638"/>
                      <a:pt x="54832" y="13949"/>
                      <a:pt x="50147" y="13559"/>
                    </a:cubicBezTo>
                    <a:cubicBezTo>
                      <a:pt x="50147" y="13545"/>
                      <a:pt x="50151" y="13534"/>
                      <a:pt x="50151" y="13520"/>
                    </a:cubicBezTo>
                    <a:cubicBezTo>
                      <a:pt x="50151" y="6051"/>
                      <a:pt x="44266" y="0"/>
                      <a:pt x="3700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33"/>
              <p:cNvSpPr/>
              <p:nvPr/>
            </p:nvSpPr>
            <p:spPr>
              <a:xfrm>
                <a:off x="-2118495" y="2164912"/>
                <a:ext cx="1098310" cy="813696"/>
              </a:xfrm>
              <a:custGeom>
                <a:rect b="b" l="l" r="r" t="t"/>
                <a:pathLst>
                  <a:path extrusionOk="0" h="52010" w="70202">
                    <a:moveTo>
                      <a:pt x="37082" y="1"/>
                    </a:moveTo>
                    <a:cubicBezTo>
                      <a:pt x="37059" y="1"/>
                      <a:pt x="37037" y="1"/>
                      <a:pt x="37014" y="1"/>
                    </a:cubicBezTo>
                    <a:cubicBezTo>
                      <a:pt x="31212" y="1"/>
                      <a:pt x="26293" y="3878"/>
                      <a:pt x="24551" y="9251"/>
                    </a:cubicBezTo>
                    <a:cubicBezTo>
                      <a:pt x="24328" y="9237"/>
                      <a:pt x="24097" y="9218"/>
                      <a:pt x="23873" y="9218"/>
                    </a:cubicBezTo>
                    <a:cubicBezTo>
                      <a:pt x="23747" y="9218"/>
                      <a:pt x="23621" y="9218"/>
                      <a:pt x="23505" y="9226"/>
                    </a:cubicBezTo>
                    <a:cubicBezTo>
                      <a:pt x="18121" y="9428"/>
                      <a:pt x="13823" y="13964"/>
                      <a:pt x="13823" y="19550"/>
                    </a:cubicBezTo>
                    <a:cubicBezTo>
                      <a:pt x="13827" y="20336"/>
                      <a:pt x="13917" y="21122"/>
                      <a:pt x="14093" y="21891"/>
                    </a:cubicBezTo>
                    <a:cubicBezTo>
                      <a:pt x="12344" y="21955"/>
                      <a:pt x="10624" y="22345"/>
                      <a:pt x="9016" y="23037"/>
                    </a:cubicBezTo>
                    <a:cubicBezTo>
                      <a:pt x="3722" y="25306"/>
                      <a:pt x="11" y="30672"/>
                      <a:pt x="11" y="36943"/>
                    </a:cubicBezTo>
                    <a:cubicBezTo>
                      <a:pt x="1" y="40195"/>
                      <a:pt x="1032" y="43365"/>
                      <a:pt x="2950" y="45990"/>
                    </a:cubicBezTo>
                    <a:cubicBezTo>
                      <a:pt x="5320" y="49240"/>
                      <a:pt x="8940" y="51465"/>
                      <a:pt x="13080" y="51919"/>
                    </a:cubicBezTo>
                    <a:cubicBezTo>
                      <a:pt x="13577" y="51977"/>
                      <a:pt x="14080" y="52009"/>
                      <a:pt x="14583" y="52009"/>
                    </a:cubicBezTo>
                    <a:cubicBezTo>
                      <a:pt x="14610" y="52009"/>
                      <a:pt x="14637" y="52009"/>
                      <a:pt x="14663" y="52009"/>
                    </a:cubicBezTo>
                    <a:lnTo>
                      <a:pt x="55546" y="52009"/>
                    </a:lnTo>
                    <a:cubicBezTo>
                      <a:pt x="57735" y="52009"/>
                      <a:pt x="59895" y="51508"/>
                      <a:pt x="61857" y="50545"/>
                    </a:cubicBezTo>
                    <a:cubicBezTo>
                      <a:pt x="66786" y="48118"/>
                      <a:pt x="70198" y="42936"/>
                      <a:pt x="70198" y="36943"/>
                    </a:cubicBezTo>
                    <a:cubicBezTo>
                      <a:pt x="70201" y="34519"/>
                      <a:pt x="69635" y="32132"/>
                      <a:pt x="68539" y="29972"/>
                    </a:cubicBezTo>
                    <a:cubicBezTo>
                      <a:pt x="66804" y="26557"/>
                      <a:pt x="63837" y="23914"/>
                      <a:pt x="60238" y="22669"/>
                    </a:cubicBezTo>
                    <a:cubicBezTo>
                      <a:pt x="59924" y="22550"/>
                      <a:pt x="59599" y="22449"/>
                      <a:pt x="59275" y="22363"/>
                    </a:cubicBezTo>
                    <a:cubicBezTo>
                      <a:pt x="58615" y="17635"/>
                      <a:pt x="54843" y="13950"/>
                      <a:pt x="50162" y="13560"/>
                    </a:cubicBezTo>
                    <a:lnTo>
                      <a:pt x="50162" y="13521"/>
                    </a:lnTo>
                    <a:cubicBezTo>
                      <a:pt x="50162" y="12287"/>
                      <a:pt x="49996" y="11061"/>
                      <a:pt x="49668" y="9871"/>
                    </a:cubicBezTo>
                    <a:cubicBezTo>
                      <a:pt x="48283" y="4740"/>
                      <a:pt x="44017" y="845"/>
                      <a:pt x="38774" y="124"/>
                    </a:cubicBezTo>
                    <a:cubicBezTo>
                      <a:pt x="38216" y="44"/>
                      <a:pt x="37647" y="1"/>
                      <a:pt x="3708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33"/>
              <p:cNvSpPr/>
              <p:nvPr/>
            </p:nvSpPr>
            <p:spPr>
              <a:xfrm>
                <a:off x="-1796933" y="2465178"/>
                <a:ext cx="201101" cy="364184"/>
              </a:xfrm>
              <a:custGeom>
                <a:rect b="b" l="l" r="r" t="t"/>
                <a:pathLst>
                  <a:path extrusionOk="0" h="23278" w="12854">
                    <a:moveTo>
                      <a:pt x="12241" y="0"/>
                    </a:moveTo>
                    <a:cubicBezTo>
                      <a:pt x="12223" y="0"/>
                      <a:pt x="12204" y="1"/>
                      <a:pt x="12186" y="3"/>
                    </a:cubicBezTo>
                    <a:cubicBezTo>
                      <a:pt x="8407" y="389"/>
                      <a:pt x="4844" y="2509"/>
                      <a:pt x="2698" y="6075"/>
                    </a:cubicBezTo>
                    <a:cubicBezTo>
                      <a:pt x="1" y="10569"/>
                      <a:pt x="304" y="16104"/>
                      <a:pt x="3026" y="20208"/>
                    </a:cubicBezTo>
                    <a:cubicBezTo>
                      <a:pt x="3149" y="20392"/>
                      <a:pt x="3156" y="20626"/>
                      <a:pt x="3044" y="20817"/>
                    </a:cubicBezTo>
                    <a:lnTo>
                      <a:pt x="2078" y="22422"/>
                    </a:lnTo>
                    <a:cubicBezTo>
                      <a:pt x="1853" y="22799"/>
                      <a:pt x="2118" y="23278"/>
                      <a:pt x="2543" y="23278"/>
                    </a:cubicBezTo>
                    <a:cubicBezTo>
                      <a:pt x="2554" y="23278"/>
                      <a:pt x="2564" y="23277"/>
                      <a:pt x="2575" y="23277"/>
                    </a:cubicBezTo>
                    <a:lnTo>
                      <a:pt x="7689" y="22992"/>
                    </a:lnTo>
                    <a:cubicBezTo>
                      <a:pt x="8068" y="22974"/>
                      <a:pt x="8313" y="22570"/>
                      <a:pt x="8158" y="22209"/>
                    </a:cubicBezTo>
                    <a:lnTo>
                      <a:pt x="6117" y="17381"/>
                    </a:lnTo>
                    <a:cubicBezTo>
                      <a:pt x="6026" y="17160"/>
                      <a:pt x="5821" y="17046"/>
                      <a:pt x="5615" y="17046"/>
                    </a:cubicBezTo>
                    <a:cubicBezTo>
                      <a:pt x="5437" y="17046"/>
                      <a:pt x="5259" y="17131"/>
                      <a:pt x="5154" y="17309"/>
                    </a:cubicBezTo>
                    <a:lnTo>
                      <a:pt x="4836" y="17832"/>
                    </a:lnTo>
                    <a:cubicBezTo>
                      <a:pt x="4732" y="18012"/>
                      <a:pt x="4552" y="18100"/>
                      <a:pt x="4373" y="18100"/>
                    </a:cubicBezTo>
                    <a:cubicBezTo>
                      <a:pt x="4175" y="18100"/>
                      <a:pt x="3977" y="17993"/>
                      <a:pt x="3881" y="17785"/>
                    </a:cubicBezTo>
                    <a:cubicBezTo>
                      <a:pt x="2287" y="14499"/>
                      <a:pt x="2319" y="10468"/>
                      <a:pt x="4335" y="7118"/>
                    </a:cubicBezTo>
                    <a:cubicBezTo>
                      <a:pt x="6109" y="4157"/>
                      <a:pt x="9041" y="2383"/>
                      <a:pt x="12153" y="1997"/>
                    </a:cubicBezTo>
                    <a:cubicBezTo>
                      <a:pt x="12395" y="1968"/>
                      <a:pt x="12590" y="1784"/>
                      <a:pt x="12633" y="1543"/>
                    </a:cubicBezTo>
                    <a:lnTo>
                      <a:pt x="12788" y="663"/>
                    </a:lnTo>
                    <a:cubicBezTo>
                      <a:pt x="12853" y="313"/>
                      <a:pt x="12583" y="0"/>
                      <a:pt x="122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33"/>
              <p:cNvSpPr/>
              <p:nvPr/>
            </p:nvSpPr>
            <p:spPr>
              <a:xfrm>
                <a:off x="-1638350" y="2459953"/>
                <a:ext cx="272113" cy="409555"/>
              </a:xfrm>
              <a:custGeom>
                <a:rect b="b" l="l" r="r" t="t"/>
                <a:pathLst>
                  <a:path extrusionOk="0" h="26178" w="17393">
                    <a:moveTo>
                      <a:pt x="11346" y="0"/>
                    </a:moveTo>
                    <a:cubicBezTo>
                      <a:pt x="11335" y="0"/>
                      <a:pt x="11324" y="1"/>
                      <a:pt x="11313" y="1"/>
                    </a:cubicBezTo>
                    <a:lnTo>
                      <a:pt x="6199" y="283"/>
                    </a:lnTo>
                    <a:cubicBezTo>
                      <a:pt x="5821" y="308"/>
                      <a:pt x="5579" y="712"/>
                      <a:pt x="5731" y="1069"/>
                    </a:cubicBezTo>
                    <a:lnTo>
                      <a:pt x="7772" y="5901"/>
                    </a:lnTo>
                    <a:cubicBezTo>
                      <a:pt x="7862" y="6121"/>
                      <a:pt x="8068" y="6236"/>
                      <a:pt x="8274" y="6236"/>
                    </a:cubicBezTo>
                    <a:cubicBezTo>
                      <a:pt x="8453" y="6236"/>
                      <a:pt x="8633" y="6149"/>
                      <a:pt x="8738" y="5970"/>
                    </a:cubicBezTo>
                    <a:lnTo>
                      <a:pt x="9340" y="4967"/>
                    </a:lnTo>
                    <a:cubicBezTo>
                      <a:pt x="9446" y="4794"/>
                      <a:pt x="9628" y="4698"/>
                      <a:pt x="9811" y="4698"/>
                    </a:cubicBezTo>
                    <a:cubicBezTo>
                      <a:pt x="9929" y="4698"/>
                      <a:pt x="10047" y="4738"/>
                      <a:pt x="10145" y="4823"/>
                    </a:cubicBezTo>
                    <a:cubicBezTo>
                      <a:pt x="14137" y="8267"/>
                      <a:pt x="15179" y="14303"/>
                      <a:pt x="12362" y="18991"/>
                    </a:cubicBezTo>
                    <a:cubicBezTo>
                      <a:pt x="10346" y="22350"/>
                      <a:pt x="6846" y="24202"/>
                      <a:pt x="3267" y="24202"/>
                    </a:cubicBezTo>
                    <a:cubicBezTo>
                      <a:pt x="2462" y="24202"/>
                      <a:pt x="1653" y="24109"/>
                      <a:pt x="855" y="23917"/>
                    </a:cubicBezTo>
                    <a:cubicBezTo>
                      <a:pt x="810" y="23906"/>
                      <a:pt x="765" y="23901"/>
                      <a:pt x="721" y="23901"/>
                    </a:cubicBezTo>
                    <a:cubicBezTo>
                      <a:pt x="457" y="23901"/>
                      <a:pt x="221" y="24093"/>
                      <a:pt x="181" y="24368"/>
                    </a:cubicBezTo>
                    <a:lnTo>
                      <a:pt x="47" y="25212"/>
                    </a:lnTo>
                    <a:cubicBezTo>
                      <a:pt x="1" y="25504"/>
                      <a:pt x="181" y="25785"/>
                      <a:pt x="455" y="25850"/>
                    </a:cubicBezTo>
                    <a:cubicBezTo>
                      <a:pt x="1383" y="26070"/>
                      <a:pt x="2325" y="26177"/>
                      <a:pt x="3263" y="26177"/>
                    </a:cubicBezTo>
                    <a:cubicBezTo>
                      <a:pt x="7487" y="26177"/>
                      <a:pt x="11618" y="23994"/>
                      <a:pt x="14000" y="20030"/>
                    </a:cubicBezTo>
                    <a:cubicBezTo>
                      <a:pt x="17393" y="14379"/>
                      <a:pt x="16033" y="7069"/>
                      <a:pt x="11068" y="3052"/>
                    </a:cubicBezTo>
                    <a:cubicBezTo>
                      <a:pt x="10848" y="2875"/>
                      <a:pt x="10790" y="2558"/>
                      <a:pt x="10934" y="2313"/>
                    </a:cubicBezTo>
                    <a:lnTo>
                      <a:pt x="11811" y="856"/>
                    </a:lnTo>
                    <a:cubicBezTo>
                      <a:pt x="12036" y="480"/>
                      <a:pt x="11770" y="0"/>
                      <a:pt x="1134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34"/>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Digital Behavior? </a:t>
            </a:r>
            <a:endParaRPr/>
          </a:p>
        </p:txBody>
      </p:sp>
      <p:sp>
        <p:nvSpPr>
          <p:cNvPr id="995" name="Google Shape;995;p34"/>
          <p:cNvSpPr txBox="1"/>
          <p:nvPr>
            <p:ph idx="1" type="subTitle"/>
          </p:nvPr>
        </p:nvSpPr>
        <p:spPr>
          <a:xfrm>
            <a:off x="720000" y="1819863"/>
            <a:ext cx="4294800" cy="229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Digital </a:t>
            </a:r>
            <a:r>
              <a:rPr lang="en"/>
              <a:t>behaviors</a:t>
            </a:r>
            <a:r>
              <a:rPr lang="en"/>
              <a:t> refer to the attitudes and actions of </a:t>
            </a:r>
            <a:r>
              <a:rPr lang="en"/>
              <a:t>individuals</a:t>
            </a:r>
            <a:r>
              <a:rPr lang="en"/>
              <a:t> as they interact with technology like </a:t>
            </a:r>
            <a:endParaRPr/>
          </a:p>
          <a:p>
            <a:pPr indent="-317500" lvl="0" marL="457200" rtl="0" algn="l">
              <a:spcBef>
                <a:spcPts val="1000"/>
              </a:spcBef>
              <a:spcAft>
                <a:spcPts val="0"/>
              </a:spcAft>
              <a:buSzPts val="1400"/>
              <a:buChar char="●"/>
            </a:pPr>
            <a:r>
              <a:rPr lang="en"/>
              <a:t>Internet</a:t>
            </a:r>
            <a:endParaRPr/>
          </a:p>
          <a:p>
            <a:pPr indent="-317500" lvl="0" marL="457200" rtl="0" algn="l">
              <a:spcBef>
                <a:spcPts val="0"/>
              </a:spcBef>
              <a:spcAft>
                <a:spcPts val="0"/>
              </a:spcAft>
              <a:buSzPts val="1400"/>
              <a:buChar char="●"/>
            </a:pPr>
            <a:r>
              <a:rPr lang="en"/>
              <a:t>Phones and other  devices </a:t>
            </a:r>
            <a:endParaRPr/>
          </a:p>
          <a:p>
            <a:pPr indent="-317500" lvl="0" marL="457200" rtl="0" algn="l">
              <a:spcBef>
                <a:spcPts val="0"/>
              </a:spcBef>
              <a:spcAft>
                <a:spcPts val="0"/>
              </a:spcAft>
              <a:buSzPts val="1400"/>
              <a:buChar char="●"/>
            </a:pPr>
            <a:r>
              <a:rPr lang="en"/>
              <a:t>Social media</a:t>
            </a:r>
            <a:endParaRPr/>
          </a:p>
        </p:txBody>
      </p:sp>
      <p:grpSp>
        <p:nvGrpSpPr>
          <p:cNvPr id="996" name="Google Shape;996;p34"/>
          <p:cNvGrpSpPr/>
          <p:nvPr/>
        </p:nvGrpSpPr>
        <p:grpSpPr>
          <a:xfrm>
            <a:off x="7189537" y="3565621"/>
            <a:ext cx="1845901" cy="1407483"/>
            <a:chOff x="7189537" y="3565621"/>
            <a:chExt cx="1845901" cy="1407483"/>
          </a:xfrm>
        </p:grpSpPr>
        <p:sp>
          <p:nvSpPr>
            <p:cNvPr id="997" name="Google Shape;997;p34"/>
            <p:cNvSpPr/>
            <p:nvPr/>
          </p:nvSpPr>
          <p:spPr>
            <a:xfrm>
              <a:off x="8873610" y="4323570"/>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34"/>
            <p:cNvSpPr/>
            <p:nvPr/>
          </p:nvSpPr>
          <p:spPr>
            <a:xfrm>
              <a:off x="8738012" y="4812904"/>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34"/>
            <p:cNvSpPr/>
            <p:nvPr/>
          </p:nvSpPr>
          <p:spPr>
            <a:xfrm>
              <a:off x="8380813" y="484289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34"/>
            <p:cNvSpPr/>
            <p:nvPr/>
          </p:nvSpPr>
          <p:spPr>
            <a:xfrm>
              <a:off x="7950435" y="4718395"/>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34"/>
            <p:cNvSpPr/>
            <p:nvPr/>
          </p:nvSpPr>
          <p:spPr>
            <a:xfrm>
              <a:off x="7189537" y="4782904"/>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34"/>
            <p:cNvSpPr/>
            <p:nvPr/>
          </p:nvSpPr>
          <p:spPr>
            <a:xfrm>
              <a:off x="8935538" y="378882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34"/>
            <p:cNvSpPr/>
            <p:nvPr/>
          </p:nvSpPr>
          <p:spPr>
            <a:xfrm>
              <a:off x="8767838" y="356562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04" name="Google Shape;1004;p34"/>
            <p:cNvCxnSpPr>
              <a:stCxn id="1003" idx="5"/>
              <a:endCxn id="1002" idx="1"/>
            </p:cNvCxnSpPr>
            <p:nvPr/>
          </p:nvCxnSpPr>
          <p:spPr>
            <a:xfrm>
              <a:off x="8853108" y="3651147"/>
              <a:ext cx="97200" cy="152400"/>
            </a:xfrm>
            <a:prstGeom prst="straightConnector1">
              <a:avLst/>
            </a:prstGeom>
            <a:noFill/>
            <a:ln cap="flat" cmpd="sng" w="19050">
              <a:solidFill>
                <a:schemeClr val="dk2"/>
              </a:solidFill>
              <a:prstDash val="solid"/>
              <a:round/>
              <a:headEnd len="med" w="med" type="none"/>
              <a:tailEnd len="med" w="med" type="none"/>
            </a:ln>
          </p:spPr>
        </p:cxnSp>
        <p:cxnSp>
          <p:nvCxnSpPr>
            <p:cNvPr id="1005" name="Google Shape;1005;p34"/>
            <p:cNvCxnSpPr>
              <a:stCxn id="1002" idx="4"/>
              <a:endCxn id="997" idx="0"/>
            </p:cNvCxnSpPr>
            <p:nvPr/>
          </p:nvCxnSpPr>
          <p:spPr>
            <a:xfrm flipH="1">
              <a:off x="8935688" y="3889021"/>
              <a:ext cx="49800" cy="434400"/>
            </a:xfrm>
            <a:prstGeom prst="straightConnector1">
              <a:avLst/>
            </a:prstGeom>
            <a:noFill/>
            <a:ln cap="flat" cmpd="sng" w="19050">
              <a:solidFill>
                <a:schemeClr val="dk2"/>
              </a:solidFill>
              <a:prstDash val="solid"/>
              <a:round/>
              <a:headEnd len="med" w="med" type="none"/>
              <a:tailEnd len="med" w="med" type="none"/>
            </a:ln>
          </p:spPr>
        </p:cxnSp>
        <p:cxnSp>
          <p:nvCxnSpPr>
            <p:cNvPr id="1006" name="Google Shape;1006;p34"/>
            <p:cNvCxnSpPr>
              <a:stCxn id="1001" idx="6"/>
              <a:endCxn id="1000" idx="2"/>
            </p:cNvCxnSpPr>
            <p:nvPr/>
          </p:nvCxnSpPr>
          <p:spPr>
            <a:xfrm flipH="1" rot="10800000">
              <a:off x="7349137" y="4780504"/>
              <a:ext cx="601200" cy="82500"/>
            </a:xfrm>
            <a:prstGeom prst="straightConnector1">
              <a:avLst/>
            </a:prstGeom>
            <a:noFill/>
            <a:ln cap="flat" cmpd="sng" w="19050">
              <a:solidFill>
                <a:schemeClr val="dk2"/>
              </a:solidFill>
              <a:prstDash val="solid"/>
              <a:round/>
              <a:headEnd len="med" w="med" type="none"/>
              <a:tailEnd len="med" w="med" type="none"/>
            </a:ln>
          </p:spPr>
        </p:cxnSp>
        <p:cxnSp>
          <p:nvCxnSpPr>
            <p:cNvPr id="1007" name="Google Shape;1007;p34"/>
            <p:cNvCxnSpPr>
              <a:stCxn id="1000" idx="6"/>
              <a:endCxn id="999" idx="2"/>
            </p:cNvCxnSpPr>
            <p:nvPr/>
          </p:nvCxnSpPr>
          <p:spPr>
            <a:xfrm>
              <a:off x="8074335" y="4780645"/>
              <a:ext cx="306600" cy="112500"/>
            </a:xfrm>
            <a:prstGeom prst="straightConnector1">
              <a:avLst/>
            </a:prstGeom>
            <a:noFill/>
            <a:ln cap="flat" cmpd="sng" w="19050">
              <a:solidFill>
                <a:schemeClr val="dk2"/>
              </a:solidFill>
              <a:prstDash val="solid"/>
              <a:round/>
              <a:headEnd len="med" w="med" type="none"/>
              <a:tailEnd len="med" w="med" type="none"/>
            </a:ln>
          </p:spPr>
        </p:cxnSp>
        <p:cxnSp>
          <p:nvCxnSpPr>
            <p:cNvPr id="1008" name="Google Shape;1008;p34"/>
            <p:cNvCxnSpPr>
              <a:stCxn id="999" idx="7"/>
              <a:endCxn id="997" idx="3"/>
            </p:cNvCxnSpPr>
            <p:nvPr/>
          </p:nvCxnSpPr>
          <p:spPr>
            <a:xfrm flipH="1" rot="10800000">
              <a:off x="8466083" y="4429770"/>
              <a:ext cx="425700" cy="427800"/>
            </a:xfrm>
            <a:prstGeom prst="straightConnector1">
              <a:avLst/>
            </a:prstGeom>
            <a:noFill/>
            <a:ln cap="flat" cmpd="sng" w="19050">
              <a:solidFill>
                <a:schemeClr val="dk2"/>
              </a:solidFill>
              <a:prstDash val="solid"/>
              <a:round/>
              <a:headEnd len="med" w="med" type="none"/>
              <a:tailEnd len="med" w="med" type="none"/>
            </a:ln>
          </p:spPr>
        </p:cxnSp>
        <p:cxnSp>
          <p:nvCxnSpPr>
            <p:cNvPr id="1009" name="Google Shape;1009;p34"/>
            <p:cNvCxnSpPr>
              <a:stCxn id="999" idx="6"/>
              <a:endCxn id="998" idx="2"/>
            </p:cNvCxnSpPr>
            <p:nvPr/>
          </p:nvCxnSpPr>
          <p:spPr>
            <a:xfrm>
              <a:off x="8480713" y="4892996"/>
              <a:ext cx="257400" cy="0"/>
            </a:xfrm>
            <a:prstGeom prst="straightConnector1">
              <a:avLst/>
            </a:prstGeom>
            <a:noFill/>
            <a:ln cap="flat" cmpd="sng" w="19050">
              <a:solidFill>
                <a:schemeClr val="dk2"/>
              </a:solidFill>
              <a:prstDash val="solid"/>
              <a:round/>
              <a:headEnd len="med" w="med" type="none"/>
              <a:tailEnd len="med" w="med" type="none"/>
            </a:ln>
          </p:spPr>
        </p:cxnSp>
        <p:sp>
          <p:nvSpPr>
            <p:cNvPr id="1010" name="Google Shape;1010;p34"/>
            <p:cNvSpPr/>
            <p:nvPr/>
          </p:nvSpPr>
          <p:spPr>
            <a:xfrm>
              <a:off x="8597463" y="402767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11" name="Google Shape;1011;p34"/>
            <p:cNvCxnSpPr>
              <a:stCxn id="1010" idx="5"/>
              <a:endCxn id="997" idx="1"/>
            </p:cNvCxnSpPr>
            <p:nvPr/>
          </p:nvCxnSpPr>
          <p:spPr>
            <a:xfrm>
              <a:off x="8682733" y="4113197"/>
              <a:ext cx="209100" cy="228600"/>
            </a:xfrm>
            <a:prstGeom prst="straightConnector1">
              <a:avLst/>
            </a:prstGeom>
            <a:noFill/>
            <a:ln cap="flat" cmpd="sng" w="19050">
              <a:solidFill>
                <a:schemeClr val="dk2"/>
              </a:solidFill>
              <a:prstDash val="solid"/>
              <a:round/>
              <a:headEnd len="med" w="med" type="none"/>
              <a:tailEnd len="med" w="med" type="none"/>
            </a:ln>
          </p:spPr>
        </p:cxnSp>
      </p:grpSp>
      <p:pic>
        <p:nvPicPr>
          <p:cNvPr id="1012" name="Google Shape;1012;p34"/>
          <p:cNvPicPr preferRelativeResize="0"/>
          <p:nvPr/>
        </p:nvPicPr>
        <p:blipFill>
          <a:blip r:embed="rId3">
            <a:alphaModFix/>
          </a:blip>
          <a:stretch>
            <a:fillRect/>
          </a:stretch>
        </p:blipFill>
        <p:spPr>
          <a:xfrm>
            <a:off x="5014800" y="1894750"/>
            <a:ext cx="3824399" cy="214853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35"/>
          <p:cNvSpPr txBox="1"/>
          <p:nvPr>
            <p:ph type="title"/>
          </p:nvPr>
        </p:nvSpPr>
        <p:spPr>
          <a:xfrm>
            <a:off x="720000" y="2659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Positive Online Behaviors </a:t>
            </a:r>
            <a:endParaRPr/>
          </a:p>
        </p:txBody>
      </p:sp>
      <p:sp>
        <p:nvSpPr>
          <p:cNvPr id="1018" name="Google Shape;1018;p35"/>
          <p:cNvSpPr txBox="1"/>
          <p:nvPr/>
        </p:nvSpPr>
        <p:spPr>
          <a:xfrm>
            <a:off x="5164546" y="1078204"/>
            <a:ext cx="3072300" cy="400200"/>
          </a:xfrm>
          <a:prstGeom prst="rect">
            <a:avLst/>
          </a:prstGeom>
          <a:noFill/>
          <a:ln>
            <a:noFill/>
          </a:ln>
        </p:spPr>
        <p:txBody>
          <a:bodyPr anchorCtr="0" anchor="t" bIns="91425" lIns="0" spcFirstLastPara="1" rIns="0" wrap="square" tIns="91425">
            <a:spAutoFit/>
          </a:bodyPr>
          <a:lstStyle/>
          <a:p>
            <a:pPr indent="0" lvl="0" marL="91440" marR="91440" rtl="0" algn="l">
              <a:spcBef>
                <a:spcPts val="0"/>
              </a:spcBef>
              <a:spcAft>
                <a:spcPts val="0"/>
              </a:spcAft>
              <a:buNone/>
            </a:pPr>
            <a:r>
              <a:rPr lang="en">
                <a:solidFill>
                  <a:schemeClr val="dk1"/>
                </a:solidFill>
                <a:latin typeface="Source Sans 3"/>
                <a:ea typeface="Source Sans 3"/>
                <a:cs typeface="Source Sans 3"/>
                <a:sym typeface="Source Sans 3"/>
              </a:rPr>
              <a:t>Think before you post </a:t>
            </a:r>
            <a:endParaRPr>
              <a:solidFill>
                <a:schemeClr val="dk1"/>
              </a:solidFill>
              <a:latin typeface="Source Sans 3"/>
              <a:ea typeface="Source Sans 3"/>
              <a:cs typeface="Source Sans 3"/>
              <a:sym typeface="Source Sans 3"/>
            </a:endParaRPr>
          </a:p>
        </p:txBody>
      </p:sp>
      <p:sp>
        <p:nvSpPr>
          <p:cNvPr id="1019" name="Google Shape;1019;p35"/>
          <p:cNvSpPr txBox="1"/>
          <p:nvPr/>
        </p:nvSpPr>
        <p:spPr>
          <a:xfrm>
            <a:off x="4743021" y="1078204"/>
            <a:ext cx="421200" cy="400200"/>
          </a:xfrm>
          <a:prstGeom prst="rect">
            <a:avLst/>
          </a:prstGeom>
          <a:noFill/>
          <a:ln>
            <a:noFill/>
          </a:ln>
        </p:spPr>
        <p:txBody>
          <a:bodyPr anchorCtr="0" anchor="t" bIns="91425" lIns="0" spcFirstLastPara="1" rIns="0" wrap="square" tIns="91425">
            <a:noAutofit/>
          </a:bodyPr>
          <a:lstStyle/>
          <a:p>
            <a:pPr indent="0" lvl="0" marL="91440" marR="91440" rtl="0" algn="l">
              <a:lnSpc>
                <a:spcPct val="115000"/>
              </a:lnSpc>
              <a:spcBef>
                <a:spcPts val="0"/>
              </a:spcBef>
              <a:spcAft>
                <a:spcPts val="0"/>
              </a:spcAft>
              <a:buNone/>
            </a:pPr>
            <a:r>
              <a:rPr lang="en" sz="1600">
                <a:solidFill>
                  <a:schemeClr val="dk1"/>
                </a:solidFill>
                <a:latin typeface="Exo ExtraBold"/>
                <a:ea typeface="Exo ExtraBold"/>
                <a:cs typeface="Exo ExtraBold"/>
                <a:sym typeface="Exo ExtraBold"/>
              </a:rPr>
              <a:t>1</a:t>
            </a:r>
            <a:r>
              <a:rPr lang="en" sz="1600">
                <a:solidFill>
                  <a:schemeClr val="dk1"/>
                </a:solidFill>
                <a:latin typeface="Exo ExtraBold"/>
                <a:ea typeface="Exo ExtraBold"/>
                <a:cs typeface="Exo ExtraBold"/>
                <a:sym typeface="Exo ExtraBold"/>
              </a:rPr>
              <a:t>)</a:t>
            </a:r>
            <a:endParaRPr sz="1600">
              <a:solidFill>
                <a:schemeClr val="dk1"/>
              </a:solidFill>
              <a:latin typeface="Exo ExtraBold"/>
              <a:ea typeface="Exo ExtraBold"/>
              <a:cs typeface="Exo ExtraBold"/>
              <a:sym typeface="Exo ExtraBold"/>
            </a:endParaRPr>
          </a:p>
        </p:txBody>
      </p:sp>
      <p:sp>
        <p:nvSpPr>
          <p:cNvPr id="1020" name="Google Shape;1020;p35"/>
          <p:cNvSpPr txBox="1"/>
          <p:nvPr/>
        </p:nvSpPr>
        <p:spPr>
          <a:xfrm>
            <a:off x="5164546" y="1472529"/>
            <a:ext cx="3072300" cy="400200"/>
          </a:xfrm>
          <a:prstGeom prst="rect">
            <a:avLst/>
          </a:prstGeom>
          <a:solidFill>
            <a:schemeClr val="dk2"/>
          </a:solidFill>
          <a:ln>
            <a:noFill/>
          </a:ln>
        </p:spPr>
        <p:txBody>
          <a:bodyPr anchorCtr="0" anchor="t" bIns="91425" lIns="0" spcFirstLastPara="1" rIns="0" wrap="square" tIns="91425">
            <a:spAutoFit/>
          </a:bodyPr>
          <a:lstStyle/>
          <a:p>
            <a:pPr indent="0" lvl="0" marL="91440" marR="91440" rtl="0" algn="l">
              <a:spcBef>
                <a:spcPts val="0"/>
              </a:spcBef>
              <a:spcAft>
                <a:spcPts val="0"/>
              </a:spcAft>
              <a:buNone/>
            </a:pPr>
            <a:r>
              <a:rPr lang="en">
                <a:solidFill>
                  <a:schemeClr val="dk1"/>
                </a:solidFill>
                <a:latin typeface="Source Sans 3"/>
                <a:ea typeface="Source Sans 3"/>
                <a:cs typeface="Source Sans 3"/>
                <a:sym typeface="Source Sans 3"/>
              </a:rPr>
              <a:t>Set  boundaries online </a:t>
            </a:r>
            <a:endParaRPr>
              <a:solidFill>
                <a:schemeClr val="dk1"/>
              </a:solidFill>
              <a:latin typeface="Source Sans 3"/>
              <a:ea typeface="Source Sans 3"/>
              <a:cs typeface="Source Sans 3"/>
              <a:sym typeface="Source Sans 3"/>
            </a:endParaRPr>
          </a:p>
        </p:txBody>
      </p:sp>
      <p:sp>
        <p:nvSpPr>
          <p:cNvPr id="1021" name="Google Shape;1021;p35"/>
          <p:cNvSpPr txBox="1"/>
          <p:nvPr/>
        </p:nvSpPr>
        <p:spPr>
          <a:xfrm>
            <a:off x="4743021" y="1472529"/>
            <a:ext cx="421200" cy="400200"/>
          </a:xfrm>
          <a:prstGeom prst="rect">
            <a:avLst/>
          </a:prstGeom>
          <a:noFill/>
          <a:ln>
            <a:noFill/>
          </a:ln>
        </p:spPr>
        <p:txBody>
          <a:bodyPr anchorCtr="0" anchor="t" bIns="91425" lIns="0" spcFirstLastPara="1" rIns="0" wrap="square" tIns="91425">
            <a:noAutofit/>
          </a:bodyPr>
          <a:lstStyle/>
          <a:p>
            <a:pPr indent="0" lvl="0" marL="91440" marR="91440" rtl="0" algn="l">
              <a:lnSpc>
                <a:spcPct val="115000"/>
              </a:lnSpc>
              <a:spcBef>
                <a:spcPts val="0"/>
              </a:spcBef>
              <a:spcAft>
                <a:spcPts val="0"/>
              </a:spcAft>
              <a:buNone/>
            </a:pPr>
            <a:r>
              <a:rPr lang="en" sz="1600">
                <a:solidFill>
                  <a:schemeClr val="dk1"/>
                </a:solidFill>
                <a:latin typeface="Exo ExtraBold"/>
                <a:ea typeface="Exo ExtraBold"/>
                <a:cs typeface="Exo ExtraBold"/>
                <a:sym typeface="Exo ExtraBold"/>
              </a:rPr>
              <a:t>2</a:t>
            </a:r>
            <a:r>
              <a:rPr lang="en" sz="1600">
                <a:solidFill>
                  <a:schemeClr val="dk1"/>
                </a:solidFill>
                <a:latin typeface="Exo ExtraBold"/>
                <a:ea typeface="Exo ExtraBold"/>
                <a:cs typeface="Exo ExtraBold"/>
                <a:sym typeface="Exo ExtraBold"/>
              </a:rPr>
              <a:t>)</a:t>
            </a:r>
            <a:endParaRPr sz="1600">
              <a:solidFill>
                <a:schemeClr val="dk1"/>
              </a:solidFill>
              <a:latin typeface="Exo ExtraBold"/>
              <a:ea typeface="Exo ExtraBold"/>
              <a:cs typeface="Exo ExtraBold"/>
              <a:sym typeface="Exo ExtraBold"/>
            </a:endParaRPr>
          </a:p>
        </p:txBody>
      </p:sp>
      <p:sp>
        <p:nvSpPr>
          <p:cNvPr id="1022" name="Google Shape;1022;p35"/>
          <p:cNvSpPr txBox="1"/>
          <p:nvPr/>
        </p:nvSpPr>
        <p:spPr>
          <a:xfrm>
            <a:off x="5164549" y="1866854"/>
            <a:ext cx="3072300" cy="615600"/>
          </a:xfrm>
          <a:prstGeom prst="rect">
            <a:avLst/>
          </a:prstGeom>
          <a:noFill/>
          <a:ln>
            <a:noFill/>
          </a:ln>
        </p:spPr>
        <p:txBody>
          <a:bodyPr anchorCtr="0" anchor="t" bIns="91425" lIns="0" spcFirstLastPara="1" rIns="0" wrap="square" tIns="91425">
            <a:spAutoFit/>
          </a:bodyPr>
          <a:lstStyle/>
          <a:p>
            <a:pPr indent="0" lvl="0" marL="91440" marR="91440" rtl="0" algn="l">
              <a:spcBef>
                <a:spcPts val="0"/>
              </a:spcBef>
              <a:spcAft>
                <a:spcPts val="0"/>
              </a:spcAft>
              <a:buNone/>
            </a:pPr>
            <a:r>
              <a:rPr lang="en">
                <a:solidFill>
                  <a:schemeClr val="dk1"/>
                </a:solidFill>
                <a:latin typeface="Source Sans 3"/>
                <a:ea typeface="Source Sans 3"/>
                <a:cs typeface="Source Sans 3"/>
                <a:sym typeface="Source Sans 3"/>
              </a:rPr>
              <a:t>Manage your privacy with privacy settings </a:t>
            </a:r>
            <a:endParaRPr>
              <a:solidFill>
                <a:schemeClr val="dk1"/>
              </a:solidFill>
              <a:latin typeface="Source Sans 3"/>
              <a:ea typeface="Source Sans 3"/>
              <a:cs typeface="Source Sans 3"/>
              <a:sym typeface="Source Sans 3"/>
            </a:endParaRPr>
          </a:p>
        </p:txBody>
      </p:sp>
      <p:sp>
        <p:nvSpPr>
          <p:cNvPr id="1023" name="Google Shape;1023;p35"/>
          <p:cNvSpPr txBox="1"/>
          <p:nvPr/>
        </p:nvSpPr>
        <p:spPr>
          <a:xfrm>
            <a:off x="4743021" y="1971064"/>
            <a:ext cx="421200" cy="400200"/>
          </a:xfrm>
          <a:prstGeom prst="rect">
            <a:avLst/>
          </a:prstGeom>
          <a:noFill/>
          <a:ln>
            <a:noFill/>
          </a:ln>
        </p:spPr>
        <p:txBody>
          <a:bodyPr anchorCtr="0" anchor="t" bIns="91425" lIns="0" spcFirstLastPara="1" rIns="0" wrap="square" tIns="91425">
            <a:noAutofit/>
          </a:bodyPr>
          <a:lstStyle/>
          <a:p>
            <a:pPr indent="0" lvl="0" marL="91440" marR="91440" rtl="0" algn="l">
              <a:lnSpc>
                <a:spcPct val="115000"/>
              </a:lnSpc>
              <a:spcBef>
                <a:spcPts val="0"/>
              </a:spcBef>
              <a:spcAft>
                <a:spcPts val="0"/>
              </a:spcAft>
              <a:buNone/>
            </a:pPr>
            <a:r>
              <a:rPr lang="en" sz="1600">
                <a:solidFill>
                  <a:schemeClr val="dk1"/>
                </a:solidFill>
                <a:latin typeface="Exo ExtraBold"/>
                <a:ea typeface="Exo ExtraBold"/>
                <a:cs typeface="Exo ExtraBold"/>
                <a:sym typeface="Exo ExtraBold"/>
              </a:rPr>
              <a:t>3</a:t>
            </a:r>
            <a:r>
              <a:rPr lang="en" sz="1600">
                <a:solidFill>
                  <a:schemeClr val="dk1"/>
                </a:solidFill>
                <a:latin typeface="Exo ExtraBold"/>
                <a:ea typeface="Exo ExtraBold"/>
                <a:cs typeface="Exo ExtraBold"/>
                <a:sym typeface="Exo ExtraBold"/>
              </a:rPr>
              <a:t>)</a:t>
            </a:r>
            <a:endParaRPr sz="1600">
              <a:solidFill>
                <a:schemeClr val="dk1"/>
              </a:solidFill>
              <a:latin typeface="Exo ExtraBold"/>
              <a:ea typeface="Exo ExtraBold"/>
              <a:cs typeface="Exo ExtraBold"/>
              <a:sym typeface="Exo ExtraBold"/>
            </a:endParaRPr>
          </a:p>
        </p:txBody>
      </p:sp>
      <p:sp>
        <p:nvSpPr>
          <p:cNvPr id="1024" name="Google Shape;1024;p35"/>
          <p:cNvSpPr txBox="1"/>
          <p:nvPr/>
        </p:nvSpPr>
        <p:spPr>
          <a:xfrm>
            <a:off x="4742996" y="2417494"/>
            <a:ext cx="421200" cy="400200"/>
          </a:xfrm>
          <a:prstGeom prst="rect">
            <a:avLst/>
          </a:prstGeom>
          <a:noFill/>
          <a:ln>
            <a:noFill/>
          </a:ln>
        </p:spPr>
        <p:txBody>
          <a:bodyPr anchorCtr="0" anchor="t" bIns="91425" lIns="0" spcFirstLastPara="1" rIns="0" wrap="square" tIns="91425">
            <a:noAutofit/>
          </a:bodyPr>
          <a:lstStyle/>
          <a:p>
            <a:pPr indent="0" lvl="0" marL="91440" marR="91440" rtl="0" algn="l">
              <a:lnSpc>
                <a:spcPct val="115000"/>
              </a:lnSpc>
              <a:spcBef>
                <a:spcPts val="0"/>
              </a:spcBef>
              <a:spcAft>
                <a:spcPts val="0"/>
              </a:spcAft>
              <a:buNone/>
            </a:pPr>
            <a:r>
              <a:rPr lang="en" sz="1600">
                <a:solidFill>
                  <a:schemeClr val="dk1"/>
                </a:solidFill>
                <a:latin typeface="Exo ExtraBold"/>
                <a:ea typeface="Exo ExtraBold"/>
                <a:cs typeface="Exo ExtraBold"/>
                <a:sym typeface="Exo ExtraBold"/>
              </a:rPr>
              <a:t>4</a:t>
            </a:r>
            <a:r>
              <a:rPr lang="en" sz="1600">
                <a:solidFill>
                  <a:schemeClr val="dk1"/>
                </a:solidFill>
                <a:latin typeface="Exo ExtraBold"/>
                <a:ea typeface="Exo ExtraBold"/>
                <a:cs typeface="Exo ExtraBold"/>
                <a:sym typeface="Exo ExtraBold"/>
              </a:rPr>
              <a:t>)</a:t>
            </a:r>
            <a:endParaRPr sz="1600">
              <a:solidFill>
                <a:schemeClr val="dk1"/>
              </a:solidFill>
              <a:latin typeface="Exo ExtraBold"/>
              <a:ea typeface="Exo ExtraBold"/>
              <a:cs typeface="Exo ExtraBold"/>
              <a:sym typeface="Exo ExtraBold"/>
            </a:endParaRPr>
          </a:p>
        </p:txBody>
      </p:sp>
      <p:pic>
        <p:nvPicPr>
          <p:cNvPr id="1025" name="Google Shape;1025;p35"/>
          <p:cNvPicPr preferRelativeResize="0"/>
          <p:nvPr/>
        </p:nvPicPr>
        <p:blipFill>
          <a:blip r:embed="rId3">
            <a:alphaModFix/>
          </a:blip>
          <a:stretch>
            <a:fillRect/>
          </a:stretch>
        </p:blipFill>
        <p:spPr>
          <a:xfrm>
            <a:off x="421650" y="1313988"/>
            <a:ext cx="4032926" cy="2019075"/>
          </a:xfrm>
          <a:prstGeom prst="rect">
            <a:avLst/>
          </a:prstGeom>
          <a:noFill/>
          <a:ln>
            <a:noFill/>
          </a:ln>
        </p:spPr>
      </p:pic>
      <p:sp>
        <p:nvSpPr>
          <p:cNvPr id="1026" name="Google Shape;1026;p35"/>
          <p:cNvSpPr txBox="1"/>
          <p:nvPr/>
        </p:nvSpPr>
        <p:spPr>
          <a:xfrm>
            <a:off x="5164546" y="2402974"/>
            <a:ext cx="3072300" cy="400200"/>
          </a:xfrm>
          <a:prstGeom prst="rect">
            <a:avLst/>
          </a:prstGeom>
          <a:solidFill>
            <a:schemeClr val="dk2"/>
          </a:solidFill>
          <a:ln>
            <a:noFill/>
          </a:ln>
        </p:spPr>
        <p:txBody>
          <a:bodyPr anchorCtr="0" anchor="t" bIns="91425" lIns="0" spcFirstLastPara="1" rIns="0" wrap="square" tIns="91425">
            <a:spAutoFit/>
          </a:bodyPr>
          <a:lstStyle/>
          <a:p>
            <a:pPr indent="0" lvl="0" marL="91440" marR="91440" rtl="0" algn="l">
              <a:spcBef>
                <a:spcPts val="0"/>
              </a:spcBef>
              <a:spcAft>
                <a:spcPts val="0"/>
              </a:spcAft>
              <a:buNone/>
            </a:pPr>
            <a:r>
              <a:rPr lang="en">
                <a:solidFill>
                  <a:schemeClr val="dk1"/>
                </a:solidFill>
                <a:latin typeface="Source Sans 3"/>
                <a:ea typeface="Source Sans 3"/>
                <a:cs typeface="Source Sans 3"/>
                <a:sym typeface="Source Sans 3"/>
              </a:rPr>
              <a:t>Set  boundaries online </a:t>
            </a:r>
            <a:endParaRPr>
              <a:solidFill>
                <a:schemeClr val="dk1"/>
              </a:solidFill>
              <a:latin typeface="Source Sans 3"/>
              <a:ea typeface="Source Sans 3"/>
              <a:cs typeface="Source Sans 3"/>
              <a:sym typeface="Source Sans 3"/>
            </a:endParaRPr>
          </a:p>
        </p:txBody>
      </p:sp>
      <p:sp>
        <p:nvSpPr>
          <p:cNvPr id="1027" name="Google Shape;1027;p35"/>
          <p:cNvSpPr txBox="1"/>
          <p:nvPr/>
        </p:nvSpPr>
        <p:spPr>
          <a:xfrm>
            <a:off x="5164546" y="2790894"/>
            <a:ext cx="3072300" cy="400200"/>
          </a:xfrm>
          <a:prstGeom prst="rect">
            <a:avLst/>
          </a:prstGeom>
          <a:noFill/>
          <a:ln>
            <a:noFill/>
          </a:ln>
        </p:spPr>
        <p:txBody>
          <a:bodyPr anchorCtr="0" anchor="t" bIns="91425" lIns="0" spcFirstLastPara="1" rIns="0" wrap="square" tIns="91425">
            <a:spAutoFit/>
          </a:bodyPr>
          <a:lstStyle/>
          <a:p>
            <a:pPr indent="0" lvl="0" marL="91440" marR="91440" rtl="0" algn="l">
              <a:spcBef>
                <a:spcPts val="0"/>
              </a:spcBef>
              <a:spcAft>
                <a:spcPts val="0"/>
              </a:spcAft>
              <a:buNone/>
            </a:pPr>
            <a:r>
              <a:rPr lang="en">
                <a:solidFill>
                  <a:schemeClr val="dk1"/>
                </a:solidFill>
                <a:latin typeface="Source Sans 3"/>
                <a:ea typeface="Source Sans 3"/>
                <a:cs typeface="Source Sans 3"/>
                <a:sym typeface="Source Sans 3"/>
              </a:rPr>
              <a:t>Treat </a:t>
            </a:r>
            <a:r>
              <a:rPr lang="en">
                <a:solidFill>
                  <a:schemeClr val="dk1"/>
                </a:solidFill>
                <a:latin typeface="Source Sans 3"/>
                <a:ea typeface="Source Sans 3"/>
                <a:cs typeface="Source Sans 3"/>
                <a:sym typeface="Source Sans 3"/>
              </a:rPr>
              <a:t>others with respect </a:t>
            </a:r>
            <a:endParaRPr>
              <a:solidFill>
                <a:schemeClr val="dk1"/>
              </a:solidFill>
              <a:latin typeface="Source Sans 3"/>
              <a:ea typeface="Source Sans 3"/>
              <a:cs typeface="Source Sans 3"/>
              <a:sym typeface="Source Sans 3"/>
            </a:endParaRPr>
          </a:p>
        </p:txBody>
      </p:sp>
      <p:sp>
        <p:nvSpPr>
          <p:cNvPr id="1028" name="Google Shape;1028;p35"/>
          <p:cNvSpPr txBox="1"/>
          <p:nvPr/>
        </p:nvSpPr>
        <p:spPr>
          <a:xfrm>
            <a:off x="4743021" y="2790894"/>
            <a:ext cx="421200" cy="400200"/>
          </a:xfrm>
          <a:prstGeom prst="rect">
            <a:avLst/>
          </a:prstGeom>
          <a:noFill/>
          <a:ln>
            <a:noFill/>
          </a:ln>
        </p:spPr>
        <p:txBody>
          <a:bodyPr anchorCtr="0" anchor="t" bIns="91425" lIns="0" spcFirstLastPara="1" rIns="0" wrap="square" tIns="91425">
            <a:noAutofit/>
          </a:bodyPr>
          <a:lstStyle/>
          <a:p>
            <a:pPr indent="0" lvl="0" marL="91440" marR="91440" rtl="0" algn="l">
              <a:lnSpc>
                <a:spcPct val="115000"/>
              </a:lnSpc>
              <a:spcBef>
                <a:spcPts val="0"/>
              </a:spcBef>
              <a:spcAft>
                <a:spcPts val="0"/>
              </a:spcAft>
              <a:buNone/>
            </a:pPr>
            <a:r>
              <a:rPr lang="en" sz="1600">
                <a:solidFill>
                  <a:schemeClr val="dk1"/>
                </a:solidFill>
                <a:latin typeface="Exo ExtraBold"/>
                <a:ea typeface="Exo ExtraBold"/>
                <a:cs typeface="Exo ExtraBold"/>
                <a:sym typeface="Exo ExtraBold"/>
              </a:rPr>
              <a:t>5</a:t>
            </a:r>
            <a:r>
              <a:rPr lang="en" sz="1600">
                <a:solidFill>
                  <a:schemeClr val="dk1"/>
                </a:solidFill>
                <a:latin typeface="Exo ExtraBold"/>
                <a:ea typeface="Exo ExtraBold"/>
                <a:cs typeface="Exo ExtraBold"/>
                <a:sym typeface="Exo ExtraBold"/>
              </a:rPr>
              <a:t>)</a:t>
            </a:r>
            <a:endParaRPr sz="1600">
              <a:solidFill>
                <a:schemeClr val="dk1"/>
              </a:solidFill>
              <a:latin typeface="Exo ExtraBold"/>
              <a:ea typeface="Exo ExtraBold"/>
              <a:cs typeface="Exo ExtraBold"/>
              <a:sym typeface="Exo ExtraBold"/>
            </a:endParaRPr>
          </a:p>
        </p:txBody>
      </p:sp>
      <p:sp>
        <p:nvSpPr>
          <p:cNvPr id="1029" name="Google Shape;1029;p35"/>
          <p:cNvSpPr txBox="1"/>
          <p:nvPr/>
        </p:nvSpPr>
        <p:spPr>
          <a:xfrm>
            <a:off x="5164546" y="3185219"/>
            <a:ext cx="3072300" cy="400200"/>
          </a:xfrm>
          <a:prstGeom prst="rect">
            <a:avLst/>
          </a:prstGeom>
          <a:solidFill>
            <a:schemeClr val="dk2"/>
          </a:solidFill>
          <a:ln>
            <a:noFill/>
          </a:ln>
        </p:spPr>
        <p:txBody>
          <a:bodyPr anchorCtr="0" anchor="t" bIns="91425" lIns="0" spcFirstLastPara="1" rIns="0" wrap="square" tIns="91425">
            <a:spAutoFit/>
          </a:bodyPr>
          <a:lstStyle/>
          <a:p>
            <a:pPr indent="0" lvl="0" marL="91440" marR="91440" rtl="0" algn="l">
              <a:spcBef>
                <a:spcPts val="0"/>
              </a:spcBef>
              <a:spcAft>
                <a:spcPts val="0"/>
              </a:spcAft>
              <a:buNone/>
            </a:pPr>
            <a:r>
              <a:rPr lang="en">
                <a:solidFill>
                  <a:schemeClr val="dk1"/>
                </a:solidFill>
                <a:latin typeface="Source Sans 3"/>
                <a:ea typeface="Source Sans 3"/>
                <a:cs typeface="Source Sans 3"/>
                <a:sym typeface="Source Sans 3"/>
              </a:rPr>
              <a:t>Practice accountability </a:t>
            </a:r>
            <a:endParaRPr>
              <a:solidFill>
                <a:schemeClr val="dk1"/>
              </a:solidFill>
              <a:latin typeface="Source Sans 3"/>
              <a:ea typeface="Source Sans 3"/>
              <a:cs typeface="Source Sans 3"/>
              <a:sym typeface="Source Sans 3"/>
            </a:endParaRPr>
          </a:p>
        </p:txBody>
      </p:sp>
      <p:sp>
        <p:nvSpPr>
          <p:cNvPr id="1030" name="Google Shape;1030;p35"/>
          <p:cNvSpPr txBox="1"/>
          <p:nvPr/>
        </p:nvSpPr>
        <p:spPr>
          <a:xfrm>
            <a:off x="4743021" y="3185219"/>
            <a:ext cx="421200" cy="400200"/>
          </a:xfrm>
          <a:prstGeom prst="rect">
            <a:avLst/>
          </a:prstGeom>
          <a:noFill/>
          <a:ln>
            <a:noFill/>
          </a:ln>
        </p:spPr>
        <p:txBody>
          <a:bodyPr anchorCtr="0" anchor="t" bIns="91425" lIns="0" spcFirstLastPara="1" rIns="0" wrap="square" tIns="91425">
            <a:noAutofit/>
          </a:bodyPr>
          <a:lstStyle/>
          <a:p>
            <a:pPr indent="0" lvl="0" marL="91440" marR="91440" rtl="0" algn="l">
              <a:lnSpc>
                <a:spcPct val="115000"/>
              </a:lnSpc>
              <a:spcBef>
                <a:spcPts val="0"/>
              </a:spcBef>
              <a:spcAft>
                <a:spcPts val="0"/>
              </a:spcAft>
              <a:buNone/>
            </a:pPr>
            <a:r>
              <a:rPr lang="en" sz="1600">
                <a:solidFill>
                  <a:schemeClr val="dk1"/>
                </a:solidFill>
                <a:latin typeface="Exo ExtraBold"/>
                <a:ea typeface="Exo ExtraBold"/>
                <a:cs typeface="Exo ExtraBold"/>
                <a:sym typeface="Exo ExtraBold"/>
              </a:rPr>
              <a:t>6</a:t>
            </a:r>
            <a:r>
              <a:rPr lang="en" sz="1600">
                <a:solidFill>
                  <a:schemeClr val="dk1"/>
                </a:solidFill>
                <a:latin typeface="Exo ExtraBold"/>
                <a:ea typeface="Exo ExtraBold"/>
                <a:cs typeface="Exo ExtraBold"/>
                <a:sym typeface="Exo ExtraBold"/>
              </a:rPr>
              <a:t>)</a:t>
            </a:r>
            <a:endParaRPr sz="1600">
              <a:solidFill>
                <a:schemeClr val="dk1"/>
              </a:solidFill>
              <a:latin typeface="Exo ExtraBold"/>
              <a:ea typeface="Exo ExtraBold"/>
              <a:cs typeface="Exo ExtraBold"/>
              <a:sym typeface="Exo ExtraBold"/>
            </a:endParaRPr>
          </a:p>
        </p:txBody>
      </p:sp>
      <p:sp>
        <p:nvSpPr>
          <p:cNvPr id="1031" name="Google Shape;1031;p35"/>
          <p:cNvSpPr txBox="1"/>
          <p:nvPr/>
        </p:nvSpPr>
        <p:spPr>
          <a:xfrm>
            <a:off x="600900" y="3823796"/>
            <a:ext cx="7704000" cy="708600"/>
          </a:xfrm>
          <a:prstGeom prst="rect">
            <a:avLst/>
          </a:prstGeom>
          <a:solidFill>
            <a:schemeClr val="dk2"/>
          </a:solid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300">
                <a:solidFill>
                  <a:schemeClr val="dk1"/>
                </a:solidFill>
                <a:latin typeface="Source Sans 3"/>
                <a:ea typeface="Source Sans 3"/>
                <a:cs typeface="Source Sans 3"/>
                <a:sym typeface="Source Sans 3"/>
              </a:rPr>
              <a:t>There are many benefits online like having access to healthy online communities and support groups, getting online educational services, getting digital literacy services, and more.</a:t>
            </a:r>
            <a:endParaRPr sz="1300">
              <a:solidFill>
                <a:schemeClr val="dk1"/>
              </a:solidFill>
              <a:latin typeface="Source Sans 3"/>
              <a:ea typeface="Source Sans 3"/>
              <a:cs typeface="Source Sans 3"/>
              <a:sym typeface="Source Sans 3"/>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pic>
        <p:nvPicPr>
          <p:cNvPr id="1036" name="Google Shape;1036;p36" title="Screenshot 2025-12-02 at 11.42.45 AM.png"/>
          <p:cNvPicPr preferRelativeResize="0"/>
          <p:nvPr/>
        </p:nvPicPr>
        <p:blipFill>
          <a:blip r:embed="rId3">
            <a:alphaModFix/>
          </a:blip>
          <a:stretch>
            <a:fillRect/>
          </a:stretch>
        </p:blipFill>
        <p:spPr>
          <a:xfrm>
            <a:off x="443050" y="4200713"/>
            <a:ext cx="2895025" cy="896075"/>
          </a:xfrm>
          <a:prstGeom prst="rect">
            <a:avLst/>
          </a:prstGeom>
          <a:noFill/>
          <a:ln>
            <a:noFill/>
          </a:ln>
        </p:spPr>
      </p:pic>
      <p:sp>
        <p:nvSpPr>
          <p:cNvPr id="1037" name="Google Shape;1037;p36"/>
          <p:cNvSpPr txBox="1"/>
          <p:nvPr>
            <p:ph type="title"/>
          </p:nvPr>
        </p:nvSpPr>
        <p:spPr>
          <a:xfrm>
            <a:off x="757225" y="4748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Negative Online Behaviors </a:t>
            </a:r>
            <a:endParaRPr/>
          </a:p>
        </p:txBody>
      </p:sp>
      <p:sp>
        <p:nvSpPr>
          <p:cNvPr id="1038" name="Google Shape;1038;p36"/>
          <p:cNvSpPr txBox="1"/>
          <p:nvPr/>
        </p:nvSpPr>
        <p:spPr>
          <a:xfrm>
            <a:off x="720000" y="1413625"/>
            <a:ext cx="3794100" cy="2787000"/>
          </a:xfrm>
          <a:prstGeom prst="rect">
            <a:avLst/>
          </a:prstGeom>
          <a:solidFill>
            <a:schemeClr val="dk2"/>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300">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None/>
            </a:pPr>
            <a:r>
              <a:rPr lang="en" sz="1300">
                <a:solidFill>
                  <a:schemeClr val="dk1"/>
                </a:solidFill>
                <a:latin typeface="Source Sans 3"/>
                <a:ea typeface="Source Sans 3"/>
                <a:cs typeface="Source Sans 3"/>
                <a:sym typeface="Source Sans 3"/>
              </a:rPr>
              <a:t>Being </a:t>
            </a:r>
            <a:r>
              <a:rPr lang="en" sz="1300">
                <a:solidFill>
                  <a:schemeClr val="dk1"/>
                </a:solidFill>
                <a:latin typeface="Source Sans 3"/>
                <a:ea typeface="Source Sans 3"/>
                <a:cs typeface="Source Sans 3"/>
                <a:sym typeface="Source Sans 3"/>
              </a:rPr>
              <a:t>online</a:t>
            </a:r>
            <a:r>
              <a:rPr lang="en" sz="1300">
                <a:solidFill>
                  <a:schemeClr val="dk1"/>
                </a:solidFill>
                <a:latin typeface="Source Sans 3"/>
                <a:ea typeface="Source Sans 3"/>
                <a:cs typeface="Source Sans 3"/>
                <a:sym typeface="Source Sans 3"/>
              </a:rPr>
              <a:t> can also be harmful as it can be an environment that fosters cyberbullying, </a:t>
            </a:r>
            <a:r>
              <a:rPr lang="en" sz="1300">
                <a:solidFill>
                  <a:schemeClr val="dk1"/>
                </a:solidFill>
                <a:latin typeface="Source Sans 3"/>
                <a:ea typeface="Source Sans 3"/>
                <a:cs typeface="Source Sans 3"/>
                <a:sym typeface="Source Sans 3"/>
              </a:rPr>
              <a:t>online</a:t>
            </a:r>
            <a:r>
              <a:rPr lang="en" sz="1300">
                <a:solidFill>
                  <a:schemeClr val="dk1"/>
                </a:solidFill>
                <a:latin typeface="Source Sans 3"/>
                <a:ea typeface="Source Sans 3"/>
                <a:cs typeface="Source Sans 3"/>
                <a:sym typeface="Source Sans 3"/>
              </a:rPr>
              <a:t> </a:t>
            </a:r>
            <a:r>
              <a:rPr lang="en" sz="1300">
                <a:solidFill>
                  <a:schemeClr val="dk1"/>
                </a:solidFill>
                <a:latin typeface="Source Sans 3"/>
                <a:ea typeface="Source Sans 3"/>
                <a:cs typeface="Source Sans 3"/>
                <a:sym typeface="Source Sans 3"/>
              </a:rPr>
              <a:t>harassment</a:t>
            </a:r>
            <a:r>
              <a:rPr lang="en" sz="1300">
                <a:solidFill>
                  <a:schemeClr val="dk1"/>
                </a:solidFill>
                <a:latin typeface="Source Sans 3"/>
                <a:ea typeface="Source Sans 3"/>
                <a:cs typeface="Source Sans 3"/>
                <a:sym typeface="Source Sans 3"/>
              </a:rPr>
              <a:t>, </a:t>
            </a:r>
            <a:r>
              <a:rPr lang="en" sz="1300">
                <a:solidFill>
                  <a:schemeClr val="dk1"/>
                </a:solidFill>
                <a:latin typeface="Source Sans 3"/>
                <a:ea typeface="Source Sans 3"/>
                <a:cs typeface="Source Sans 3"/>
                <a:sym typeface="Source Sans 3"/>
              </a:rPr>
              <a:t>misinformation</a:t>
            </a:r>
            <a:r>
              <a:rPr lang="en" sz="1300">
                <a:solidFill>
                  <a:schemeClr val="dk1"/>
                </a:solidFill>
                <a:latin typeface="Source Sans 3"/>
                <a:ea typeface="Source Sans 3"/>
                <a:cs typeface="Source Sans 3"/>
                <a:sym typeface="Source Sans 3"/>
              </a:rPr>
              <a:t>, social media addictions, depression, and more.</a:t>
            </a:r>
            <a:endParaRPr sz="1300">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None/>
            </a:pPr>
            <a:r>
              <a:t/>
            </a:r>
            <a:endParaRPr sz="1300">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None/>
            </a:pPr>
            <a:r>
              <a:rPr lang="en" sz="1300">
                <a:solidFill>
                  <a:schemeClr val="dk1"/>
                </a:solidFill>
                <a:latin typeface="Source Sans 3"/>
                <a:ea typeface="Source Sans 3"/>
                <a:cs typeface="Source Sans 3"/>
                <a:sym typeface="Source Sans 3"/>
              </a:rPr>
              <a:t>According to the Pew Research Center in 2023 26.5% of teenagers in the US ranging from 13 to 17 were </a:t>
            </a:r>
            <a:r>
              <a:rPr lang="en" sz="1300">
                <a:solidFill>
                  <a:schemeClr val="dk1"/>
                </a:solidFill>
                <a:latin typeface="Source Sans 3"/>
                <a:ea typeface="Source Sans 3"/>
                <a:cs typeface="Source Sans 3"/>
                <a:sym typeface="Source Sans 3"/>
              </a:rPr>
              <a:t>victims</a:t>
            </a:r>
            <a:r>
              <a:rPr lang="en" sz="1300">
                <a:solidFill>
                  <a:schemeClr val="dk1"/>
                </a:solidFill>
                <a:latin typeface="Source Sans 3"/>
                <a:ea typeface="Source Sans 3"/>
                <a:cs typeface="Source Sans 3"/>
                <a:sym typeface="Source Sans 3"/>
              </a:rPr>
              <a:t> of cyberbullying </a:t>
            </a:r>
            <a:endParaRPr sz="1300">
              <a:solidFill>
                <a:schemeClr val="dk1"/>
              </a:solidFill>
              <a:latin typeface="Source Sans 3"/>
              <a:ea typeface="Source Sans 3"/>
              <a:cs typeface="Source Sans 3"/>
              <a:sym typeface="Source Sans 3"/>
            </a:endParaRPr>
          </a:p>
        </p:txBody>
      </p:sp>
      <p:pic>
        <p:nvPicPr>
          <p:cNvPr id="1039" name="Google Shape;1039;p36"/>
          <p:cNvPicPr preferRelativeResize="0"/>
          <p:nvPr/>
        </p:nvPicPr>
        <p:blipFill>
          <a:blip r:embed="rId4">
            <a:alphaModFix/>
          </a:blip>
          <a:stretch>
            <a:fillRect/>
          </a:stretch>
        </p:blipFill>
        <p:spPr>
          <a:xfrm>
            <a:off x="4954948" y="1843975"/>
            <a:ext cx="2356750" cy="2356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grpSp>
        <p:nvGrpSpPr>
          <p:cNvPr id="1044" name="Google Shape;1044;p37"/>
          <p:cNvGrpSpPr/>
          <p:nvPr/>
        </p:nvGrpSpPr>
        <p:grpSpPr>
          <a:xfrm>
            <a:off x="289175" y="221279"/>
            <a:ext cx="3899938" cy="3218855"/>
            <a:chOff x="506275" y="456504"/>
            <a:chExt cx="3899938" cy="3218855"/>
          </a:xfrm>
        </p:grpSpPr>
        <p:grpSp>
          <p:nvGrpSpPr>
            <p:cNvPr id="1045" name="Google Shape;1045;p37"/>
            <p:cNvGrpSpPr/>
            <p:nvPr/>
          </p:nvGrpSpPr>
          <p:grpSpPr>
            <a:xfrm>
              <a:off x="506275" y="456504"/>
              <a:ext cx="3899938" cy="3218855"/>
              <a:chOff x="506275" y="379304"/>
              <a:chExt cx="3899938" cy="3218855"/>
            </a:xfrm>
          </p:grpSpPr>
          <p:sp>
            <p:nvSpPr>
              <p:cNvPr id="1046" name="Google Shape;1046;p37"/>
              <p:cNvSpPr/>
              <p:nvPr/>
            </p:nvSpPr>
            <p:spPr>
              <a:xfrm>
                <a:off x="713228" y="826067"/>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37"/>
              <p:cNvSpPr/>
              <p:nvPr/>
            </p:nvSpPr>
            <p:spPr>
              <a:xfrm>
                <a:off x="577738" y="2573184"/>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37"/>
              <p:cNvSpPr/>
              <p:nvPr/>
            </p:nvSpPr>
            <p:spPr>
              <a:xfrm>
                <a:off x="1292703" y="2673379"/>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37"/>
              <p:cNvSpPr/>
              <p:nvPr/>
            </p:nvSpPr>
            <p:spPr>
              <a:xfrm>
                <a:off x="2513938" y="72587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37"/>
              <p:cNvSpPr/>
              <p:nvPr/>
            </p:nvSpPr>
            <p:spPr>
              <a:xfrm>
                <a:off x="2060015" y="1891292"/>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37"/>
              <p:cNvSpPr/>
              <p:nvPr/>
            </p:nvSpPr>
            <p:spPr>
              <a:xfrm>
                <a:off x="506275" y="3497959"/>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37"/>
              <p:cNvSpPr/>
              <p:nvPr/>
            </p:nvSpPr>
            <p:spPr>
              <a:xfrm>
                <a:off x="3960565" y="379304"/>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53" name="Google Shape;1053;p37"/>
              <p:cNvCxnSpPr>
                <a:stCxn id="1049" idx="6"/>
                <a:endCxn id="1052" idx="2"/>
              </p:cNvCxnSpPr>
              <p:nvPr/>
            </p:nvCxnSpPr>
            <p:spPr>
              <a:xfrm flipH="1" rot="10800000">
                <a:off x="2613838" y="459471"/>
                <a:ext cx="1346700" cy="316500"/>
              </a:xfrm>
              <a:prstGeom prst="straightConnector1">
                <a:avLst/>
              </a:prstGeom>
              <a:noFill/>
              <a:ln cap="flat" cmpd="sng" w="19050">
                <a:solidFill>
                  <a:schemeClr val="dk2"/>
                </a:solidFill>
                <a:prstDash val="solid"/>
                <a:round/>
                <a:headEnd len="med" w="med" type="none"/>
                <a:tailEnd len="med" w="med" type="none"/>
              </a:ln>
            </p:spPr>
          </p:cxnSp>
          <p:cxnSp>
            <p:nvCxnSpPr>
              <p:cNvPr id="1054" name="Google Shape;1054;p37"/>
              <p:cNvCxnSpPr>
                <a:stCxn id="1049" idx="4"/>
                <a:endCxn id="1050" idx="0"/>
              </p:cNvCxnSpPr>
              <p:nvPr/>
            </p:nvCxnSpPr>
            <p:spPr>
              <a:xfrm flipH="1">
                <a:off x="2139688" y="826071"/>
                <a:ext cx="424200" cy="1065300"/>
              </a:xfrm>
              <a:prstGeom prst="straightConnector1">
                <a:avLst/>
              </a:prstGeom>
              <a:noFill/>
              <a:ln cap="flat" cmpd="sng" w="19050">
                <a:solidFill>
                  <a:schemeClr val="dk2"/>
                </a:solidFill>
                <a:prstDash val="solid"/>
                <a:round/>
                <a:headEnd len="med" w="med" type="none"/>
                <a:tailEnd len="med" w="med" type="none"/>
              </a:ln>
            </p:spPr>
          </p:cxnSp>
          <p:cxnSp>
            <p:nvCxnSpPr>
              <p:cNvPr id="1055" name="Google Shape;1055;p37"/>
              <p:cNvCxnSpPr>
                <a:stCxn id="1050" idx="1"/>
                <a:endCxn id="1046" idx="5"/>
              </p:cNvCxnSpPr>
              <p:nvPr/>
            </p:nvCxnSpPr>
            <p:spPr>
              <a:xfrm rot="10800000">
                <a:off x="849488" y="962852"/>
                <a:ext cx="1233900" cy="951900"/>
              </a:xfrm>
              <a:prstGeom prst="straightConnector1">
                <a:avLst/>
              </a:prstGeom>
              <a:noFill/>
              <a:ln cap="flat" cmpd="sng" w="19050">
                <a:solidFill>
                  <a:schemeClr val="dk2"/>
                </a:solidFill>
                <a:prstDash val="solid"/>
                <a:round/>
                <a:headEnd len="med" w="med" type="none"/>
                <a:tailEnd len="med" w="med" type="none"/>
              </a:ln>
            </p:spPr>
          </p:cxnSp>
          <p:cxnSp>
            <p:nvCxnSpPr>
              <p:cNvPr id="1056" name="Google Shape;1056;p37"/>
              <p:cNvCxnSpPr>
                <a:stCxn id="1046" idx="4"/>
                <a:endCxn id="1047" idx="0"/>
              </p:cNvCxnSpPr>
              <p:nvPr/>
            </p:nvCxnSpPr>
            <p:spPr>
              <a:xfrm flipH="1">
                <a:off x="627728" y="986267"/>
                <a:ext cx="165300" cy="1587000"/>
              </a:xfrm>
              <a:prstGeom prst="straightConnector1">
                <a:avLst/>
              </a:prstGeom>
              <a:noFill/>
              <a:ln cap="flat" cmpd="sng" w="19050">
                <a:solidFill>
                  <a:schemeClr val="dk2"/>
                </a:solidFill>
                <a:prstDash val="solid"/>
                <a:round/>
                <a:headEnd len="med" w="med" type="none"/>
                <a:tailEnd len="med" w="med" type="none"/>
              </a:ln>
            </p:spPr>
          </p:cxnSp>
          <p:cxnSp>
            <p:nvCxnSpPr>
              <p:cNvPr id="1057" name="Google Shape;1057;p37"/>
              <p:cNvCxnSpPr>
                <a:stCxn id="1047" idx="6"/>
                <a:endCxn id="1048" idx="2"/>
              </p:cNvCxnSpPr>
              <p:nvPr/>
            </p:nvCxnSpPr>
            <p:spPr>
              <a:xfrm>
                <a:off x="677638" y="2623284"/>
                <a:ext cx="615000" cy="130200"/>
              </a:xfrm>
              <a:prstGeom prst="straightConnector1">
                <a:avLst/>
              </a:prstGeom>
              <a:noFill/>
              <a:ln cap="flat" cmpd="sng" w="19050">
                <a:solidFill>
                  <a:schemeClr val="dk2"/>
                </a:solidFill>
                <a:prstDash val="solid"/>
                <a:round/>
                <a:headEnd len="med" w="med" type="none"/>
                <a:tailEnd len="med" w="med" type="none"/>
              </a:ln>
            </p:spPr>
          </p:cxnSp>
          <p:cxnSp>
            <p:nvCxnSpPr>
              <p:cNvPr id="1058" name="Google Shape;1058;p37"/>
              <p:cNvCxnSpPr>
                <a:stCxn id="1047" idx="4"/>
                <a:endCxn id="1051" idx="0"/>
              </p:cNvCxnSpPr>
              <p:nvPr/>
            </p:nvCxnSpPr>
            <p:spPr>
              <a:xfrm flipH="1">
                <a:off x="556288" y="2673384"/>
                <a:ext cx="71400" cy="824700"/>
              </a:xfrm>
              <a:prstGeom prst="straightConnector1">
                <a:avLst/>
              </a:prstGeom>
              <a:noFill/>
              <a:ln cap="flat" cmpd="sng" w="19050">
                <a:solidFill>
                  <a:schemeClr val="dk2"/>
                </a:solidFill>
                <a:prstDash val="solid"/>
                <a:round/>
                <a:headEnd len="med" w="med" type="none"/>
                <a:tailEnd len="med" w="med" type="none"/>
              </a:ln>
            </p:spPr>
          </p:cxnSp>
          <p:sp>
            <p:nvSpPr>
              <p:cNvPr id="1059" name="Google Shape;1059;p37"/>
              <p:cNvSpPr/>
              <p:nvPr/>
            </p:nvSpPr>
            <p:spPr>
              <a:xfrm>
                <a:off x="808563" y="2937559"/>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60" name="Google Shape;1060;p37"/>
              <p:cNvCxnSpPr>
                <a:stCxn id="1047" idx="5"/>
                <a:endCxn id="1059" idx="1"/>
              </p:cNvCxnSpPr>
              <p:nvPr/>
            </p:nvCxnSpPr>
            <p:spPr>
              <a:xfrm>
                <a:off x="663008" y="2658710"/>
                <a:ext cx="160200" cy="293400"/>
              </a:xfrm>
              <a:prstGeom prst="straightConnector1">
                <a:avLst/>
              </a:prstGeom>
              <a:noFill/>
              <a:ln cap="flat" cmpd="sng" w="19050">
                <a:solidFill>
                  <a:schemeClr val="dk2"/>
                </a:solidFill>
                <a:prstDash val="solid"/>
                <a:round/>
                <a:headEnd len="med" w="med" type="none"/>
                <a:tailEnd len="med" w="med" type="none"/>
              </a:ln>
            </p:spPr>
          </p:cxnSp>
          <p:sp>
            <p:nvSpPr>
              <p:cNvPr id="1061" name="Google Shape;1061;p37"/>
              <p:cNvSpPr/>
              <p:nvPr/>
            </p:nvSpPr>
            <p:spPr>
              <a:xfrm>
                <a:off x="4306313" y="581534"/>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62" name="Google Shape;1062;p37"/>
              <p:cNvCxnSpPr>
                <a:stCxn id="1052" idx="6"/>
                <a:endCxn id="1061" idx="1"/>
              </p:cNvCxnSpPr>
              <p:nvPr/>
            </p:nvCxnSpPr>
            <p:spPr>
              <a:xfrm>
                <a:off x="4120165" y="459404"/>
                <a:ext cx="200700" cy="136800"/>
              </a:xfrm>
              <a:prstGeom prst="straightConnector1">
                <a:avLst/>
              </a:prstGeom>
              <a:noFill/>
              <a:ln cap="flat" cmpd="sng" w="19050">
                <a:solidFill>
                  <a:schemeClr val="dk2"/>
                </a:solidFill>
                <a:prstDash val="solid"/>
                <a:round/>
                <a:headEnd len="med" w="med" type="none"/>
                <a:tailEnd len="med" w="med" type="none"/>
              </a:ln>
            </p:spPr>
          </p:cxnSp>
        </p:grpSp>
        <p:grpSp>
          <p:nvGrpSpPr>
            <p:cNvPr id="1063" name="Google Shape;1063;p37"/>
            <p:cNvGrpSpPr/>
            <p:nvPr/>
          </p:nvGrpSpPr>
          <p:grpSpPr>
            <a:xfrm>
              <a:off x="1398517" y="1254921"/>
              <a:ext cx="260031" cy="725865"/>
              <a:chOff x="1264217" y="1200971"/>
              <a:chExt cx="260031" cy="725865"/>
            </a:xfrm>
          </p:grpSpPr>
          <p:sp>
            <p:nvSpPr>
              <p:cNvPr id="1064" name="Google Shape;1064;p37"/>
              <p:cNvSpPr/>
              <p:nvPr/>
            </p:nvSpPr>
            <p:spPr>
              <a:xfrm rot="596871">
                <a:off x="1524205" y="1200974"/>
                <a:ext cx="39" cy="39"/>
              </a:xfrm>
              <a:custGeom>
                <a:rect b="b" l="l" r="r" t="t"/>
                <a:pathLst>
                  <a:path extrusionOk="0" fill="none" h="1" w="1">
                    <a:moveTo>
                      <a:pt x="0" y="0"/>
                    </a:moveTo>
                    <a:close/>
                  </a:path>
                </a:pathLst>
              </a:custGeom>
              <a:noFill/>
              <a:ln cap="flat" cmpd="sng" w="425">
                <a:solidFill>
                  <a:srgbClr val="000000"/>
                </a:solidFill>
                <a:prstDash val="solid"/>
                <a:miter lim="342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37"/>
              <p:cNvSpPr/>
              <p:nvPr/>
            </p:nvSpPr>
            <p:spPr>
              <a:xfrm rot="596871">
                <a:off x="1264220" y="1926794"/>
                <a:ext cx="39" cy="39"/>
              </a:xfrm>
              <a:custGeom>
                <a:rect b="b" l="l" r="r" t="t"/>
                <a:pathLst>
                  <a:path extrusionOk="0" fill="none" h="1" w="1">
                    <a:moveTo>
                      <a:pt x="0" y="0"/>
                    </a:moveTo>
                    <a:close/>
                  </a:path>
                </a:pathLst>
              </a:custGeom>
              <a:noFill/>
              <a:ln cap="flat" cmpd="sng" w="425">
                <a:solidFill>
                  <a:srgbClr val="000000"/>
                </a:solidFill>
                <a:prstDash val="solid"/>
                <a:miter lim="342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6" name="Google Shape;1066;p37"/>
            <p:cNvGrpSpPr/>
            <p:nvPr/>
          </p:nvGrpSpPr>
          <p:grpSpPr>
            <a:xfrm flipH="1" rot="-704148">
              <a:off x="2902967" y="526968"/>
              <a:ext cx="792470" cy="969922"/>
              <a:chOff x="2509227" y="704963"/>
              <a:chExt cx="792466" cy="969918"/>
            </a:xfrm>
          </p:grpSpPr>
          <p:sp>
            <p:nvSpPr>
              <p:cNvPr id="1067" name="Google Shape;1067;p37"/>
              <p:cNvSpPr/>
              <p:nvPr/>
            </p:nvSpPr>
            <p:spPr>
              <a:xfrm rot="-9900005">
                <a:off x="3219216" y="1100849"/>
                <a:ext cx="32056" cy="40001"/>
              </a:xfrm>
              <a:custGeom>
                <a:rect b="b" l="l" r="r" t="t"/>
                <a:pathLst>
                  <a:path extrusionOk="0" h="1017" w="815">
                    <a:moveTo>
                      <a:pt x="0" y="1"/>
                    </a:moveTo>
                    <a:lnTo>
                      <a:pt x="100" y="1017"/>
                    </a:lnTo>
                    <a:lnTo>
                      <a:pt x="815" y="398"/>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37"/>
              <p:cNvSpPr/>
              <p:nvPr/>
            </p:nvSpPr>
            <p:spPr>
              <a:xfrm rot="596871">
                <a:off x="2565940" y="878023"/>
                <a:ext cx="32057" cy="40003"/>
              </a:xfrm>
              <a:custGeom>
                <a:rect b="b" l="l" r="r" t="t"/>
                <a:pathLst>
                  <a:path extrusionOk="0" h="1017" w="815">
                    <a:moveTo>
                      <a:pt x="0" y="1"/>
                    </a:moveTo>
                    <a:lnTo>
                      <a:pt x="100" y="1017"/>
                    </a:lnTo>
                    <a:lnTo>
                      <a:pt x="815" y="398"/>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37"/>
              <p:cNvSpPr/>
              <p:nvPr/>
            </p:nvSpPr>
            <p:spPr>
              <a:xfrm rot="596871">
                <a:off x="2546028" y="797844"/>
                <a:ext cx="715522" cy="488330"/>
              </a:xfrm>
              <a:custGeom>
                <a:rect b="b" l="l" r="r" t="t"/>
                <a:pathLst>
                  <a:path extrusionOk="0" h="12415" w="18191">
                    <a:moveTo>
                      <a:pt x="5334" y="1"/>
                    </a:moveTo>
                    <a:cubicBezTo>
                      <a:pt x="5261" y="1"/>
                      <a:pt x="5189" y="21"/>
                      <a:pt x="5125" y="60"/>
                    </a:cubicBezTo>
                    <a:cubicBezTo>
                      <a:pt x="3853" y="881"/>
                      <a:pt x="1181" y="3210"/>
                      <a:pt x="196" y="4079"/>
                    </a:cubicBezTo>
                    <a:cubicBezTo>
                      <a:pt x="1" y="4250"/>
                      <a:pt x="21" y="4558"/>
                      <a:pt x="240" y="4695"/>
                    </a:cubicBezTo>
                    <a:cubicBezTo>
                      <a:pt x="2539" y="6163"/>
                      <a:pt x="11690" y="11472"/>
                      <a:pt x="13230" y="12361"/>
                    </a:cubicBezTo>
                    <a:cubicBezTo>
                      <a:pt x="13290" y="12397"/>
                      <a:pt x="13358" y="12414"/>
                      <a:pt x="13425" y="12414"/>
                    </a:cubicBezTo>
                    <a:cubicBezTo>
                      <a:pt x="13513" y="12414"/>
                      <a:pt x="13601" y="12384"/>
                      <a:pt x="13671" y="12324"/>
                    </a:cubicBezTo>
                    <a:cubicBezTo>
                      <a:pt x="14759" y="11427"/>
                      <a:pt x="17215" y="8451"/>
                      <a:pt x="18043" y="7439"/>
                    </a:cubicBezTo>
                    <a:cubicBezTo>
                      <a:pt x="18190" y="7257"/>
                      <a:pt x="18146" y="6987"/>
                      <a:pt x="17944" y="6867"/>
                    </a:cubicBezTo>
                    <a:cubicBezTo>
                      <a:pt x="14663" y="4852"/>
                      <a:pt x="6843" y="744"/>
                      <a:pt x="5512" y="43"/>
                    </a:cubicBezTo>
                    <a:cubicBezTo>
                      <a:pt x="5456" y="15"/>
                      <a:pt x="5395" y="1"/>
                      <a:pt x="53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37"/>
              <p:cNvSpPr/>
              <p:nvPr/>
            </p:nvSpPr>
            <p:spPr>
              <a:xfrm rot="596871">
                <a:off x="2549392" y="763091"/>
                <a:ext cx="715483" cy="488527"/>
              </a:xfrm>
              <a:custGeom>
                <a:rect b="b" l="l" r="r" t="t"/>
                <a:pathLst>
                  <a:path extrusionOk="0" h="12420" w="18190">
                    <a:moveTo>
                      <a:pt x="5335" y="1"/>
                    </a:moveTo>
                    <a:cubicBezTo>
                      <a:pt x="5261" y="1"/>
                      <a:pt x="5188" y="21"/>
                      <a:pt x="5125" y="62"/>
                    </a:cubicBezTo>
                    <a:cubicBezTo>
                      <a:pt x="3852" y="883"/>
                      <a:pt x="1181" y="3213"/>
                      <a:pt x="195" y="4082"/>
                    </a:cubicBezTo>
                    <a:cubicBezTo>
                      <a:pt x="0" y="4249"/>
                      <a:pt x="24" y="4557"/>
                      <a:pt x="243" y="4697"/>
                    </a:cubicBezTo>
                    <a:cubicBezTo>
                      <a:pt x="2539" y="6162"/>
                      <a:pt x="11690" y="11474"/>
                      <a:pt x="13229" y="12367"/>
                    </a:cubicBezTo>
                    <a:cubicBezTo>
                      <a:pt x="13289" y="12402"/>
                      <a:pt x="13356" y="12419"/>
                      <a:pt x="13422" y="12419"/>
                    </a:cubicBezTo>
                    <a:cubicBezTo>
                      <a:pt x="13511" y="12419"/>
                      <a:pt x="13600" y="12388"/>
                      <a:pt x="13671" y="12330"/>
                    </a:cubicBezTo>
                    <a:cubicBezTo>
                      <a:pt x="14758" y="11433"/>
                      <a:pt x="17215" y="8457"/>
                      <a:pt x="18043" y="7444"/>
                    </a:cubicBezTo>
                    <a:cubicBezTo>
                      <a:pt x="18190" y="7263"/>
                      <a:pt x="18145" y="6993"/>
                      <a:pt x="17943" y="6870"/>
                    </a:cubicBezTo>
                    <a:cubicBezTo>
                      <a:pt x="14663" y="4858"/>
                      <a:pt x="6846" y="743"/>
                      <a:pt x="5515" y="45"/>
                    </a:cubicBezTo>
                    <a:cubicBezTo>
                      <a:pt x="5459" y="15"/>
                      <a:pt x="5397" y="1"/>
                      <a:pt x="533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37"/>
              <p:cNvSpPr/>
              <p:nvPr/>
            </p:nvSpPr>
            <p:spPr>
              <a:xfrm rot="596871">
                <a:off x="2600741" y="789647"/>
                <a:ext cx="613923" cy="412494"/>
              </a:xfrm>
              <a:custGeom>
                <a:rect b="b" l="l" r="r" t="t"/>
                <a:pathLst>
                  <a:path extrusionOk="0" h="10487" w="15608">
                    <a:moveTo>
                      <a:pt x="4499" y="1"/>
                    </a:moveTo>
                    <a:lnTo>
                      <a:pt x="4400" y="86"/>
                    </a:lnTo>
                    <a:lnTo>
                      <a:pt x="3220" y="1082"/>
                    </a:lnTo>
                    <a:lnTo>
                      <a:pt x="1" y="3808"/>
                    </a:lnTo>
                    <a:lnTo>
                      <a:pt x="4304" y="6340"/>
                    </a:lnTo>
                    <a:lnTo>
                      <a:pt x="5632" y="7120"/>
                    </a:lnTo>
                    <a:lnTo>
                      <a:pt x="6518" y="7643"/>
                    </a:lnTo>
                    <a:lnTo>
                      <a:pt x="7103" y="7985"/>
                    </a:lnTo>
                    <a:lnTo>
                      <a:pt x="9511" y="9402"/>
                    </a:lnTo>
                    <a:lnTo>
                      <a:pt x="11355" y="10486"/>
                    </a:lnTo>
                    <a:lnTo>
                      <a:pt x="15607" y="5977"/>
                    </a:lnTo>
                    <a:lnTo>
                      <a:pt x="10503" y="3230"/>
                    </a:lnTo>
                    <a:lnTo>
                      <a:pt x="8413" y="2105"/>
                    </a:lnTo>
                    <a:lnTo>
                      <a:pt x="5950" y="781"/>
                    </a:lnTo>
                    <a:lnTo>
                      <a:pt x="5341" y="452"/>
                    </a:lnTo>
                    <a:lnTo>
                      <a:pt x="449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37"/>
              <p:cNvSpPr/>
              <p:nvPr/>
            </p:nvSpPr>
            <p:spPr>
              <a:xfrm rot="596871">
                <a:off x="3124029" y="1146489"/>
                <a:ext cx="37171" cy="29540"/>
              </a:xfrm>
              <a:custGeom>
                <a:rect b="b" l="l" r="r" t="t"/>
                <a:pathLst>
                  <a:path extrusionOk="0" h="751" w="945">
                    <a:moveTo>
                      <a:pt x="360" y="1"/>
                    </a:moveTo>
                    <a:cubicBezTo>
                      <a:pt x="255" y="1"/>
                      <a:pt x="161" y="40"/>
                      <a:pt x="106" y="118"/>
                    </a:cubicBezTo>
                    <a:cubicBezTo>
                      <a:pt x="0" y="268"/>
                      <a:pt x="79" y="504"/>
                      <a:pt x="281" y="648"/>
                    </a:cubicBezTo>
                    <a:cubicBezTo>
                      <a:pt x="380" y="716"/>
                      <a:pt x="491" y="750"/>
                      <a:pt x="590" y="750"/>
                    </a:cubicBezTo>
                    <a:cubicBezTo>
                      <a:pt x="695" y="750"/>
                      <a:pt x="787" y="712"/>
                      <a:pt x="842" y="634"/>
                    </a:cubicBezTo>
                    <a:cubicBezTo>
                      <a:pt x="944" y="484"/>
                      <a:pt x="866" y="248"/>
                      <a:pt x="664" y="104"/>
                    </a:cubicBezTo>
                    <a:cubicBezTo>
                      <a:pt x="567" y="35"/>
                      <a:pt x="458" y="1"/>
                      <a:pt x="36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37"/>
              <p:cNvSpPr/>
              <p:nvPr/>
            </p:nvSpPr>
            <p:spPr>
              <a:xfrm rot="596871">
                <a:off x="2729392" y="782824"/>
                <a:ext cx="15852" cy="11761"/>
              </a:xfrm>
              <a:custGeom>
                <a:rect b="b" l="l" r="r" t="t"/>
                <a:pathLst>
                  <a:path extrusionOk="0" h="299" w="403">
                    <a:moveTo>
                      <a:pt x="204" y="0"/>
                    </a:moveTo>
                    <a:cubicBezTo>
                      <a:pt x="201" y="0"/>
                      <a:pt x="198" y="0"/>
                      <a:pt x="195" y="0"/>
                    </a:cubicBezTo>
                    <a:cubicBezTo>
                      <a:pt x="62" y="4"/>
                      <a:pt x="0" y="164"/>
                      <a:pt x="96" y="257"/>
                    </a:cubicBezTo>
                    <a:cubicBezTo>
                      <a:pt x="126" y="285"/>
                      <a:pt x="164" y="299"/>
                      <a:pt x="202" y="299"/>
                    </a:cubicBezTo>
                    <a:cubicBezTo>
                      <a:pt x="242" y="299"/>
                      <a:pt x="282" y="283"/>
                      <a:pt x="312" y="253"/>
                    </a:cubicBezTo>
                    <a:cubicBezTo>
                      <a:pt x="402" y="156"/>
                      <a:pt x="332" y="0"/>
                      <a:pt x="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37"/>
              <p:cNvSpPr/>
              <p:nvPr/>
            </p:nvSpPr>
            <p:spPr>
              <a:xfrm rot="596871">
                <a:off x="2740497" y="771046"/>
                <a:ext cx="94913" cy="276674"/>
              </a:xfrm>
              <a:custGeom>
                <a:rect b="b" l="l" r="r" t="t"/>
                <a:pathLst>
                  <a:path extrusionOk="0" h="7034" w="2413">
                    <a:moveTo>
                      <a:pt x="1181" y="0"/>
                    </a:moveTo>
                    <a:lnTo>
                      <a:pt x="1" y="996"/>
                    </a:lnTo>
                    <a:lnTo>
                      <a:pt x="1085" y="6254"/>
                    </a:lnTo>
                    <a:lnTo>
                      <a:pt x="2413" y="7034"/>
                    </a:lnTo>
                    <a:lnTo>
                      <a:pt x="1181" y="0"/>
                    </a:ln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37"/>
              <p:cNvSpPr/>
              <p:nvPr/>
            </p:nvSpPr>
            <p:spPr>
              <a:xfrm rot="596871">
                <a:off x="3110713" y="1374777"/>
                <a:ext cx="69346" cy="296341"/>
              </a:xfrm>
              <a:custGeom>
                <a:rect b="b" l="l" r="r" t="t"/>
                <a:pathLst>
                  <a:path extrusionOk="0" h="7534" w="1763">
                    <a:moveTo>
                      <a:pt x="1" y="0"/>
                    </a:moveTo>
                    <a:lnTo>
                      <a:pt x="1178" y="7191"/>
                    </a:lnTo>
                    <a:lnTo>
                      <a:pt x="1763" y="7533"/>
                    </a:lnTo>
                    <a:lnTo>
                      <a:pt x="1763" y="7533"/>
                    </a:lnTo>
                    <a:lnTo>
                      <a:pt x="610" y="329"/>
                    </a:lnTo>
                    <a:lnTo>
                      <a:pt x="1" y="0"/>
                    </a:ln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76" name="Google Shape;1076;p37"/>
          <p:cNvGrpSpPr/>
          <p:nvPr/>
        </p:nvGrpSpPr>
        <p:grpSpPr>
          <a:xfrm>
            <a:off x="6824303" y="900071"/>
            <a:ext cx="2174048" cy="3803100"/>
            <a:chOff x="6824303" y="900071"/>
            <a:chExt cx="2174048" cy="3803100"/>
          </a:xfrm>
        </p:grpSpPr>
        <p:grpSp>
          <p:nvGrpSpPr>
            <p:cNvPr id="1077" name="Google Shape;1077;p37"/>
            <p:cNvGrpSpPr/>
            <p:nvPr/>
          </p:nvGrpSpPr>
          <p:grpSpPr>
            <a:xfrm>
              <a:off x="6824303" y="900071"/>
              <a:ext cx="2174048" cy="3803100"/>
              <a:chOff x="6701978" y="951271"/>
              <a:chExt cx="2174048" cy="3803100"/>
            </a:xfrm>
          </p:grpSpPr>
          <p:sp>
            <p:nvSpPr>
              <p:cNvPr id="1078" name="Google Shape;1078;p37"/>
              <p:cNvSpPr/>
              <p:nvPr/>
            </p:nvSpPr>
            <p:spPr>
              <a:xfrm>
                <a:off x="6796490" y="1266092"/>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37"/>
              <p:cNvSpPr/>
              <p:nvPr/>
            </p:nvSpPr>
            <p:spPr>
              <a:xfrm>
                <a:off x="8430775" y="216324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37"/>
              <p:cNvSpPr/>
              <p:nvPr/>
            </p:nvSpPr>
            <p:spPr>
              <a:xfrm>
                <a:off x="6956100" y="951284"/>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37"/>
              <p:cNvSpPr/>
              <p:nvPr/>
            </p:nvSpPr>
            <p:spPr>
              <a:xfrm>
                <a:off x="8110465" y="1426304"/>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37"/>
              <p:cNvSpPr/>
              <p:nvPr/>
            </p:nvSpPr>
            <p:spPr>
              <a:xfrm>
                <a:off x="8776125" y="95127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37"/>
              <p:cNvSpPr/>
              <p:nvPr/>
            </p:nvSpPr>
            <p:spPr>
              <a:xfrm>
                <a:off x="7375900" y="314182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37"/>
              <p:cNvSpPr/>
              <p:nvPr/>
            </p:nvSpPr>
            <p:spPr>
              <a:xfrm>
                <a:off x="8538975" y="465417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37"/>
              <p:cNvSpPr/>
              <p:nvPr/>
            </p:nvSpPr>
            <p:spPr>
              <a:xfrm>
                <a:off x="6936400" y="344334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37"/>
              <p:cNvSpPr/>
              <p:nvPr/>
            </p:nvSpPr>
            <p:spPr>
              <a:xfrm>
                <a:off x="6701978" y="3883604"/>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87" name="Google Shape;1087;p37"/>
              <p:cNvCxnSpPr>
                <a:stCxn id="1078" idx="6"/>
                <a:endCxn id="1081" idx="2"/>
              </p:cNvCxnSpPr>
              <p:nvPr/>
            </p:nvCxnSpPr>
            <p:spPr>
              <a:xfrm>
                <a:off x="6956090" y="1346192"/>
                <a:ext cx="1154400" cy="160200"/>
              </a:xfrm>
              <a:prstGeom prst="straightConnector1">
                <a:avLst/>
              </a:prstGeom>
              <a:noFill/>
              <a:ln cap="flat" cmpd="sng" w="19050">
                <a:solidFill>
                  <a:schemeClr val="dk2"/>
                </a:solidFill>
                <a:prstDash val="solid"/>
                <a:round/>
                <a:headEnd len="med" w="med" type="none"/>
                <a:tailEnd len="med" w="med" type="none"/>
              </a:ln>
            </p:spPr>
          </p:cxnSp>
          <p:cxnSp>
            <p:nvCxnSpPr>
              <p:cNvPr id="1088" name="Google Shape;1088;p37"/>
              <p:cNvCxnSpPr>
                <a:stCxn id="1078" idx="0"/>
                <a:endCxn id="1080" idx="3"/>
              </p:cNvCxnSpPr>
              <p:nvPr/>
            </p:nvCxnSpPr>
            <p:spPr>
              <a:xfrm flipH="1" rot="10800000">
                <a:off x="6876290" y="1036892"/>
                <a:ext cx="94500" cy="229200"/>
              </a:xfrm>
              <a:prstGeom prst="straightConnector1">
                <a:avLst/>
              </a:prstGeom>
              <a:noFill/>
              <a:ln cap="flat" cmpd="sng" w="19050">
                <a:solidFill>
                  <a:schemeClr val="dk2"/>
                </a:solidFill>
                <a:prstDash val="solid"/>
                <a:round/>
                <a:headEnd len="med" w="med" type="none"/>
                <a:tailEnd len="med" w="med" type="none"/>
              </a:ln>
            </p:spPr>
          </p:cxnSp>
          <p:cxnSp>
            <p:nvCxnSpPr>
              <p:cNvPr id="1089" name="Google Shape;1089;p37"/>
              <p:cNvCxnSpPr>
                <a:stCxn id="1081" idx="7"/>
                <a:endCxn id="1082" idx="3"/>
              </p:cNvCxnSpPr>
              <p:nvPr/>
            </p:nvCxnSpPr>
            <p:spPr>
              <a:xfrm flipH="1" rot="10800000">
                <a:off x="8246692" y="1036665"/>
                <a:ext cx="544200" cy="413100"/>
              </a:xfrm>
              <a:prstGeom prst="straightConnector1">
                <a:avLst/>
              </a:prstGeom>
              <a:noFill/>
              <a:ln cap="flat" cmpd="sng" w="19050">
                <a:solidFill>
                  <a:schemeClr val="dk2"/>
                </a:solidFill>
                <a:prstDash val="solid"/>
                <a:round/>
                <a:headEnd len="med" w="med" type="none"/>
                <a:tailEnd len="med" w="med" type="none"/>
              </a:ln>
            </p:spPr>
          </p:cxnSp>
          <p:cxnSp>
            <p:nvCxnSpPr>
              <p:cNvPr id="1090" name="Google Shape;1090;p37"/>
              <p:cNvCxnSpPr>
                <a:stCxn id="1082" idx="4"/>
                <a:endCxn id="1079" idx="7"/>
              </p:cNvCxnSpPr>
              <p:nvPr/>
            </p:nvCxnSpPr>
            <p:spPr>
              <a:xfrm flipH="1">
                <a:off x="8516175" y="1051471"/>
                <a:ext cx="309900" cy="1126500"/>
              </a:xfrm>
              <a:prstGeom prst="straightConnector1">
                <a:avLst/>
              </a:prstGeom>
              <a:noFill/>
              <a:ln cap="flat" cmpd="sng" w="19050">
                <a:solidFill>
                  <a:schemeClr val="dk2"/>
                </a:solidFill>
                <a:prstDash val="solid"/>
                <a:round/>
                <a:headEnd len="med" w="med" type="none"/>
                <a:tailEnd len="med" w="med" type="none"/>
              </a:ln>
            </p:spPr>
          </p:cxnSp>
          <p:cxnSp>
            <p:nvCxnSpPr>
              <p:cNvPr id="1091" name="Google Shape;1091;p37"/>
              <p:cNvCxnSpPr>
                <a:stCxn id="1079" idx="3"/>
                <a:endCxn id="1083" idx="7"/>
              </p:cNvCxnSpPr>
              <p:nvPr/>
            </p:nvCxnSpPr>
            <p:spPr>
              <a:xfrm flipH="1">
                <a:off x="7461105" y="2248772"/>
                <a:ext cx="984300" cy="907800"/>
              </a:xfrm>
              <a:prstGeom prst="straightConnector1">
                <a:avLst/>
              </a:prstGeom>
              <a:noFill/>
              <a:ln cap="flat" cmpd="sng" w="19050">
                <a:solidFill>
                  <a:schemeClr val="dk2"/>
                </a:solidFill>
                <a:prstDash val="solid"/>
                <a:round/>
                <a:headEnd len="med" w="med" type="none"/>
                <a:tailEnd len="med" w="med" type="none"/>
              </a:ln>
            </p:spPr>
          </p:cxnSp>
          <p:cxnSp>
            <p:nvCxnSpPr>
              <p:cNvPr id="1092" name="Google Shape;1092;p37"/>
              <p:cNvCxnSpPr>
                <a:stCxn id="1083" idx="3"/>
                <a:endCxn id="1085" idx="7"/>
              </p:cNvCxnSpPr>
              <p:nvPr/>
            </p:nvCxnSpPr>
            <p:spPr>
              <a:xfrm flipH="1">
                <a:off x="7021530" y="3227347"/>
                <a:ext cx="369000" cy="230700"/>
              </a:xfrm>
              <a:prstGeom prst="straightConnector1">
                <a:avLst/>
              </a:prstGeom>
              <a:noFill/>
              <a:ln cap="flat" cmpd="sng" w="19050">
                <a:solidFill>
                  <a:schemeClr val="dk2"/>
                </a:solidFill>
                <a:prstDash val="solid"/>
                <a:round/>
                <a:headEnd len="med" w="med" type="none"/>
                <a:tailEnd len="med" w="med" type="none"/>
              </a:ln>
            </p:spPr>
          </p:cxnSp>
          <p:cxnSp>
            <p:nvCxnSpPr>
              <p:cNvPr id="1093" name="Google Shape;1093;p37"/>
              <p:cNvCxnSpPr>
                <a:stCxn id="1085" idx="3"/>
                <a:endCxn id="1086" idx="7"/>
              </p:cNvCxnSpPr>
              <p:nvPr/>
            </p:nvCxnSpPr>
            <p:spPr>
              <a:xfrm flipH="1">
                <a:off x="6838230" y="3528872"/>
                <a:ext cx="112800" cy="378300"/>
              </a:xfrm>
              <a:prstGeom prst="straightConnector1">
                <a:avLst/>
              </a:prstGeom>
              <a:noFill/>
              <a:ln cap="flat" cmpd="sng" w="19050">
                <a:solidFill>
                  <a:schemeClr val="dk2"/>
                </a:solidFill>
                <a:prstDash val="solid"/>
                <a:round/>
                <a:headEnd len="med" w="med" type="none"/>
                <a:tailEnd len="med" w="med" type="none"/>
              </a:ln>
            </p:spPr>
          </p:cxnSp>
          <p:cxnSp>
            <p:nvCxnSpPr>
              <p:cNvPr id="1094" name="Google Shape;1094;p37"/>
              <p:cNvCxnSpPr>
                <a:stCxn id="1085" idx="5"/>
                <a:endCxn id="1084" idx="1"/>
              </p:cNvCxnSpPr>
              <p:nvPr/>
            </p:nvCxnSpPr>
            <p:spPr>
              <a:xfrm>
                <a:off x="7021670" y="3528872"/>
                <a:ext cx="1531800" cy="1140000"/>
              </a:xfrm>
              <a:prstGeom prst="straightConnector1">
                <a:avLst/>
              </a:prstGeom>
              <a:noFill/>
              <a:ln cap="flat" cmpd="sng" w="19050">
                <a:solidFill>
                  <a:schemeClr val="dk2"/>
                </a:solidFill>
                <a:prstDash val="solid"/>
                <a:round/>
                <a:headEnd len="med" w="med" type="none"/>
                <a:tailEnd len="med" w="med" type="none"/>
              </a:ln>
            </p:spPr>
          </p:cxnSp>
          <p:sp>
            <p:nvSpPr>
              <p:cNvPr id="1095" name="Google Shape;1095;p37"/>
              <p:cNvSpPr/>
              <p:nvPr/>
            </p:nvSpPr>
            <p:spPr>
              <a:xfrm>
                <a:off x="8776125" y="2309846"/>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96" name="Google Shape;1096;p37"/>
              <p:cNvCxnSpPr>
                <a:stCxn id="1079" idx="5"/>
                <a:endCxn id="1095" idx="2"/>
              </p:cNvCxnSpPr>
              <p:nvPr/>
            </p:nvCxnSpPr>
            <p:spPr>
              <a:xfrm>
                <a:off x="8516045" y="2248772"/>
                <a:ext cx="260100" cy="111300"/>
              </a:xfrm>
              <a:prstGeom prst="straightConnector1">
                <a:avLst/>
              </a:prstGeom>
              <a:noFill/>
              <a:ln cap="flat" cmpd="sng" w="19050">
                <a:solidFill>
                  <a:schemeClr val="dk2"/>
                </a:solidFill>
                <a:prstDash val="solid"/>
                <a:round/>
                <a:headEnd len="med" w="med" type="none"/>
                <a:tailEnd len="med" w="med" type="none"/>
              </a:ln>
            </p:spPr>
          </p:cxnSp>
          <p:sp>
            <p:nvSpPr>
              <p:cNvPr id="1097" name="Google Shape;1097;p37"/>
              <p:cNvSpPr/>
              <p:nvPr/>
            </p:nvSpPr>
            <p:spPr>
              <a:xfrm>
                <a:off x="7096588" y="300967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98" name="Google Shape;1098;p37"/>
              <p:cNvCxnSpPr>
                <a:stCxn id="1083" idx="1"/>
                <a:endCxn id="1097" idx="6"/>
              </p:cNvCxnSpPr>
              <p:nvPr/>
            </p:nvCxnSpPr>
            <p:spPr>
              <a:xfrm rot="10800000">
                <a:off x="7196430" y="3059895"/>
                <a:ext cx="194100" cy="96600"/>
              </a:xfrm>
              <a:prstGeom prst="straightConnector1">
                <a:avLst/>
              </a:prstGeom>
              <a:noFill/>
              <a:ln cap="flat" cmpd="sng" w="19050">
                <a:solidFill>
                  <a:schemeClr val="dk2"/>
                </a:solidFill>
                <a:prstDash val="solid"/>
                <a:round/>
                <a:headEnd len="med" w="med" type="none"/>
                <a:tailEnd len="med" w="med" type="none"/>
              </a:ln>
            </p:spPr>
          </p:cxnSp>
        </p:grpSp>
        <p:sp>
          <p:nvSpPr>
            <p:cNvPr id="1099" name="Google Shape;1099;p37"/>
            <p:cNvSpPr/>
            <p:nvPr/>
          </p:nvSpPr>
          <p:spPr>
            <a:xfrm rot="1408716">
              <a:off x="8247471" y="2676636"/>
              <a:ext cx="69629" cy="53443"/>
            </a:xfrm>
            <a:custGeom>
              <a:rect b="b" l="l" r="r" t="t"/>
              <a:pathLst>
                <a:path extrusionOk="0" h="1460" w="1902">
                  <a:moveTo>
                    <a:pt x="489" y="0"/>
                  </a:moveTo>
                  <a:cubicBezTo>
                    <a:pt x="329" y="0"/>
                    <a:pt x="180" y="27"/>
                    <a:pt x="51" y="85"/>
                  </a:cubicBezTo>
                  <a:cubicBezTo>
                    <a:pt x="0" y="467"/>
                    <a:pt x="46" y="1100"/>
                    <a:pt x="810" y="1394"/>
                  </a:cubicBezTo>
                  <a:cubicBezTo>
                    <a:pt x="928" y="1439"/>
                    <a:pt x="1034" y="1460"/>
                    <a:pt x="1130" y="1460"/>
                  </a:cubicBezTo>
                  <a:cubicBezTo>
                    <a:pt x="1601" y="1460"/>
                    <a:pt x="1811" y="966"/>
                    <a:pt x="1902" y="551"/>
                  </a:cubicBezTo>
                  <a:cubicBezTo>
                    <a:pt x="1830" y="509"/>
                    <a:pt x="1759" y="467"/>
                    <a:pt x="1696" y="420"/>
                  </a:cubicBezTo>
                  <a:cubicBezTo>
                    <a:pt x="1337" y="163"/>
                    <a:pt x="883" y="0"/>
                    <a:pt x="48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0" name="Google Shape;1100;p37"/>
            <p:cNvGrpSpPr/>
            <p:nvPr/>
          </p:nvGrpSpPr>
          <p:grpSpPr>
            <a:xfrm>
              <a:off x="7020050" y="1002888"/>
              <a:ext cx="963400" cy="1348950"/>
              <a:chOff x="7008450" y="1377738"/>
              <a:chExt cx="963400" cy="1348950"/>
            </a:xfrm>
          </p:grpSpPr>
          <p:sp>
            <p:nvSpPr>
              <p:cNvPr id="1101" name="Google Shape;1101;p37"/>
              <p:cNvSpPr/>
              <p:nvPr/>
            </p:nvSpPr>
            <p:spPr>
              <a:xfrm>
                <a:off x="7479325" y="2266713"/>
                <a:ext cx="464675" cy="448625"/>
              </a:xfrm>
              <a:custGeom>
                <a:rect b="b" l="l" r="r" t="t"/>
                <a:pathLst>
                  <a:path extrusionOk="0" h="17945" w="18587">
                    <a:moveTo>
                      <a:pt x="7486" y="0"/>
                    </a:moveTo>
                    <a:lnTo>
                      <a:pt x="0" y="7923"/>
                    </a:lnTo>
                    <a:lnTo>
                      <a:pt x="3238" y="16964"/>
                    </a:lnTo>
                    <a:lnTo>
                      <a:pt x="11464" y="17944"/>
                    </a:lnTo>
                    <a:lnTo>
                      <a:pt x="18586" y="10209"/>
                    </a:lnTo>
                    <a:lnTo>
                      <a:pt x="10296" y="9261"/>
                    </a:lnTo>
                    <a:lnTo>
                      <a:pt x="748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37"/>
              <p:cNvSpPr/>
              <p:nvPr/>
            </p:nvSpPr>
            <p:spPr>
              <a:xfrm>
                <a:off x="7479325" y="2266713"/>
                <a:ext cx="257400" cy="424100"/>
              </a:xfrm>
              <a:custGeom>
                <a:rect b="b" l="l" r="r" t="t"/>
                <a:pathLst>
                  <a:path extrusionOk="0" h="16964" w="10296">
                    <a:moveTo>
                      <a:pt x="7486" y="0"/>
                    </a:moveTo>
                    <a:lnTo>
                      <a:pt x="0" y="7923"/>
                    </a:lnTo>
                    <a:lnTo>
                      <a:pt x="3238" y="16964"/>
                    </a:lnTo>
                    <a:lnTo>
                      <a:pt x="10296" y="9261"/>
                    </a:lnTo>
                    <a:lnTo>
                      <a:pt x="748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37"/>
              <p:cNvSpPr/>
              <p:nvPr/>
            </p:nvSpPr>
            <p:spPr>
              <a:xfrm>
                <a:off x="7498875" y="2248138"/>
                <a:ext cx="445125" cy="448350"/>
              </a:xfrm>
              <a:custGeom>
                <a:rect b="b" l="l" r="r" t="t"/>
                <a:pathLst>
                  <a:path extrusionOk="0" h="17934" w="17805">
                    <a:moveTo>
                      <a:pt x="7483" y="0"/>
                    </a:moveTo>
                    <a:lnTo>
                      <a:pt x="1" y="7923"/>
                    </a:lnTo>
                    <a:lnTo>
                      <a:pt x="3239" y="16967"/>
                    </a:lnTo>
                    <a:lnTo>
                      <a:pt x="10419" y="17822"/>
                    </a:lnTo>
                    <a:lnTo>
                      <a:pt x="11378" y="17934"/>
                    </a:lnTo>
                    <a:lnTo>
                      <a:pt x="17804" y="10952"/>
                    </a:lnTo>
                    <a:lnTo>
                      <a:pt x="17530" y="10043"/>
                    </a:lnTo>
                    <a:lnTo>
                      <a:pt x="10296" y="9265"/>
                    </a:lnTo>
                    <a:lnTo>
                      <a:pt x="748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37"/>
              <p:cNvSpPr/>
              <p:nvPr/>
            </p:nvSpPr>
            <p:spPr>
              <a:xfrm>
                <a:off x="7498975" y="2248213"/>
                <a:ext cx="257325" cy="424025"/>
              </a:xfrm>
              <a:custGeom>
                <a:rect b="b" l="l" r="r" t="t"/>
                <a:pathLst>
                  <a:path extrusionOk="0" h="16961" w="10293">
                    <a:moveTo>
                      <a:pt x="7483" y="1"/>
                    </a:moveTo>
                    <a:lnTo>
                      <a:pt x="0" y="7920"/>
                    </a:lnTo>
                    <a:lnTo>
                      <a:pt x="3235" y="16961"/>
                    </a:lnTo>
                    <a:lnTo>
                      <a:pt x="10292" y="9258"/>
                    </a:lnTo>
                    <a:lnTo>
                      <a:pt x="748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37"/>
              <p:cNvSpPr/>
              <p:nvPr/>
            </p:nvSpPr>
            <p:spPr>
              <a:xfrm>
                <a:off x="7759325" y="2499213"/>
                <a:ext cx="184675" cy="216125"/>
              </a:xfrm>
              <a:custGeom>
                <a:rect b="b" l="l" r="r" t="t"/>
                <a:pathLst>
                  <a:path extrusionOk="0" h="8645" w="7387">
                    <a:moveTo>
                      <a:pt x="7112" y="0"/>
                    </a:moveTo>
                    <a:lnTo>
                      <a:pt x="1" y="7779"/>
                    </a:lnTo>
                    <a:lnTo>
                      <a:pt x="264" y="8644"/>
                    </a:lnTo>
                    <a:lnTo>
                      <a:pt x="960" y="7891"/>
                    </a:lnTo>
                    <a:lnTo>
                      <a:pt x="7386" y="909"/>
                    </a:lnTo>
                    <a:lnTo>
                      <a:pt x="711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37"/>
              <p:cNvSpPr/>
              <p:nvPr/>
            </p:nvSpPr>
            <p:spPr>
              <a:xfrm>
                <a:off x="7008450" y="1377738"/>
                <a:ext cx="917050" cy="1348875"/>
              </a:xfrm>
              <a:custGeom>
                <a:rect b="b" l="l" r="r" t="t"/>
                <a:pathLst>
                  <a:path extrusionOk="0" h="53955" w="36682">
                    <a:moveTo>
                      <a:pt x="27502" y="0"/>
                    </a:moveTo>
                    <a:cubicBezTo>
                      <a:pt x="27070" y="0"/>
                      <a:pt x="26665" y="167"/>
                      <a:pt x="26314" y="500"/>
                    </a:cubicBezTo>
                    <a:lnTo>
                      <a:pt x="620" y="25026"/>
                    </a:lnTo>
                    <a:cubicBezTo>
                      <a:pt x="170" y="25455"/>
                      <a:pt x="0" y="26100"/>
                      <a:pt x="177" y="26695"/>
                    </a:cubicBezTo>
                    <a:lnTo>
                      <a:pt x="8013" y="52501"/>
                    </a:lnTo>
                    <a:cubicBezTo>
                      <a:pt x="8255" y="53294"/>
                      <a:pt x="8853" y="53521"/>
                      <a:pt x="9917" y="53691"/>
                    </a:cubicBezTo>
                    <a:lnTo>
                      <a:pt x="11049" y="53904"/>
                    </a:lnTo>
                    <a:lnTo>
                      <a:pt x="11280" y="53947"/>
                    </a:lnTo>
                    <a:cubicBezTo>
                      <a:pt x="11284" y="53945"/>
                      <a:pt x="11287" y="53944"/>
                      <a:pt x="11288" y="53944"/>
                    </a:cubicBezTo>
                    <a:cubicBezTo>
                      <a:pt x="11290" y="53944"/>
                      <a:pt x="11291" y="53945"/>
                      <a:pt x="11291" y="53947"/>
                    </a:cubicBezTo>
                    <a:cubicBezTo>
                      <a:pt x="11343" y="53952"/>
                      <a:pt x="11395" y="53954"/>
                      <a:pt x="11447" y="53954"/>
                    </a:cubicBezTo>
                    <a:cubicBezTo>
                      <a:pt x="11883" y="53954"/>
                      <a:pt x="12305" y="53779"/>
                      <a:pt x="12611" y="53460"/>
                    </a:cubicBezTo>
                    <a:lnTo>
                      <a:pt x="14180" y="51870"/>
                    </a:lnTo>
                    <a:cubicBezTo>
                      <a:pt x="14414" y="51296"/>
                      <a:pt x="14519" y="50698"/>
                      <a:pt x="14327" y="50204"/>
                    </a:cubicBezTo>
                    <a:cubicBezTo>
                      <a:pt x="14270" y="50052"/>
                      <a:pt x="14201" y="49904"/>
                      <a:pt x="14129" y="49760"/>
                    </a:cubicBezTo>
                    <a:lnTo>
                      <a:pt x="36105" y="27496"/>
                    </a:lnTo>
                    <a:cubicBezTo>
                      <a:pt x="36527" y="27067"/>
                      <a:pt x="36682" y="26439"/>
                      <a:pt x="36505" y="25862"/>
                    </a:cubicBezTo>
                    <a:lnTo>
                      <a:pt x="29585" y="3071"/>
                    </a:lnTo>
                    <a:cubicBezTo>
                      <a:pt x="30169" y="2559"/>
                      <a:pt x="30591" y="1925"/>
                      <a:pt x="30854" y="1441"/>
                    </a:cubicBezTo>
                    <a:cubicBezTo>
                      <a:pt x="30714" y="1019"/>
                      <a:pt x="30404" y="673"/>
                      <a:pt x="30000" y="489"/>
                    </a:cubicBezTo>
                    <a:lnTo>
                      <a:pt x="29549" y="623"/>
                    </a:lnTo>
                    <a:lnTo>
                      <a:pt x="29408" y="341"/>
                    </a:lnTo>
                    <a:lnTo>
                      <a:pt x="29408" y="338"/>
                    </a:lnTo>
                    <a:lnTo>
                      <a:pt x="27998" y="71"/>
                    </a:lnTo>
                    <a:cubicBezTo>
                      <a:pt x="27830" y="24"/>
                      <a:pt x="27664" y="0"/>
                      <a:pt x="2750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37"/>
              <p:cNvSpPr/>
              <p:nvPr/>
            </p:nvSpPr>
            <p:spPr>
              <a:xfrm>
                <a:off x="7054775" y="1386313"/>
                <a:ext cx="917075" cy="1340375"/>
              </a:xfrm>
              <a:custGeom>
                <a:rect b="b" l="l" r="r" t="t"/>
                <a:pathLst>
                  <a:path extrusionOk="0" h="53615" w="36683">
                    <a:moveTo>
                      <a:pt x="27423" y="0"/>
                    </a:moveTo>
                    <a:cubicBezTo>
                      <a:pt x="27379" y="0"/>
                      <a:pt x="27334" y="2"/>
                      <a:pt x="27288" y="6"/>
                    </a:cubicBezTo>
                    <a:lnTo>
                      <a:pt x="27285" y="6"/>
                    </a:lnTo>
                    <a:cubicBezTo>
                      <a:pt x="26921" y="42"/>
                      <a:pt x="26578" y="200"/>
                      <a:pt x="26311" y="453"/>
                    </a:cubicBezTo>
                    <a:lnTo>
                      <a:pt x="617" y="24975"/>
                    </a:lnTo>
                    <a:cubicBezTo>
                      <a:pt x="170" y="25404"/>
                      <a:pt x="1" y="26049"/>
                      <a:pt x="181" y="26641"/>
                    </a:cubicBezTo>
                    <a:lnTo>
                      <a:pt x="8017" y="52450"/>
                    </a:lnTo>
                    <a:cubicBezTo>
                      <a:pt x="8183" y="53005"/>
                      <a:pt x="8634" y="53431"/>
                      <a:pt x="9196" y="53561"/>
                    </a:cubicBezTo>
                    <a:lnTo>
                      <a:pt x="9427" y="53608"/>
                    </a:lnTo>
                    <a:cubicBezTo>
                      <a:pt x="9429" y="53606"/>
                      <a:pt x="9432" y="53605"/>
                      <a:pt x="9434" y="53605"/>
                    </a:cubicBezTo>
                    <a:cubicBezTo>
                      <a:pt x="9436" y="53605"/>
                      <a:pt x="9438" y="53606"/>
                      <a:pt x="9438" y="53608"/>
                    </a:cubicBezTo>
                    <a:cubicBezTo>
                      <a:pt x="9489" y="53612"/>
                      <a:pt x="9541" y="53615"/>
                      <a:pt x="9592" y="53615"/>
                    </a:cubicBezTo>
                    <a:cubicBezTo>
                      <a:pt x="10029" y="53615"/>
                      <a:pt x="10451" y="53437"/>
                      <a:pt x="10758" y="53121"/>
                    </a:cubicBezTo>
                    <a:lnTo>
                      <a:pt x="12327" y="51530"/>
                    </a:lnTo>
                    <a:lnTo>
                      <a:pt x="36105" y="27441"/>
                    </a:lnTo>
                    <a:cubicBezTo>
                      <a:pt x="36527" y="27012"/>
                      <a:pt x="36682" y="26388"/>
                      <a:pt x="36509" y="25811"/>
                    </a:cubicBezTo>
                    <a:lnTo>
                      <a:pt x="29023" y="1160"/>
                    </a:lnTo>
                    <a:cubicBezTo>
                      <a:pt x="29016" y="1138"/>
                      <a:pt x="29009" y="1120"/>
                      <a:pt x="28998" y="1106"/>
                    </a:cubicBezTo>
                    <a:cubicBezTo>
                      <a:pt x="28861" y="684"/>
                      <a:pt x="28551" y="337"/>
                      <a:pt x="28147" y="154"/>
                    </a:cubicBezTo>
                    <a:cubicBezTo>
                      <a:pt x="27963" y="63"/>
                      <a:pt x="27761" y="13"/>
                      <a:pt x="27555" y="6"/>
                    </a:cubicBezTo>
                    <a:cubicBezTo>
                      <a:pt x="27512" y="2"/>
                      <a:pt x="27468" y="0"/>
                      <a:pt x="274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37"/>
              <p:cNvSpPr/>
              <p:nvPr/>
            </p:nvSpPr>
            <p:spPr>
              <a:xfrm>
                <a:off x="7092925" y="1441338"/>
                <a:ext cx="841500" cy="1230050"/>
              </a:xfrm>
              <a:custGeom>
                <a:rect b="b" l="l" r="r" t="t"/>
                <a:pathLst>
                  <a:path extrusionOk="0" h="49202" w="33660">
                    <a:moveTo>
                      <a:pt x="25184" y="1"/>
                    </a:moveTo>
                    <a:cubicBezTo>
                      <a:pt x="24817" y="1"/>
                      <a:pt x="24446" y="133"/>
                      <a:pt x="24147" y="419"/>
                    </a:cubicBezTo>
                    <a:lnTo>
                      <a:pt x="17854" y="6423"/>
                    </a:lnTo>
                    <a:lnTo>
                      <a:pt x="13343" y="10726"/>
                    </a:lnTo>
                    <a:lnTo>
                      <a:pt x="5958" y="17776"/>
                    </a:lnTo>
                    <a:lnTo>
                      <a:pt x="570" y="22922"/>
                    </a:lnTo>
                    <a:cubicBezTo>
                      <a:pt x="155" y="23315"/>
                      <a:pt x="0" y="23906"/>
                      <a:pt x="166" y="24451"/>
                    </a:cubicBezTo>
                    <a:lnTo>
                      <a:pt x="7357" y="48129"/>
                    </a:lnTo>
                    <a:cubicBezTo>
                      <a:pt x="7418" y="48338"/>
                      <a:pt x="7526" y="48529"/>
                      <a:pt x="7670" y="48688"/>
                    </a:cubicBezTo>
                    <a:cubicBezTo>
                      <a:pt x="7969" y="49029"/>
                      <a:pt x="8384" y="49202"/>
                      <a:pt x="8801" y="49202"/>
                    </a:cubicBezTo>
                    <a:cubicBezTo>
                      <a:pt x="9189" y="49202"/>
                      <a:pt x="9578" y="49052"/>
                      <a:pt x="9874" y="48749"/>
                    </a:cubicBezTo>
                    <a:lnTo>
                      <a:pt x="19160" y="39344"/>
                    </a:lnTo>
                    <a:lnTo>
                      <a:pt x="24205" y="34227"/>
                    </a:lnTo>
                    <a:lnTo>
                      <a:pt x="28774" y="29600"/>
                    </a:lnTo>
                    <a:lnTo>
                      <a:pt x="33130" y="25186"/>
                    </a:lnTo>
                    <a:cubicBezTo>
                      <a:pt x="33519" y="24793"/>
                      <a:pt x="33660" y="24220"/>
                      <a:pt x="33501" y="23690"/>
                    </a:cubicBezTo>
                    <a:lnTo>
                      <a:pt x="26632" y="1072"/>
                    </a:lnTo>
                    <a:cubicBezTo>
                      <a:pt x="26424" y="391"/>
                      <a:pt x="25812" y="1"/>
                      <a:pt x="251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37"/>
              <p:cNvSpPr/>
              <p:nvPr/>
            </p:nvSpPr>
            <p:spPr>
              <a:xfrm>
                <a:off x="7163225" y="1709463"/>
                <a:ext cx="263275" cy="848100"/>
              </a:xfrm>
              <a:custGeom>
                <a:rect b="b" l="l" r="r" t="t"/>
                <a:pathLst>
                  <a:path extrusionOk="0" h="33924" w="10531">
                    <a:moveTo>
                      <a:pt x="10531" y="1"/>
                    </a:moveTo>
                    <a:lnTo>
                      <a:pt x="3146" y="7051"/>
                    </a:lnTo>
                    <a:lnTo>
                      <a:pt x="1" y="22438"/>
                    </a:lnTo>
                    <a:lnTo>
                      <a:pt x="3488" y="33924"/>
                    </a:lnTo>
                    <a:lnTo>
                      <a:pt x="10531" y="1"/>
                    </a:lnTo>
                    <a:close/>
                  </a:path>
                </a:pathLst>
              </a:custGeom>
              <a:solidFill>
                <a:srgbClr val="FFFFFF">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37"/>
              <p:cNvSpPr/>
              <p:nvPr/>
            </p:nvSpPr>
            <p:spPr>
              <a:xfrm>
                <a:off x="7698025" y="1663388"/>
                <a:ext cx="172225" cy="633625"/>
              </a:xfrm>
              <a:custGeom>
                <a:rect b="b" l="l" r="r" t="t"/>
                <a:pathLst>
                  <a:path extrusionOk="0" h="25345" w="6889">
                    <a:moveTo>
                      <a:pt x="4800" y="1"/>
                    </a:moveTo>
                    <a:lnTo>
                      <a:pt x="1" y="25345"/>
                    </a:lnTo>
                    <a:lnTo>
                      <a:pt x="4570" y="20718"/>
                    </a:lnTo>
                    <a:lnTo>
                      <a:pt x="6888" y="6878"/>
                    </a:lnTo>
                    <a:lnTo>
                      <a:pt x="4800" y="1"/>
                    </a:lnTo>
                    <a:close/>
                  </a:path>
                </a:pathLst>
              </a:custGeom>
              <a:solidFill>
                <a:srgbClr val="FFFFFF">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37"/>
              <p:cNvSpPr/>
              <p:nvPr/>
            </p:nvSpPr>
            <p:spPr>
              <a:xfrm>
                <a:off x="7284575" y="1441338"/>
                <a:ext cx="493625" cy="1230050"/>
              </a:xfrm>
              <a:custGeom>
                <a:rect b="b" l="l" r="r" t="t"/>
                <a:pathLst>
                  <a:path extrusionOk="0" h="49202" w="19745">
                    <a:moveTo>
                      <a:pt x="17518" y="1"/>
                    </a:moveTo>
                    <a:cubicBezTo>
                      <a:pt x="17151" y="1"/>
                      <a:pt x="16780" y="133"/>
                      <a:pt x="16481" y="419"/>
                    </a:cubicBezTo>
                    <a:lnTo>
                      <a:pt x="10188" y="6423"/>
                    </a:lnTo>
                    <a:lnTo>
                      <a:pt x="1" y="48688"/>
                    </a:lnTo>
                    <a:cubicBezTo>
                      <a:pt x="301" y="49029"/>
                      <a:pt x="718" y="49202"/>
                      <a:pt x="1134" y="49202"/>
                    </a:cubicBezTo>
                    <a:cubicBezTo>
                      <a:pt x="1523" y="49202"/>
                      <a:pt x="1912" y="49052"/>
                      <a:pt x="2208" y="48749"/>
                    </a:cubicBezTo>
                    <a:lnTo>
                      <a:pt x="11494" y="39344"/>
                    </a:lnTo>
                    <a:lnTo>
                      <a:pt x="19744" y="3629"/>
                    </a:lnTo>
                    <a:lnTo>
                      <a:pt x="18966" y="1072"/>
                    </a:lnTo>
                    <a:cubicBezTo>
                      <a:pt x="18758" y="391"/>
                      <a:pt x="18146" y="1"/>
                      <a:pt x="17518" y="1"/>
                    </a:cubicBezTo>
                    <a:close/>
                  </a:path>
                </a:pathLst>
              </a:custGeom>
              <a:solidFill>
                <a:srgbClr val="FFFFFF">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descr="The Science of Compulsive Online Behavior &#10;Watch the newest video from Big Think: https://bigth.ink/NewVideo&#10;Join Big Think Edge for exclusive videos: https://bigth.ink/Edge&#10;---------------------------------------------------------------------------------- &#10;The average person checks their phone 200 times a day. It borders on addiction for some, but according to cyberpsychologist Mary Aiken there are easy ways to unlearn this compulsion.The internet is so great, isn’t it? It’s hit, after hit, after hit of quality visuals, stories and encounters. Or is it? Cyberpsychologist Mary Aiken is here to remind us of fading affect bias, which is where negative emotion associated with unpleasant memories fade much faster than positive experiences. This is why gamblers are always so quick to talk about how much they’ve won over the years, with no mention (or memory) of what they’ve lost.&#10;According to Aiken, the internet is a giant slot machine, and all the average and boring material we scroll past is negated by that one incredible piece of news, that high feeling when you find a belly-aching funny video, making the search worthwhile. Already you’re getting hyped up for the next great find in the sea of hit and miss. The average person checks their cell phone 200 times per day. That’s an astounding figure, and it sounds an awful lot like an addiction, but Aiken is reluctant to label it that way, because the treatment that usually works for addiction – abstinence – will never work for the internet. We rely on technology for our jobs, relationships, and basic needs. It’s here to stay. So how do we balance our days so that we aren’t servants to the the technology that designed to serve us?&#10;Aiken identifies this compulsive checking as a maladaptive behavior, and the good news about that is it’s a pattern that can be broken – just like you can resist scratching a mosquito bite with enough focus, or can slow your breathing when you’re overcome with nerves, with some awareness and intention, you can put your phone away for the duration of a film without opening your notifications. As an experiment, count for one day to see how many times you go to check your phone, and actively try to reduce it.&#10;Mary Aiken's most recent book is The Cyber Effect: A Pioneering Cyberpsychologist Explains How Human Behavior Changes Online&#10;---------------------------------------------------------------------------------- &#10;MARY AIKEN :&#10;Mary Aiken specializes in the impact of technology on human behaviour, and has written extensively on issues relating to the intersection between humankind and technology — or as she describes it &quot;where humans and technology collide.&quot; She appears regularly on radio and television and frequently gives talks to the public and private sector on an international basis. Dr. Mary Aiken is an Adjunct Associate Professor at University College Dublin, Geary Institute for Public Policy, and Academic Advisor (Psychology) to the European Cyber Crime Centre (EC3) at Europol. She is a lecturer in Criminology and Research Fellow at the School of Law, Middlesex University, a Fellow of the Society for Chartered IT Professionals, a Sensemaking Fellow at the IBM Network Science Research Centre, and Distinguished Professor of the Practice of Cyber Analytics at AIRS Hawaii Pacific University. She is a member of the Hague Justice Portal advisory board and Director of the Cyberpsychology Research Network. Her groundbreaking work inspired the CBS television series &quot;CSI: Cyber.&quot;&#10;----------------------------------------------------------------------------------&#10;TRANSCRIPT :&#10;Mary Aiken: Do you know that the average person checks their cell phone 200 times a day. And when actually they come home from work cell phone checking increases. So why is that? People talk about internet addiction. Let me explain the science behind it. Very bold ratio and intermittent reinforcement aspects of technology. What does that mean? It means that technology and the internet particularly is like a giant slot machine. Every so often you hit something great. You find a great link, a great website. Every so often you get a brilliant email praise from your boss. Or that text that you’ve been waiting for. And that is far more addictive than if every piece of communication was positive or if every piece was negative. So technology can actually target our developmental Achilles heel. It can elicit negative behavior. People call it internet addiction. I’m not somebody who believes in internet addiction. Why? You cannot be addicted to air. You cannot be addicted to water. Technology is here to stay.&#10;You would not be able to live or get a job or survive without at some stage engaging with technology. I’m a cyberpsychologist. I couldn’t do my job without access to the internet. &#10;Read the full transcript at https://bigthink.com/videos/mary-aiken-on-internet-and-cell-phone-addiction" id="1112" name="Google Shape;1112;p37" title="The Science of Compulsive Online Behavior | Mary Aiken | Big Think">
            <a:hlinkClick r:id="rId3"/>
          </p:cNvPr>
          <p:cNvPicPr preferRelativeResize="0"/>
          <p:nvPr/>
        </p:nvPicPr>
        <p:blipFill>
          <a:blip r:embed="rId4">
            <a:alphaModFix/>
          </a:blip>
          <a:stretch>
            <a:fillRect/>
          </a:stretch>
        </p:blipFill>
        <p:spPr>
          <a:xfrm>
            <a:off x="697650" y="344550"/>
            <a:ext cx="7748700" cy="435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2"/>
                                        </p:tgtEl>
                                        <p:attrNameLst>
                                          <p:attrName>style.visibility</p:attrName>
                                        </p:attrNameLst>
                                      </p:cBhvr>
                                      <p:to>
                                        <p:strVal val="visible"/>
                                      </p:to>
                                    </p:set>
                                    <p:animEffect filter="fade" transition="in">
                                      <p:cBhvr>
                                        <p:cTn dur="1000"/>
                                        <p:tgtEl>
                                          <p:spTgt spid="1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pic>
        <p:nvPicPr>
          <p:cNvPr id="1117" name="Google Shape;1117;p38" title="Screenshot 2025-12-02 at 11.42.45 AM.png"/>
          <p:cNvPicPr preferRelativeResize="0"/>
          <p:nvPr/>
        </p:nvPicPr>
        <p:blipFill>
          <a:blip r:embed="rId3">
            <a:alphaModFix/>
          </a:blip>
          <a:stretch>
            <a:fillRect/>
          </a:stretch>
        </p:blipFill>
        <p:spPr>
          <a:xfrm>
            <a:off x="443050" y="4200713"/>
            <a:ext cx="2895025" cy="896075"/>
          </a:xfrm>
          <a:prstGeom prst="rect">
            <a:avLst/>
          </a:prstGeom>
          <a:noFill/>
          <a:ln>
            <a:noFill/>
          </a:ln>
        </p:spPr>
      </p:pic>
      <p:sp>
        <p:nvSpPr>
          <p:cNvPr id="1118" name="Google Shape;1118;p38"/>
          <p:cNvSpPr txBox="1"/>
          <p:nvPr>
            <p:ph type="title"/>
          </p:nvPr>
        </p:nvSpPr>
        <p:spPr>
          <a:xfrm>
            <a:off x="757225" y="4748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Social Media Use</a:t>
            </a:r>
            <a:endParaRPr/>
          </a:p>
        </p:txBody>
      </p:sp>
      <p:sp>
        <p:nvSpPr>
          <p:cNvPr id="1119" name="Google Shape;1119;p38"/>
          <p:cNvSpPr txBox="1"/>
          <p:nvPr/>
        </p:nvSpPr>
        <p:spPr>
          <a:xfrm>
            <a:off x="690225" y="1413725"/>
            <a:ext cx="3794100" cy="2787000"/>
          </a:xfrm>
          <a:prstGeom prst="rect">
            <a:avLst/>
          </a:prstGeom>
          <a:solidFill>
            <a:schemeClr val="dk2"/>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300">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None/>
            </a:pPr>
            <a:r>
              <a:rPr lang="en" sz="1300">
                <a:solidFill>
                  <a:schemeClr val="dk1"/>
                </a:solidFill>
                <a:latin typeface="Source Sans 3"/>
                <a:ea typeface="Source Sans 3"/>
                <a:cs typeface="Source Sans 3"/>
                <a:sym typeface="Source Sans 3"/>
              </a:rPr>
              <a:t>According to the Pew Research Center in 2022  9 in 10 teenagers reported to be using Youtube in a survey</a:t>
            </a:r>
            <a:endParaRPr sz="1300">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None/>
            </a:pPr>
            <a:r>
              <a:t/>
            </a:r>
            <a:endParaRPr sz="1300">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None/>
            </a:pPr>
            <a:r>
              <a:rPr lang="en" sz="1300">
                <a:solidFill>
                  <a:schemeClr val="dk1"/>
                </a:solidFill>
                <a:latin typeface="Source Sans 3"/>
                <a:ea typeface="Source Sans 3"/>
                <a:cs typeface="Source Sans 3"/>
                <a:sym typeface="Source Sans 3"/>
              </a:rPr>
              <a:t>6 in 10 teenager reported to use TikTok, Instagram, and Snapchat</a:t>
            </a:r>
            <a:endParaRPr sz="1300">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None/>
            </a:pPr>
            <a:r>
              <a:t/>
            </a:r>
            <a:endParaRPr sz="1300">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None/>
            </a:pPr>
            <a:r>
              <a:rPr lang="en" sz="1300">
                <a:solidFill>
                  <a:schemeClr val="dk1"/>
                </a:solidFill>
                <a:latin typeface="Source Sans 3"/>
                <a:ea typeface="Source Sans 3"/>
                <a:cs typeface="Source Sans 3"/>
                <a:sym typeface="Source Sans 3"/>
              </a:rPr>
              <a:t>Only 32% of teens reported to use facebook and 17% reported to use X (Twitter)</a:t>
            </a:r>
            <a:endParaRPr sz="1300">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None/>
            </a:pPr>
            <a:r>
              <a:t/>
            </a:r>
            <a:endParaRPr sz="1300">
              <a:solidFill>
                <a:schemeClr val="dk1"/>
              </a:solidFill>
              <a:latin typeface="Source Sans 3"/>
              <a:ea typeface="Source Sans 3"/>
              <a:cs typeface="Source Sans 3"/>
              <a:sym typeface="Source Sans 3"/>
            </a:endParaRPr>
          </a:p>
        </p:txBody>
      </p:sp>
      <p:pic>
        <p:nvPicPr>
          <p:cNvPr id="1120" name="Google Shape;1120;p38"/>
          <p:cNvPicPr preferRelativeResize="0"/>
          <p:nvPr/>
        </p:nvPicPr>
        <p:blipFill>
          <a:blip r:embed="rId4">
            <a:alphaModFix/>
          </a:blip>
          <a:stretch>
            <a:fillRect/>
          </a:stretch>
        </p:blipFill>
        <p:spPr>
          <a:xfrm>
            <a:off x="4651625" y="1497650"/>
            <a:ext cx="4354876" cy="252005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pic>
        <p:nvPicPr>
          <p:cNvPr id="1125" name="Google Shape;1125;p39" title="Screenshot 2025-12-02 at 11.42.45 AM.png"/>
          <p:cNvPicPr preferRelativeResize="0"/>
          <p:nvPr/>
        </p:nvPicPr>
        <p:blipFill>
          <a:blip r:embed="rId3">
            <a:alphaModFix/>
          </a:blip>
          <a:stretch>
            <a:fillRect/>
          </a:stretch>
        </p:blipFill>
        <p:spPr>
          <a:xfrm>
            <a:off x="443050" y="4200713"/>
            <a:ext cx="2895025" cy="896075"/>
          </a:xfrm>
          <a:prstGeom prst="rect">
            <a:avLst/>
          </a:prstGeom>
          <a:noFill/>
          <a:ln>
            <a:noFill/>
          </a:ln>
        </p:spPr>
      </p:pic>
      <p:sp>
        <p:nvSpPr>
          <p:cNvPr id="1126" name="Google Shape;1126;p39"/>
          <p:cNvSpPr txBox="1"/>
          <p:nvPr>
            <p:ph type="title"/>
          </p:nvPr>
        </p:nvSpPr>
        <p:spPr>
          <a:xfrm>
            <a:off x="720000" y="25895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Social Media Use</a:t>
            </a:r>
            <a:endParaRPr/>
          </a:p>
        </p:txBody>
      </p:sp>
      <p:pic>
        <p:nvPicPr>
          <p:cNvPr id="1127" name="Google Shape;1127;p39" title="Screenshot 2025-12-02 at 12.03.20 PM.png"/>
          <p:cNvPicPr preferRelativeResize="0"/>
          <p:nvPr/>
        </p:nvPicPr>
        <p:blipFill>
          <a:blip r:embed="rId4">
            <a:alphaModFix/>
          </a:blip>
          <a:stretch>
            <a:fillRect/>
          </a:stretch>
        </p:blipFill>
        <p:spPr>
          <a:xfrm>
            <a:off x="2668375" y="1034300"/>
            <a:ext cx="3654575" cy="36229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Algorithms and Personalization </a:t>
            </a:r>
            <a:endParaRPr/>
          </a:p>
        </p:txBody>
      </p:sp>
      <p:sp>
        <p:nvSpPr>
          <p:cNvPr id="1133" name="Google Shape;1133;p40"/>
          <p:cNvSpPr txBox="1"/>
          <p:nvPr>
            <p:ph idx="2" type="subTitle"/>
          </p:nvPr>
        </p:nvSpPr>
        <p:spPr>
          <a:xfrm>
            <a:off x="720000" y="2859525"/>
            <a:ext cx="8118900" cy="170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a:t>
            </a:r>
            <a:r>
              <a:rPr lang="en"/>
              <a:t>social</a:t>
            </a:r>
            <a:r>
              <a:rPr lang="en"/>
              <a:t> media algorithms are used a rules or signals that impact the operation of each platform. Algorithms determine what content is filtered, recommended, and selected for each user. Algorithms also </a:t>
            </a:r>
            <a:r>
              <a:rPr lang="en"/>
              <a:t>influence</a:t>
            </a:r>
            <a:r>
              <a:rPr lang="en"/>
              <a:t> what users see on </a:t>
            </a:r>
            <a:r>
              <a:rPr lang="en"/>
              <a:t>their social media and possibly their choices both online and offline. </a:t>
            </a:r>
            <a:endParaRPr/>
          </a:p>
        </p:txBody>
      </p:sp>
      <p:grpSp>
        <p:nvGrpSpPr>
          <p:cNvPr id="1134" name="Google Shape;1134;p40"/>
          <p:cNvGrpSpPr/>
          <p:nvPr/>
        </p:nvGrpSpPr>
        <p:grpSpPr>
          <a:xfrm>
            <a:off x="720012" y="1223592"/>
            <a:ext cx="8028613" cy="1679330"/>
            <a:chOff x="720012" y="1223592"/>
            <a:chExt cx="8028613" cy="1679330"/>
          </a:xfrm>
        </p:grpSpPr>
        <p:grpSp>
          <p:nvGrpSpPr>
            <p:cNvPr id="1135" name="Google Shape;1135;p40"/>
            <p:cNvGrpSpPr/>
            <p:nvPr/>
          </p:nvGrpSpPr>
          <p:grpSpPr>
            <a:xfrm>
              <a:off x="720012" y="1223592"/>
              <a:ext cx="8028613" cy="1277667"/>
              <a:chOff x="633437" y="1344192"/>
              <a:chExt cx="8028613" cy="1277667"/>
            </a:xfrm>
          </p:grpSpPr>
          <p:sp>
            <p:nvSpPr>
              <p:cNvPr id="1136" name="Google Shape;1136;p40"/>
              <p:cNvSpPr/>
              <p:nvPr/>
            </p:nvSpPr>
            <p:spPr>
              <a:xfrm>
                <a:off x="3609385" y="2087958"/>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40"/>
              <p:cNvSpPr/>
              <p:nvPr/>
            </p:nvSpPr>
            <p:spPr>
              <a:xfrm>
                <a:off x="8562149" y="229570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40"/>
              <p:cNvSpPr/>
              <p:nvPr/>
            </p:nvSpPr>
            <p:spPr>
              <a:xfrm>
                <a:off x="6026790" y="2070092"/>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40"/>
              <p:cNvSpPr/>
              <p:nvPr/>
            </p:nvSpPr>
            <p:spPr>
              <a:xfrm>
                <a:off x="5237962" y="1818792"/>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40"/>
              <p:cNvSpPr/>
              <p:nvPr/>
            </p:nvSpPr>
            <p:spPr>
              <a:xfrm>
                <a:off x="7677149" y="1344192"/>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40"/>
              <p:cNvSpPr/>
              <p:nvPr/>
            </p:nvSpPr>
            <p:spPr>
              <a:xfrm>
                <a:off x="5470613" y="2395909"/>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40"/>
              <p:cNvSpPr/>
              <p:nvPr/>
            </p:nvSpPr>
            <p:spPr>
              <a:xfrm>
                <a:off x="8129625" y="2474134"/>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40"/>
              <p:cNvSpPr/>
              <p:nvPr/>
            </p:nvSpPr>
            <p:spPr>
              <a:xfrm>
                <a:off x="3268413" y="1848809"/>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40"/>
              <p:cNvSpPr/>
              <p:nvPr/>
            </p:nvSpPr>
            <p:spPr>
              <a:xfrm>
                <a:off x="956413" y="1748609"/>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40"/>
              <p:cNvSpPr/>
              <p:nvPr/>
            </p:nvSpPr>
            <p:spPr>
              <a:xfrm>
                <a:off x="633437" y="2365892"/>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40"/>
              <p:cNvSpPr/>
              <p:nvPr/>
            </p:nvSpPr>
            <p:spPr>
              <a:xfrm>
                <a:off x="1319263" y="2521659"/>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47" name="Google Shape;1147;p40"/>
              <p:cNvCxnSpPr>
                <a:stCxn id="1145" idx="0"/>
                <a:endCxn id="1144" idx="3"/>
              </p:cNvCxnSpPr>
              <p:nvPr/>
            </p:nvCxnSpPr>
            <p:spPr>
              <a:xfrm flipH="1" rot="10800000">
                <a:off x="713237" y="1833992"/>
                <a:ext cx="257700" cy="531900"/>
              </a:xfrm>
              <a:prstGeom prst="straightConnector1">
                <a:avLst/>
              </a:prstGeom>
              <a:noFill/>
              <a:ln cap="flat" cmpd="sng" w="19050">
                <a:solidFill>
                  <a:schemeClr val="dk2"/>
                </a:solidFill>
                <a:prstDash val="solid"/>
                <a:round/>
                <a:headEnd len="med" w="med" type="none"/>
                <a:tailEnd len="med" w="med" type="none"/>
              </a:ln>
            </p:spPr>
          </p:cxnSp>
          <p:cxnSp>
            <p:nvCxnSpPr>
              <p:cNvPr id="1148" name="Google Shape;1148;p40"/>
              <p:cNvCxnSpPr>
                <a:stCxn id="1144" idx="4"/>
                <a:endCxn id="1146" idx="1"/>
              </p:cNvCxnSpPr>
              <p:nvPr/>
            </p:nvCxnSpPr>
            <p:spPr>
              <a:xfrm>
                <a:off x="1006363" y="1848809"/>
                <a:ext cx="327600" cy="687600"/>
              </a:xfrm>
              <a:prstGeom prst="straightConnector1">
                <a:avLst/>
              </a:prstGeom>
              <a:noFill/>
              <a:ln cap="flat" cmpd="sng" w="19050">
                <a:solidFill>
                  <a:schemeClr val="dk2"/>
                </a:solidFill>
                <a:prstDash val="solid"/>
                <a:round/>
                <a:headEnd len="med" w="med" type="none"/>
                <a:tailEnd len="med" w="med" type="none"/>
              </a:ln>
            </p:spPr>
          </p:cxnSp>
          <p:cxnSp>
            <p:nvCxnSpPr>
              <p:cNvPr id="1149" name="Google Shape;1149;p40"/>
              <p:cNvCxnSpPr>
                <a:stCxn id="1146" idx="7"/>
                <a:endCxn id="1143" idx="2"/>
              </p:cNvCxnSpPr>
              <p:nvPr/>
            </p:nvCxnSpPr>
            <p:spPr>
              <a:xfrm flipH="1" rot="10800000">
                <a:off x="1404533" y="1898833"/>
                <a:ext cx="1863900" cy="637500"/>
              </a:xfrm>
              <a:prstGeom prst="straightConnector1">
                <a:avLst/>
              </a:prstGeom>
              <a:noFill/>
              <a:ln cap="flat" cmpd="sng" w="19050">
                <a:solidFill>
                  <a:schemeClr val="dk2"/>
                </a:solidFill>
                <a:prstDash val="solid"/>
                <a:round/>
                <a:headEnd len="med" w="med" type="none"/>
                <a:tailEnd len="med" w="med" type="none"/>
              </a:ln>
            </p:spPr>
          </p:cxnSp>
          <p:cxnSp>
            <p:nvCxnSpPr>
              <p:cNvPr id="1150" name="Google Shape;1150;p40"/>
              <p:cNvCxnSpPr>
                <a:stCxn id="1143" idx="5"/>
                <a:endCxn id="1136" idx="1"/>
              </p:cNvCxnSpPr>
              <p:nvPr/>
            </p:nvCxnSpPr>
            <p:spPr>
              <a:xfrm>
                <a:off x="3353683" y="1934335"/>
                <a:ext cx="273900" cy="171900"/>
              </a:xfrm>
              <a:prstGeom prst="straightConnector1">
                <a:avLst/>
              </a:prstGeom>
              <a:noFill/>
              <a:ln cap="flat" cmpd="sng" w="19050">
                <a:solidFill>
                  <a:schemeClr val="dk2"/>
                </a:solidFill>
                <a:prstDash val="solid"/>
                <a:round/>
                <a:headEnd len="med" w="med" type="none"/>
                <a:tailEnd len="med" w="med" type="none"/>
              </a:ln>
            </p:spPr>
          </p:cxnSp>
          <p:cxnSp>
            <p:nvCxnSpPr>
              <p:cNvPr id="1151" name="Google Shape;1151;p40"/>
              <p:cNvCxnSpPr>
                <a:stCxn id="1136" idx="6"/>
                <a:endCxn id="1139" idx="2"/>
              </p:cNvCxnSpPr>
              <p:nvPr/>
            </p:nvCxnSpPr>
            <p:spPr>
              <a:xfrm flipH="1" rot="10800000">
                <a:off x="3733285" y="1898808"/>
                <a:ext cx="1504800" cy="251400"/>
              </a:xfrm>
              <a:prstGeom prst="straightConnector1">
                <a:avLst/>
              </a:prstGeom>
              <a:noFill/>
              <a:ln cap="flat" cmpd="sng" w="19050">
                <a:solidFill>
                  <a:schemeClr val="dk2"/>
                </a:solidFill>
                <a:prstDash val="solid"/>
                <a:round/>
                <a:headEnd len="med" w="med" type="none"/>
                <a:tailEnd len="med" w="med" type="none"/>
              </a:ln>
            </p:spPr>
          </p:cxnSp>
          <p:cxnSp>
            <p:nvCxnSpPr>
              <p:cNvPr id="1152" name="Google Shape;1152;p40"/>
              <p:cNvCxnSpPr>
                <a:stCxn id="1139" idx="4"/>
                <a:endCxn id="1141" idx="1"/>
              </p:cNvCxnSpPr>
              <p:nvPr/>
            </p:nvCxnSpPr>
            <p:spPr>
              <a:xfrm>
                <a:off x="5317762" y="1978992"/>
                <a:ext cx="167400" cy="431700"/>
              </a:xfrm>
              <a:prstGeom prst="straightConnector1">
                <a:avLst/>
              </a:prstGeom>
              <a:noFill/>
              <a:ln cap="flat" cmpd="sng" w="19050">
                <a:solidFill>
                  <a:schemeClr val="dk2"/>
                </a:solidFill>
                <a:prstDash val="solid"/>
                <a:round/>
                <a:headEnd len="med" w="med" type="none"/>
                <a:tailEnd len="med" w="med" type="none"/>
              </a:ln>
            </p:spPr>
          </p:cxnSp>
          <p:cxnSp>
            <p:nvCxnSpPr>
              <p:cNvPr id="1153" name="Google Shape;1153;p40"/>
              <p:cNvCxnSpPr>
                <a:stCxn id="1141" idx="7"/>
                <a:endCxn id="1138" idx="2"/>
              </p:cNvCxnSpPr>
              <p:nvPr/>
            </p:nvCxnSpPr>
            <p:spPr>
              <a:xfrm flipH="1" rot="10800000">
                <a:off x="5555883" y="2150183"/>
                <a:ext cx="471000" cy="260400"/>
              </a:xfrm>
              <a:prstGeom prst="straightConnector1">
                <a:avLst/>
              </a:prstGeom>
              <a:noFill/>
              <a:ln cap="flat" cmpd="sng" w="19050">
                <a:solidFill>
                  <a:schemeClr val="dk2"/>
                </a:solidFill>
                <a:prstDash val="solid"/>
                <a:round/>
                <a:headEnd len="med" w="med" type="none"/>
                <a:tailEnd len="med" w="med" type="none"/>
              </a:ln>
            </p:spPr>
          </p:cxnSp>
          <p:cxnSp>
            <p:nvCxnSpPr>
              <p:cNvPr id="1154" name="Google Shape;1154;p40"/>
              <p:cNvCxnSpPr>
                <a:stCxn id="1138" idx="6"/>
                <a:endCxn id="1142" idx="2"/>
              </p:cNvCxnSpPr>
              <p:nvPr/>
            </p:nvCxnSpPr>
            <p:spPr>
              <a:xfrm>
                <a:off x="6186390" y="2150192"/>
                <a:ext cx="1943100" cy="374100"/>
              </a:xfrm>
              <a:prstGeom prst="straightConnector1">
                <a:avLst/>
              </a:prstGeom>
              <a:noFill/>
              <a:ln cap="flat" cmpd="sng" w="19050">
                <a:solidFill>
                  <a:schemeClr val="dk2"/>
                </a:solidFill>
                <a:prstDash val="solid"/>
                <a:round/>
                <a:headEnd len="med" w="med" type="none"/>
                <a:tailEnd len="med" w="med" type="none"/>
              </a:ln>
            </p:spPr>
          </p:cxnSp>
          <p:cxnSp>
            <p:nvCxnSpPr>
              <p:cNvPr id="1155" name="Google Shape;1155;p40"/>
              <p:cNvCxnSpPr>
                <a:stCxn id="1142" idx="7"/>
                <a:endCxn id="1137" idx="2"/>
              </p:cNvCxnSpPr>
              <p:nvPr/>
            </p:nvCxnSpPr>
            <p:spPr>
              <a:xfrm flipH="1" rot="10800000">
                <a:off x="8214895" y="2345708"/>
                <a:ext cx="347400" cy="143100"/>
              </a:xfrm>
              <a:prstGeom prst="straightConnector1">
                <a:avLst/>
              </a:prstGeom>
              <a:noFill/>
              <a:ln cap="flat" cmpd="sng" w="19050">
                <a:solidFill>
                  <a:schemeClr val="dk2"/>
                </a:solidFill>
                <a:prstDash val="solid"/>
                <a:round/>
                <a:headEnd len="med" w="med" type="none"/>
                <a:tailEnd len="med" w="med" type="none"/>
              </a:ln>
            </p:spPr>
          </p:cxnSp>
          <p:cxnSp>
            <p:nvCxnSpPr>
              <p:cNvPr id="1156" name="Google Shape;1156;p40"/>
              <p:cNvCxnSpPr>
                <a:stCxn id="1142" idx="0"/>
                <a:endCxn id="1140" idx="4"/>
              </p:cNvCxnSpPr>
              <p:nvPr/>
            </p:nvCxnSpPr>
            <p:spPr>
              <a:xfrm rot="10800000">
                <a:off x="7756875" y="1504534"/>
                <a:ext cx="422700" cy="969600"/>
              </a:xfrm>
              <a:prstGeom prst="straightConnector1">
                <a:avLst/>
              </a:prstGeom>
              <a:noFill/>
              <a:ln cap="flat" cmpd="sng" w="19050">
                <a:solidFill>
                  <a:schemeClr val="dk2"/>
                </a:solidFill>
                <a:prstDash val="solid"/>
                <a:round/>
                <a:headEnd len="med" w="med" type="none"/>
                <a:tailEnd len="med" w="med" type="none"/>
              </a:ln>
            </p:spPr>
          </p:cxnSp>
          <p:sp>
            <p:nvSpPr>
              <p:cNvPr id="1157" name="Google Shape;1157;p40"/>
              <p:cNvSpPr/>
              <p:nvPr/>
            </p:nvSpPr>
            <p:spPr>
              <a:xfrm>
                <a:off x="5834688" y="1848809"/>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40"/>
              <p:cNvSpPr/>
              <p:nvPr/>
            </p:nvSpPr>
            <p:spPr>
              <a:xfrm>
                <a:off x="2920688" y="2230284"/>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59" name="Google Shape;1159;p40"/>
              <p:cNvCxnSpPr>
                <a:stCxn id="1143" idx="3"/>
                <a:endCxn id="1158" idx="7"/>
              </p:cNvCxnSpPr>
              <p:nvPr/>
            </p:nvCxnSpPr>
            <p:spPr>
              <a:xfrm flipH="1">
                <a:off x="3005843" y="1934335"/>
                <a:ext cx="277200" cy="310500"/>
              </a:xfrm>
              <a:prstGeom prst="straightConnector1">
                <a:avLst/>
              </a:prstGeom>
              <a:noFill/>
              <a:ln cap="flat" cmpd="sng" w="19050">
                <a:solidFill>
                  <a:schemeClr val="dk2"/>
                </a:solidFill>
                <a:prstDash val="solid"/>
                <a:round/>
                <a:headEnd len="med" w="med" type="none"/>
                <a:tailEnd len="med" w="med" type="none"/>
              </a:ln>
            </p:spPr>
          </p:cxnSp>
          <p:cxnSp>
            <p:nvCxnSpPr>
              <p:cNvPr id="1160" name="Google Shape;1160;p40"/>
              <p:cNvCxnSpPr>
                <a:stCxn id="1138" idx="1"/>
                <a:endCxn id="1157" idx="5"/>
              </p:cNvCxnSpPr>
              <p:nvPr/>
            </p:nvCxnSpPr>
            <p:spPr>
              <a:xfrm rot="10800000">
                <a:off x="5919963" y="1934252"/>
                <a:ext cx="130200" cy="159300"/>
              </a:xfrm>
              <a:prstGeom prst="straightConnector1">
                <a:avLst/>
              </a:prstGeom>
              <a:noFill/>
              <a:ln cap="flat" cmpd="sng" w="19050">
                <a:solidFill>
                  <a:schemeClr val="dk2"/>
                </a:solidFill>
                <a:prstDash val="solid"/>
                <a:round/>
                <a:headEnd len="med" w="med" type="none"/>
                <a:tailEnd len="med" w="med" type="none"/>
              </a:ln>
            </p:spPr>
          </p:cxnSp>
        </p:grpSp>
        <p:grpSp>
          <p:nvGrpSpPr>
            <p:cNvPr id="1161" name="Google Shape;1161;p40"/>
            <p:cNvGrpSpPr/>
            <p:nvPr/>
          </p:nvGrpSpPr>
          <p:grpSpPr>
            <a:xfrm rot="-1901337">
              <a:off x="1575613" y="1450595"/>
              <a:ext cx="1212023" cy="1225324"/>
              <a:chOff x="1500010" y="1504400"/>
              <a:chExt cx="1212041" cy="1225342"/>
            </a:xfrm>
          </p:grpSpPr>
          <p:sp>
            <p:nvSpPr>
              <p:cNvPr id="1162" name="Google Shape;1162;p40"/>
              <p:cNvSpPr/>
              <p:nvPr/>
            </p:nvSpPr>
            <p:spPr>
              <a:xfrm rot="1102292">
                <a:off x="1629438" y="1549457"/>
                <a:ext cx="429967" cy="890833"/>
              </a:xfrm>
              <a:custGeom>
                <a:rect b="b" l="l" r="r" t="t"/>
                <a:pathLst>
                  <a:path extrusionOk="0" h="54229" w="26174">
                    <a:moveTo>
                      <a:pt x="23129" y="0"/>
                    </a:moveTo>
                    <a:cubicBezTo>
                      <a:pt x="22377" y="0"/>
                      <a:pt x="21890" y="362"/>
                      <a:pt x="21760" y="479"/>
                    </a:cubicBezTo>
                    <a:cubicBezTo>
                      <a:pt x="21594" y="626"/>
                      <a:pt x="21460" y="2884"/>
                      <a:pt x="21861" y="4041"/>
                    </a:cubicBezTo>
                    <a:lnTo>
                      <a:pt x="18849" y="7460"/>
                    </a:lnTo>
                    <a:lnTo>
                      <a:pt x="10999" y="16371"/>
                    </a:lnTo>
                    <a:cubicBezTo>
                      <a:pt x="10436" y="17009"/>
                      <a:pt x="10050" y="17781"/>
                      <a:pt x="9877" y="18614"/>
                    </a:cubicBezTo>
                    <a:lnTo>
                      <a:pt x="3415" y="49933"/>
                    </a:lnTo>
                    <a:cubicBezTo>
                      <a:pt x="2582" y="50128"/>
                      <a:pt x="1760" y="50377"/>
                      <a:pt x="959" y="50673"/>
                    </a:cubicBezTo>
                    <a:cubicBezTo>
                      <a:pt x="959" y="50673"/>
                      <a:pt x="0" y="52667"/>
                      <a:pt x="2095" y="53893"/>
                    </a:cubicBezTo>
                    <a:cubicBezTo>
                      <a:pt x="2508" y="54135"/>
                      <a:pt x="2905" y="54229"/>
                      <a:pt x="3272" y="54229"/>
                    </a:cubicBezTo>
                    <a:cubicBezTo>
                      <a:pt x="4509" y="54229"/>
                      <a:pt x="5402" y="53165"/>
                      <a:pt x="5402" y="53165"/>
                    </a:cubicBezTo>
                    <a:lnTo>
                      <a:pt x="18593" y="40265"/>
                    </a:lnTo>
                    <a:cubicBezTo>
                      <a:pt x="18961" y="39908"/>
                      <a:pt x="19268" y="39494"/>
                      <a:pt x="19506" y="39039"/>
                    </a:cubicBezTo>
                    <a:cubicBezTo>
                      <a:pt x="19747" y="38570"/>
                      <a:pt x="19917" y="38069"/>
                      <a:pt x="20000" y="37550"/>
                    </a:cubicBezTo>
                    <a:lnTo>
                      <a:pt x="25560" y="2851"/>
                    </a:lnTo>
                    <a:cubicBezTo>
                      <a:pt x="25560" y="2851"/>
                      <a:pt x="26173" y="1333"/>
                      <a:pt x="24598" y="432"/>
                    </a:cubicBezTo>
                    <a:cubicBezTo>
                      <a:pt x="24038" y="110"/>
                      <a:pt x="23543" y="0"/>
                      <a:pt x="2312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40"/>
              <p:cNvSpPr/>
              <p:nvPr/>
            </p:nvSpPr>
            <p:spPr>
              <a:xfrm rot="1102292">
                <a:off x="1947827" y="1600924"/>
                <a:ext cx="143607" cy="641336"/>
              </a:xfrm>
              <a:custGeom>
                <a:rect b="b" l="l" r="r" t="t"/>
                <a:pathLst>
                  <a:path extrusionOk="0" h="39041" w="8742">
                    <a:moveTo>
                      <a:pt x="5700" y="0"/>
                    </a:moveTo>
                    <a:cubicBezTo>
                      <a:pt x="4946" y="0"/>
                      <a:pt x="4458" y="363"/>
                      <a:pt x="4328" y="480"/>
                    </a:cubicBezTo>
                    <a:cubicBezTo>
                      <a:pt x="4162" y="627"/>
                      <a:pt x="4028" y="2885"/>
                      <a:pt x="4429" y="4039"/>
                    </a:cubicBezTo>
                    <a:lnTo>
                      <a:pt x="1414" y="7461"/>
                    </a:lnTo>
                    <a:cubicBezTo>
                      <a:pt x="599" y="18139"/>
                      <a:pt x="0" y="37277"/>
                      <a:pt x="0" y="37277"/>
                    </a:cubicBezTo>
                    <a:cubicBezTo>
                      <a:pt x="589" y="38951"/>
                      <a:pt x="1043" y="39036"/>
                      <a:pt x="1642" y="39036"/>
                    </a:cubicBezTo>
                    <a:cubicBezTo>
                      <a:pt x="1710" y="39036"/>
                      <a:pt x="1780" y="39035"/>
                      <a:pt x="1851" y="39035"/>
                    </a:cubicBezTo>
                    <a:cubicBezTo>
                      <a:pt x="1923" y="39035"/>
                      <a:pt x="1997" y="39036"/>
                      <a:pt x="2074" y="39040"/>
                    </a:cubicBezTo>
                    <a:cubicBezTo>
                      <a:pt x="2315" y="38571"/>
                      <a:pt x="2485" y="38070"/>
                      <a:pt x="2568" y="37551"/>
                    </a:cubicBezTo>
                    <a:lnTo>
                      <a:pt x="8128" y="2852"/>
                    </a:lnTo>
                    <a:cubicBezTo>
                      <a:pt x="8128" y="2852"/>
                      <a:pt x="8741" y="1334"/>
                      <a:pt x="7166" y="429"/>
                    </a:cubicBezTo>
                    <a:cubicBezTo>
                      <a:pt x="6607" y="110"/>
                      <a:pt x="6113" y="0"/>
                      <a:pt x="57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40"/>
              <p:cNvSpPr/>
              <p:nvPr/>
            </p:nvSpPr>
            <p:spPr>
              <a:xfrm rot="1102292">
                <a:off x="1647082" y="1549985"/>
                <a:ext cx="375888" cy="854628"/>
              </a:xfrm>
              <a:custGeom>
                <a:rect b="b" l="l" r="r" t="t"/>
                <a:pathLst>
                  <a:path extrusionOk="0" h="52025" w="22882">
                    <a:moveTo>
                      <a:pt x="21628" y="1"/>
                    </a:moveTo>
                    <a:cubicBezTo>
                      <a:pt x="21331" y="1"/>
                      <a:pt x="21029" y="119"/>
                      <a:pt x="20792" y="388"/>
                    </a:cubicBezTo>
                    <a:lnTo>
                      <a:pt x="8221" y="14661"/>
                    </a:lnTo>
                    <a:cubicBezTo>
                      <a:pt x="7658" y="15296"/>
                      <a:pt x="7272" y="16071"/>
                      <a:pt x="7103" y="16901"/>
                    </a:cubicBezTo>
                    <a:lnTo>
                      <a:pt x="190" y="50406"/>
                    </a:lnTo>
                    <a:cubicBezTo>
                      <a:pt x="1" y="51325"/>
                      <a:pt x="734" y="52024"/>
                      <a:pt x="1516" y="52024"/>
                    </a:cubicBezTo>
                    <a:cubicBezTo>
                      <a:pt x="1837" y="52024"/>
                      <a:pt x="2167" y="51906"/>
                      <a:pt x="2444" y="51635"/>
                    </a:cubicBezTo>
                    <a:lnTo>
                      <a:pt x="15819" y="38559"/>
                    </a:lnTo>
                    <a:cubicBezTo>
                      <a:pt x="16565" y="37827"/>
                      <a:pt x="17059" y="36872"/>
                      <a:pt x="17225" y="35840"/>
                    </a:cubicBezTo>
                    <a:lnTo>
                      <a:pt x="22761" y="1315"/>
                    </a:lnTo>
                    <a:cubicBezTo>
                      <a:pt x="22881" y="551"/>
                      <a:pt x="22268" y="1"/>
                      <a:pt x="2162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40"/>
              <p:cNvSpPr/>
              <p:nvPr/>
            </p:nvSpPr>
            <p:spPr>
              <a:xfrm rot="1102292">
                <a:off x="1786556" y="1608533"/>
                <a:ext cx="255165" cy="441811"/>
              </a:xfrm>
              <a:custGeom>
                <a:rect b="b" l="l" r="r" t="t"/>
                <a:pathLst>
                  <a:path extrusionOk="0" h="26895" w="15533">
                    <a:moveTo>
                      <a:pt x="14936" y="1"/>
                    </a:moveTo>
                    <a:cubicBezTo>
                      <a:pt x="14791" y="1"/>
                      <a:pt x="14643" y="60"/>
                      <a:pt x="14529" y="195"/>
                    </a:cubicBezTo>
                    <a:lnTo>
                      <a:pt x="10786" y="4493"/>
                    </a:lnTo>
                    <a:lnTo>
                      <a:pt x="6137" y="9827"/>
                    </a:lnTo>
                    <a:lnTo>
                      <a:pt x="6134" y="9831"/>
                    </a:lnTo>
                    <a:lnTo>
                      <a:pt x="2964" y="13476"/>
                    </a:lnTo>
                    <a:cubicBezTo>
                      <a:pt x="2903" y="13545"/>
                      <a:pt x="2863" y="13624"/>
                      <a:pt x="2845" y="13714"/>
                    </a:cubicBezTo>
                    <a:lnTo>
                      <a:pt x="2456" y="15485"/>
                    </a:lnTo>
                    <a:lnTo>
                      <a:pt x="1356" y="20461"/>
                    </a:lnTo>
                    <a:lnTo>
                      <a:pt x="454" y="24540"/>
                    </a:lnTo>
                    <a:lnTo>
                      <a:pt x="83" y="26228"/>
                    </a:lnTo>
                    <a:cubicBezTo>
                      <a:pt x="1" y="26606"/>
                      <a:pt x="298" y="26894"/>
                      <a:pt x="617" y="26894"/>
                    </a:cubicBezTo>
                    <a:cubicBezTo>
                      <a:pt x="748" y="26894"/>
                      <a:pt x="882" y="26846"/>
                      <a:pt x="995" y="26736"/>
                    </a:cubicBezTo>
                    <a:lnTo>
                      <a:pt x="5196" y="22607"/>
                    </a:lnTo>
                    <a:lnTo>
                      <a:pt x="10230" y="17659"/>
                    </a:lnTo>
                    <a:lnTo>
                      <a:pt x="13238" y="14706"/>
                    </a:lnTo>
                    <a:cubicBezTo>
                      <a:pt x="13321" y="14623"/>
                      <a:pt x="13375" y="14515"/>
                      <a:pt x="13393" y="14400"/>
                    </a:cubicBezTo>
                    <a:lnTo>
                      <a:pt x="14039" y="10119"/>
                    </a:lnTo>
                    <a:lnTo>
                      <a:pt x="14854" y="4749"/>
                    </a:lnTo>
                    <a:lnTo>
                      <a:pt x="15477" y="628"/>
                    </a:lnTo>
                    <a:lnTo>
                      <a:pt x="15474" y="628"/>
                    </a:lnTo>
                    <a:cubicBezTo>
                      <a:pt x="15532" y="261"/>
                      <a:pt x="15240" y="1"/>
                      <a:pt x="149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40"/>
              <p:cNvSpPr/>
              <p:nvPr/>
            </p:nvSpPr>
            <p:spPr>
              <a:xfrm rot="1102292">
                <a:off x="1659938" y="1963258"/>
                <a:ext cx="228979" cy="264249"/>
              </a:xfrm>
              <a:custGeom>
                <a:rect b="b" l="l" r="r" t="t"/>
                <a:pathLst>
                  <a:path extrusionOk="0" h="16086" w="13939">
                    <a:moveTo>
                      <a:pt x="10428" y="1"/>
                    </a:moveTo>
                    <a:cubicBezTo>
                      <a:pt x="8158" y="1"/>
                      <a:pt x="5190" y="2076"/>
                      <a:pt x="3052" y="5390"/>
                    </a:cubicBezTo>
                    <a:cubicBezTo>
                      <a:pt x="347" y="9584"/>
                      <a:pt x="1" y="14171"/>
                      <a:pt x="2269" y="15635"/>
                    </a:cubicBezTo>
                    <a:cubicBezTo>
                      <a:pt x="2745" y="15940"/>
                      <a:pt x="3297" y="16085"/>
                      <a:pt x="3897" y="16085"/>
                    </a:cubicBezTo>
                    <a:cubicBezTo>
                      <a:pt x="5358" y="16085"/>
                      <a:pt x="7105" y="15227"/>
                      <a:pt x="8739" y="13734"/>
                    </a:cubicBezTo>
                    <a:cubicBezTo>
                      <a:pt x="9712" y="12833"/>
                      <a:pt x="10567" y="11812"/>
                      <a:pt x="11281" y="10694"/>
                    </a:cubicBezTo>
                    <a:cubicBezTo>
                      <a:pt x="13214" y="7697"/>
                      <a:pt x="13939" y="4492"/>
                      <a:pt x="13365" y="2378"/>
                    </a:cubicBezTo>
                    <a:cubicBezTo>
                      <a:pt x="13134" y="1538"/>
                      <a:pt x="12702" y="867"/>
                      <a:pt x="12056" y="453"/>
                    </a:cubicBezTo>
                    <a:cubicBezTo>
                      <a:pt x="11581" y="146"/>
                      <a:pt x="11029" y="1"/>
                      <a:pt x="1042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40"/>
              <p:cNvSpPr/>
              <p:nvPr/>
            </p:nvSpPr>
            <p:spPr>
              <a:xfrm rot="1102292">
                <a:off x="1726945" y="2050074"/>
                <a:ext cx="98235" cy="110325"/>
              </a:xfrm>
              <a:custGeom>
                <a:rect b="b" l="l" r="r" t="t"/>
                <a:pathLst>
                  <a:path extrusionOk="0" h="6716" w="5980">
                    <a:moveTo>
                      <a:pt x="4351" y="0"/>
                    </a:moveTo>
                    <a:cubicBezTo>
                      <a:pt x="3402" y="0"/>
                      <a:pt x="2163" y="865"/>
                      <a:pt x="1273" y="2251"/>
                    </a:cubicBezTo>
                    <a:cubicBezTo>
                      <a:pt x="145" y="4003"/>
                      <a:pt x="0" y="5915"/>
                      <a:pt x="949" y="6528"/>
                    </a:cubicBezTo>
                    <a:cubicBezTo>
                      <a:pt x="1147" y="6655"/>
                      <a:pt x="1377" y="6716"/>
                      <a:pt x="1627" y="6716"/>
                    </a:cubicBezTo>
                    <a:cubicBezTo>
                      <a:pt x="2575" y="6716"/>
                      <a:pt x="3813" y="5849"/>
                      <a:pt x="4706" y="4465"/>
                    </a:cubicBezTo>
                    <a:cubicBezTo>
                      <a:pt x="5835" y="2712"/>
                      <a:pt x="5979" y="801"/>
                      <a:pt x="5031" y="188"/>
                    </a:cubicBezTo>
                    <a:cubicBezTo>
                      <a:pt x="4832" y="61"/>
                      <a:pt x="4602" y="0"/>
                      <a:pt x="43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40"/>
              <p:cNvSpPr/>
              <p:nvPr/>
            </p:nvSpPr>
            <p:spPr>
              <a:xfrm rot="1102292">
                <a:off x="1808615" y="1746028"/>
                <a:ext cx="784336" cy="882603"/>
              </a:xfrm>
              <a:custGeom>
                <a:rect b="b" l="l" r="r" t="t"/>
                <a:pathLst>
                  <a:path extrusionOk="0" h="53728" w="47746">
                    <a:moveTo>
                      <a:pt x="26876" y="0"/>
                    </a:moveTo>
                    <a:cubicBezTo>
                      <a:pt x="26563" y="0"/>
                      <a:pt x="26251" y="25"/>
                      <a:pt x="25943" y="76"/>
                    </a:cubicBezTo>
                    <a:cubicBezTo>
                      <a:pt x="22863" y="584"/>
                      <a:pt x="21323" y="1450"/>
                      <a:pt x="19344" y="3790"/>
                    </a:cubicBezTo>
                    <a:cubicBezTo>
                      <a:pt x="16012" y="7732"/>
                      <a:pt x="15817" y="12322"/>
                      <a:pt x="15680" y="17630"/>
                    </a:cubicBezTo>
                    <a:cubicBezTo>
                      <a:pt x="15676" y="17753"/>
                      <a:pt x="15673" y="17876"/>
                      <a:pt x="15669" y="18002"/>
                    </a:cubicBezTo>
                    <a:cubicBezTo>
                      <a:pt x="15647" y="18723"/>
                      <a:pt x="15629" y="19466"/>
                      <a:pt x="15600" y="20220"/>
                    </a:cubicBezTo>
                    <a:cubicBezTo>
                      <a:pt x="15460" y="24100"/>
                      <a:pt x="15900" y="28160"/>
                      <a:pt x="16325" y="32095"/>
                    </a:cubicBezTo>
                    <a:cubicBezTo>
                      <a:pt x="16549" y="34121"/>
                      <a:pt x="16776" y="36213"/>
                      <a:pt x="16909" y="38200"/>
                    </a:cubicBezTo>
                    <a:cubicBezTo>
                      <a:pt x="17108" y="41121"/>
                      <a:pt x="17212" y="44471"/>
                      <a:pt x="15943" y="47367"/>
                    </a:cubicBezTo>
                    <a:cubicBezTo>
                      <a:pt x="15002" y="49527"/>
                      <a:pt x="12903" y="51597"/>
                      <a:pt x="10473" y="51929"/>
                    </a:cubicBezTo>
                    <a:lnTo>
                      <a:pt x="10451" y="51932"/>
                    </a:lnTo>
                    <a:cubicBezTo>
                      <a:pt x="10227" y="51964"/>
                      <a:pt x="10003" y="51980"/>
                      <a:pt x="9777" y="51980"/>
                    </a:cubicBezTo>
                    <a:cubicBezTo>
                      <a:pt x="9621" y="51980"/>
                      <a:pt x="9464" y="51972"/>
                      <a:pt x="9308" y="51957"/>
                    </a:cubicBezTo>
                    <a:cubicBezTo>
                      <a:pt x="7259" y="51752"/>
                      <a:pt x="5287" y="50234"/>
                      <a:pt x="4158" y="47983"/>
                    </a:cubicBezTo>
                    <a:cubicBezTo>
                      <a:pt x="3163" y="46007"/>
                      <a:pt x="2514" y="43274"/>
                      <a:pt x="2416" y="40674"/>
                    </a:cubicBezTo>
                    <a:cubicBezTo>
                      <a:pt x="2564" y="40483"/>
                      <a:pt x="2669" y="40263"/>
                      <a:pt x="2723" y="40028"/>
                    </a:cubicBezTo>
                    <a:cubicBezTo>
                      <a:pt x="2928" y="39109"/>
                      <a:pt x="2777" y="37601"/>
                      <a:pt x="2528" y="36985"/>
                    </a:cubicBezTo>
                    <a:cubicBezTo>
                      <a:pt x="2507" y="36923"/>
                      <a:pt x="2478" y="36869"/>
                      <a:pt x="2442" y="36819"/>
                    </a:cubicBezTo>
                    <a:cubicBezTo>
                      <a:pt x="2316" y="36662"/>
                      <a:pt x="2116" y="36586"/>
                      <a:pt x="1880" y="36586"/>
                    </a:cubicBezTo>
                    <a:cubicBezTo>
                      <a:pt x="1545" y="36586"/>
                      <a:pt x="1141" y="36738"/>
                      <a:pt x="779" y="37028"/>
                    </a:cubicBezTo>
                    <a:cubicBezTo>
                      <a:pt x="768" y="37035"/>
                      <a:pt x="761" y="37042"/>
                      <a:pt x="754" y="37053"/>
                    </a:cubicBezTo>
                    <a:cubicBezTo>
                      <a:pt x="256" y="37461"/>
                      <a:pt x="0" y="37998"/>
                      <a:pt x="101" y="38387"/>
                    </a:cubicBezTo>
                    <a:lnTo>
                      <a:pt x="94" y="38387"/>
                    </a:lnTo>
                    <a:cubicBezTo>
                      <a:pt x="94" y="38387"/>
                      <a:pt x="69" y="39794"/>
                      <a:pt x="678" y="40850"/>
                    </a:cubicBezTo>
                    <a:cubicBezTo>
                      <a:pt x="794" y="43692"/>
                      <a:pt x="1497" y="46570"/>
                      <a:pt x="2597" y="48766"/>
                    </a:cubicBezTo>
                    <a:cubicBezTo>
                      <a:pt x="3989" y="51550"/>
                      <a:pt x="6495" y="53436"/>
                      <a:pt x="9135" y="53696"/>
                    </a:cubicBezTo>
                    <a:cubicBezTo>
                      <a:pt x="9354" y="53717"/>
                      <a:pt x="9574" y="53727"/>
                      <a:pt x="9794" y="53727"/>
                    </a:cubicBezTo>
                    <a:cubicBezTo>
                      <a:pt x="10173" y="53727"/>
                      <a:pt x="10552" y="53696"/>
                      <a:pt x="10927" y="53634"/>
                    </a:cubicBezTo>
                    <a:cubicBezTo>
                      <a:pt x="11042" y="53616"/>
                      <a:pt x="11158" y="53587"/>
                      <a:pt x="11277" y="53562"/>
                    </a:cubicBezTo>
                    <a:cubicBezTo>
                      <a:pt x="14194" y="52924"/>
                      <a:pt x="16491" y="50479"/>
                      <a:pt x="17548" y="48066"/>
                    </a:cubicBezTo>
                    <a:cubicBezTo>
                      <a:pt x="18972" y="44810"/>
                      <a:pt x="18868" y="41207"/>
                      <a:pt x="18655" y="38085"/>
                    </a:cubicBezTo>
                    <a:cubicBezTo>
                      <a:pt x="18514" y="36058"/>
                      <a:pt x="18291" y="33948"/>
                      <a:pt x="18063" y="31907"/>
                    </a:cubicBezTo>
                    <a:cubicBezTo>
                      <a:pt x="17645" y="28038"/>
                      <a:pt x="17212" y="24031"/>
                      <a:pt x="17353" y="20277"/>
                    </a:cubicBezTo>
                    <a:cubicBezTo>
                      <a:pt x="17378" y="19516"/>
                      <a:pt x="17396" y="18774"/>
                      <a:pt x="17418" y="18042"/>
                    </a:cubicBezTo>
                    <a:cubicBezTo>
                      <a:pt x="17551" y="12914"/>
                      <a:pt x="17667" y="8478"/>
                      <a:pt x="20681" y="4915"/>
                    </a:cubicBezTo>
                    <a:cubicBezTo>
                      <a:pt x="22210" y="3108"/>
                      <a:pt x="23314" y="2275"/>
                      <a:pt x="26224" y="1796"/>
                    </a:cubicBezTo>
                    <a:cubicBezTo>
                      <a:pt x="26441" y="1762"/>
                      <a:pt x="26660" y="1744"/>
                      <a:pt x="26878" y="1744"/>
                    </a:cubicBezTo>
                    <a:cubicBezTo>
                      <a:pt x="27053" y="1744"/>
                      <a:pt x="27227" y="1755"/>
                      <a:pt x="27400" y="1778"/>
                    </a:cubicBezTo>
                    <a:lnTo>
                      <a:pt x="27418" y="1778"/>
                    </a:lnTo>
                    <a:cubicBezTo>
                      <a:pt x="28366" y="1900"/>
                      <a:pt x="29261" y="2275"/>
                      <a:pt x="30018" y="2860"/>
                    </a:cubicBezTo>
                    <a:cubicBezTo>
                      <a:pt x="29920" y="3033"/>
                      <a:pt x="29837" y="3217"/>
                      <a:pt x="29773" y="3408"/>
                    </a:cubicBezTo>
                    <a:cubicBezTo>
                      <a:pt x="29708" y="3574"/>
                      <a:pt x="29675" y="3754"/>
                      <a:pt x="29672" y="3931"/>
                    </a:cubicBezTo>
                    <a:cubicBezTo>
                      <a:pt x="29682" y="4403"/>
                      <a:pt x="29845" y="5189"/>
                      <a:pt x="29845" y="5189"/>
                    </a:cubicBezTo>
                    <a:cubicBezTo>
                      <a:pt x="30945" y="6365"/>
                      <a:pt x="32008" y="7324"/>
                      <a:pt x="32614" y="7371"/>
                    </a:cubicBezTo>
                    <a:cubicBezTo>
                      <a:pt x="32624" y="7372"/>
                      <a:pt x="32634" y="7372"/>
                      <a:pt x="32645" y="7372"/>
                    </a:cubicBezTo>
                    <a:cubicBezTo>
                      <a:pt x="32773" y="7372"/>
                      <a:pt x="32969" y="7313"/>
                      <a:pt x="33198" y="7219"/>
                    </a:cubicBezTo>
                    <a:cubicBezTo>
                      <a:pt x="35734" y="10461"/>
                      <a:pt x="36844" y="15164"/>
                      <a:pt x="36173" y="19967"/>
                    </a:cubicBezTo>
                    <a:cubicBezTo>
                      <a:pt x="35903" y="21864"/>
                      <a:pt x="35395" y="23783"/>
                      <a:pt x="34623" y="25791"/>
                    </a:cubicBezTo>
                    <a:cubicBezTo>
                      <a:pt x="34486" y="26134"/>
                      <a:pt x="34345" y="26480"/>
                      <a:pt x="34197" y="26833"/>
                    </a:cubicBezTo>
                    <a:cubicBezTo>
                      <a:pt x="34071" y="27129"/>
                      <a:pt x="34212" y="27472"/>
                      <a:pt x="34507" y="27594"/>
                    </a:cubicBezTo>
                    <a:cubicBezTo>
                      <a:pt x="34580" y="27625"/>
                      <a:pt x="34658" y="27641"/>
                      <a:pt x="34736" y="27641"/>
                    </a:cubicBezTo>
                    <a:cubicBezTo>
                      <a:pt x="34767" y="27641"/>
                      <a:pt x="34798" y="27639"/>
                      <a:pt x="34828" y="27634"/>
                    </a:cubicBezTo>
                    <a:cubicBezTo>
                      <a:pt x="35027" y="27601"/>
                      <a:pt x="35193" y="27472"/>
                      <a:pt x="35276" y="27288"/>
                    </a:cubicBezTo>
                    <a:cubicBezTo>
                      <a:pt x="36329" y="24796"/>
                      <a:pt x="37003" y="22455"/>
                      <a:pt x="37327" y="20126"/>
                    </a:cubicBezTo>
                    <a:cubicBezTo>
                      <a:pt x="38041" y="15027"/>
                      <a:pt x="36924" y="10195"/>
                      <a:pt x="34259" y="6689"/>
                    </a:cubicBezTo>
                    <a:cubicBezTo>
                      <a:pt x="34673" y="6455"/>
                      <a:pt x="35092" y="6192"/>
                      <a:pt x="35427" y="5968"/>
                    </a:cubicBezTo>
                    <a:cubicBezTo>
                      <a:pt x="38074" y="7995"/>
                      <a:pt x="40995" y="10483"/>
                      <a:pt x="43159" y="13674"/>
                    </a:cubicBezTo>
                    <a:cubicBezTo>
                      <a:pt x="45109" y="16534"/>
                      <a:pt x="46162" y="19635"/>
                      <a:pt x="46213" y="22582"/>
                    </a:cubicBezTo>
                    <a:cubicBezTo>
                      <a:pt x="46224" y="23169"/>
                      <a:pt x="46195" y="23757"/>
                      <a:pt x="46123" y="24338"/>
                    </a:cubicBezTo>
                    <a:cubicBezTo>
                      <a:pt x="46087" y="24659"/>
                      <a:pt x="46314" y="24947"/>
                      <a:pt x="46631" y="24987"/>
                    </a:cubicBezTo>
                    <a:cubicBezTo>
                      <a:pt x="46654" y="24992"/>
                      <a:pt x="46677" y="24994"/>
                      <a:pt x="46701" y="24994"/>
                    </a:cubicBezTo>
                    <a:cubicBezTo>
                      <a:pt x="46733" y="24994"/>
                      <a:pt x="46766" y="24990"/>
                      <a:pt x="46797" y="24983"/>
                    </a:cubicBezTo>
                    <a:cubicBezTo>
                      <a:pt x="47053" y="24944"/>
                      <a:pt x="47248" y="24742"/>
                      <a:pt x="47284" y="24486"/>
                    </a:cubicBezTo>
                    <a:cubicBezTo>
                      <a:pt x="47746" y="20775"/>
                      <a:pt x="46628" y="16700"/>
                      <a:pt x="44125" y="13022"/>
                    </a:cubicBezTo>
                    <a:cubicBezTo>
                      <a:pt x="41882" y="9733"/>
                      <a:pt x="38799" y="7097"/>
                      <a:pt x="36224" y="5110"/>
                    </a:cubicBezTo>
                    <a:cubicBezTo>
                      <a:pt x="36278" y="4742"/>
                      <a:pt x="36170" y="4241"/>
                      <a:pt x="36008" y="3873"/>
                    </a:cubicBezTo>
                    <a:cubicBezTo>
                      <a:pt x="35928" y="3696"/>
                      <a:pt x="35838" y="3548"/>
                      <a:pt x="35744" y="3465"/>
                    </a:cubicBezTo>
                    <a:cubicBezTo>
                      <a:pt x="35391" y="3148"/>
                      <a:pt x="33927" y="2250"/>
                      <a:pt x="33325" y="2005"/>
                    </a:cubicBezTo>
                    <a:cubicBezTo>
                      <a:pt x="33050" y="1895"/>
                      <a:pt x="32390" y="1772"/>
                      <a:pt x="31775" y="1772"/>
                    </a:cubicBezTo>
                    <a:cubicBezTo>
                      <a:pt x="31664" y="1772"/>
                      <a:pt x="31555" y="1776"/>
                      <a:pt x="31449" y="1785"/>
                    </a:cubicBezTo>
                    <a:cubicBezTo>
                      <a:pt x="30235" y="692"/>
                      <a:pt x="28543" y="0"/>
                      <a:pt x="268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40"/>
              <p:cNvSpPr/>
              <p:nvPr/>
            </p:nvSpPr>
            <p:spPr>
              <a:xfrm rot="1102292">
                <a:off x="2183428" y="2206529"/>
                <a:ext cx="205160" cy="183870"/>
              </a:xfrm>
              <a:custGeom>
                <a:rect b="b" l="l" r="r" t="t"/>
                <a:pathLst>
                  <a:path extrusionOk="0" h="11193" w="12489">
                    <a:moveTo>
                      <a:pt x="9728" y="1"/>
                    </a:moveTo>
                    <a:cubicBezTo>
                      <a:pt x="9382" y="1"/>
                      <a:pt x="9056" y="185"/>
                      <a:pt x="8698" y="575"/>
                    </a:cubicBezTo>
                    <a:cubicBezTo>
                      <a:pt x="8536" y="755"/>
                      <a:pt x="8385" y="943"/>
                      <a:pt x="8248" y="1145"/>
                    </a:cubicBezTo>
                    <a:cubicBezTo>
                      <a:pt x="7394" y="2365"/>
                      <a:pt x="6827" y="3659"/>
                      <a:pt x="6054" y="3659"/>
                    </a:cubicBezTo>
                    <a:cubicBezTo>
                      <a:pt x="5893" y="3659"/>
                      <a:pt x="5723" y="3603"/>
                      <a:pt x="5539" y="3478"/>
                    </a:cubicBezTo>
                    <a:cubicBezTo>
                      <a:pt x="5539" y="3478"/>
                      <a:pt x="0" y="8357"/>
                      <a:pt x="1630" y="9882"/>
                    </a:cubicBezTo>
                    <a:cubicBezTo>
                      <a:pt x="1926" y="10160"/>
                      <a:pt x="2261" y="10394"/>
                      <a:pt x="2622" y="10578"/>
                    </a:cubicBezTo>
                    <a:cubicBezTo>
                      <a:pt x="3337" y="10963"/>
                      <a:pt x="4180" y="11193"/>
                      <a:pt x="5045" y="11193"/>
                    </a:cubicBezTo>
                    <a:cubicBezTo>
                      <a:pt x="6281" y="11193"/>
                      <a:pt x="7559" y="10721"/>
                      <a:pt x="8565" y="9554"/>
                    </a:cubicBezTo>
                    <a:cubicBezTo>
                      <a:pt x="10635" y="7145"/>
                      <a:pt x="12488" y="1956"/>
                      <a:pt x="11223" y="824"/>
                    </a:cubicBezTo>
                    <a:cubicBezTo>
                      <a:pt x="10626" y="289"/>
                      <a:pt x="10161" y="1"/>
                      <a:pt x="972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40"/>
              <p:cNvSpPr/>
              <p:nvPr/>
            </p:nvSpPr>
            <p:spPr>
              <a:xfrm rot="1102292">
                <a:off x="2174944" y="2222152"/>
                <a:ext cx="131582" cy="145956"/>
              </a:xfrm>
              <a:custGeom>
                <a:rect b="b" l="l" r="r" t="t"/>
                <a:pathLst>
                  <a:path extrusionOk="0" h="8885" w="8010">
                    <a:moveTo>
                      <a:pt x="4908" y="1"/>
                    </a:moveTo>
                    <a:cubicBezTo>
                      <a:pt x="4822" y="1"/>
                      <a:pt x="4735" y="5"/>
                      <a:pt x="4649" y="14"/>
                    </a:cubicBezTo>
                    <a:lnTo>
                      <a:pt x="4649" y="43"/>
                    </a:lnTo>
                    <a:cubicBezTo>
                      <a:pt x="3707" y="108"/>
                      <a:pt x="2355" y="1284"/>
                      <a:pt x="1345" y="3029"/>
                    </a:cubicBezTo>
                    <a:cubicBezTo>
                      <a:pt x="372" y="4709"/>
                      <a:pt x="0" y="6393"/>
                      <a:pt x="339" y="7273"/>
                    </a:cubicBezTo>
                    <a:lnTo>
                      <a:pt x="307" y="7288"/>
                    </a:lnTo>
                    <a:cubicBezTo>
                      <a:pt x="534" y="7825"/>
                      <a:pt x="898" y="8265"/>
                      <a:pt x="1389" y="8550"/>
                    </a:cubicBezTo>
                    <a:cubicBezTo>
                      <a:pt x="1780" y="8777"/>
                      <a:pt x="2217" y="8884"/>
                      <a:pt x="2673" y="8884"/>
                    </a:cubicBezTo>
                    <a:cubicBezTo>
                      <a:pt x="4088" y="8884"/>
                      <a:pt x="5689" y="7850"/>
                      <a:pt x="6690" y="6137"/>
                    </a:cubicBezTo>
                    <a:cubicBezTo>
                      <a:pt x="8010" y="3869"/>
                      <a:pt x="7768" y="1273"/>
                      <a:pt x="6163" y="335"/>
                    </a:cubicBezTo>
                    <a:cubicBezTo>
                      <a:pt x="5780" y="115"/>
                      <a:pt x="5347" y="1"/>
                      <a:pt x="4908" y="1"/>
                    </a:cubicBezTo>
                    <a:close/>
                  </a:path>
                </a:pathLst>
              </a:custGeom>
              <a:solidFill>
                <a:srgbClr val="E9EA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40"/>
              <p:cNvSpPr/>
              <p:nvPr/>
            </p:nvSpPr>
            <p:spPr>
              <a:xfrm rot="1102292">
                <a:off x="2174944" y="2222152"/>
                <a:ext cx="131582" cy="145956"/>
              </a:xfrm>
              <a:custGeom>
                <a:rect b="b" l="l" r="r" t="t"/>
                <a:pathLst>
                  <a:path extrusionOk="0" h="8885" w="8010">
                    <a:moveTo>
                      <a:pt x="4908" y="1"/>
                    </a:moveTo>
                    <a:cubicBezTo>
                      <a:pt x="4822" y="1"/>
                      <a:pt x="4735" y="5"/>
                      <a:pt x="4649" y="14"/>
                    </a:cubicBezTo>
                    <a:lnTo>
                      <a:pt x="4649" y="43"/>
                    </a:lnTo>
                    <a:cubicBezTo>
                      <a:pt x="3707" y="108"/>
                      <a:pt x="2355" y="1284"/>
                      <a:pt x="1345" y="3029"/>
                    </a:cubicBezTo>
                    <a:cubicBezTo>
                      <a:pt x="372" y="4709"/>
                      <a:pt x="0" y="6393"/>
                      <a:pt x="339" y="7273"/>
                    </a:cubicBezTo>
                    <a:lnTo>
                      <a:pt x="307" y="7288"/>
                    </a:lnTo>
                    <a:cubicBezTo>
                      <a:pt x="534" y="7825"/>
                      <a:pt x="898" y="8265"/>
                      <a:pt x="1389" y="8550"/>
                    </a:cubicBezTo>
                    <a:cubicBezTo>
                      <a:pt x="1780" y="8777"/>
                      <a:pt x="2217" y="8884"/>
                      <a:pt x="2673" y="8884"/>
                    </a:cubicBezTo>
                    <a:cubicBezTo>
                      <a:pt x="4088" y="8884"/>
                      <a:pt x="5689" y="7850"/>
                      <a:pt x="6690" y="6137"/>
                    </a:cubicBezTo>
                    <a:cubicBezTo>
                      <a:pt x="8010" y="3869"/>
                      <a:pt x="7768" y="1273"/>
                      <a:pt x="6163" y="335"/>
                    </a:cubicBezTo>
                    <a:cubicBezTo>
                      <a:pt x="5780" y="115"/>
                      <a:pt x="5347" y="1"/>
                      <a:pt x="490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40"/>
              <p:cNvSpPr/>
              <p:nvPr/>
            </p:nvSpPr>
            <p:spPr>
              <a:xfrm rot="1102292">
                <a:off x="2178218" y="2218185"/>
                <a:ext cx="99713" cy="129020"/>
              </a:xfrm>
              <a:custGeom>
                <a:rect b="b" l="l" r="r" t="t"/>
                <a:pathLst>
                  <a:path extrusionOk="0" h="7854" w="6070">
                    <a:moveTo>
                      <a:pt x="4723" y="0"/>
                    </a:moveTo>
                    <a:cubicBezTo>
                      <a:pt x="4698" y="0"/>
                      <a:pt x="4673" y="1"/>
                      <a:pt x="4649" y="3"/>
                    </a:cubicBezTo>
                    <a:cubicBezTo>
                      <a:pt x="3707" y="68"/>
                      <a:pt x="2355" y="1247"/>
                      <a:pt x="1345" y="2989"/>
                    </a:cubicBezTo>
                    <a:cubicBezTo>
                      <a:pt x="372" y="4669"/>
                      <a:pt x="0" y="6357"/>
                      <a:pt x="343" y="7237"/>
                    </a:cubicBezTo>
                    <a:cubicBezTo>
                      <a:pt x="433" y="7461"/>
                      <a:pt x="567" y="7634"/>
                      <a:pt x="743" y="7738"/>
                    </a:cubicBezTo>
                    <a:cubicBezTo>
                      <a:pt x="878" y="7816"/>
                      <a:pt x="1031" y="7854"/>
                      <a:pt x="1198" y="7854"/>
                    </a:cubicBezTo>
                    <a:cubicBezTo>
                      <a:pt x="2144" y="7854"/>
                      <a:pt x="3542" y="6661"/>
                      <a:pt x="4580" y="4871"/>
                    </a:cubicBezTo>
                    <a:cubicBezTo>
                      <a:pt x="5803" y="2765"/>
                      <a:pt x="6069" y="638"/>
                      <a:pt x="5182" y="115"/>
                    </a:cubicBezTo>
                    <a:cubicBezTo>
                      <a:pt x="5039" y="40"/>
                      <a:pt x="4882" y="0"/>
                      <a:pt x="472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40"/>
              <p:cNvSpPr/>
              <p:nvPr/>
            </p:nvSpPr>
            <p:spPr>
              <a:xfrm rot="1102292">
                <a:off x="1815266" y="1674318"/>
                <a:ext cx="154991" cy="262392"/>
              </a:xfrm>
              <a:custGeom>
                <a:rect b="b" l="l" r="r" t="t"/>
                <a:pathLst>
                  <a:path extrusionOk="0" h="15973" w="9435">
                    <a:moveTo>
                      <a:pt x="9434" y="1"/>
                    </a:moveTo>
                    <a:lnTo>
                      <a:pt x="4786" y="5334"/>
                    </a:lnTo>
                    <a:lnTo>
                      <a:pt x="4782" y="5342"/>
                    </a:lnTo>
                    <a:lnTo>
                      <a:pt x="1101" y="10996"/>
                    </a:lnTo>
                    <a:lnTo>
                      <a:pt x="1" y="15972"/>
                    </a:lnTo>
                    <a:lnTo>
                      <a:pt x="9434" y="1"/>
                    </a:ln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40"/>
              <p:cNvSpPr/>
              <p:nvPr/>
            </p:nvSpPr>
            <p:spPr>
              <a:xfrm rot="1102292">
                <a:off x="1948664" y="1797005"/>
                <a:ext cx="62571" cy="123878"/>
              </a:xfrm>
              <a:custGeom>
                <a:rect b="b" l="l" r="r" t="t"/>
                <a:pathLst>
                  <a:path extrusionOk="0" h="7541" w="3809">
                    <a:moveTo>
                      <a:pt x="3809" y="0"/>
                    </a:moveTo>
                    <a:lnTo>
                      <a:pt x="0" y="7540"/>
                    </a:lnTo>
                    <a:lnTo>
                      <a:pt x="3008" y="4587"/>
                    </a:lnTo>
                    <a:cubicBezTo>
                      <a:pt x="3091" y="4504"/>
                      <a:pt x="3145" y="4396"/>
                      <a:pt x="3163" y="4281"/>
                    </a:cubicBezTo>
                    <a:lnTo>
                      <a:pt x="3809" y="0"/>
                    </a:ln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40"/>
              <p:cNvSpPr/>
              <p:nvPr/>
            </p:nvSpPr>
            <p:spPr>
              <a:xfrm rot="1102292">
                <a:off x="1786511" y="1608808"/>
                <a:ext cx="255082" cy="441515"/>
              </a:xfrm>
              <a:custGeom>
                <a:rect b="b" l="l" r="r" t="t"/>
                <a:pathLst>
                  <a:path extrusionOk="0" h="26877" w="15528">
                    <a:moveTo>
                      <a:pt x="15055" y="0"/>
                    </a:moveTo>
                    <a:lnTo>
                      <a:pt x="454" y="24522"/>
                    </a:lnTo>
                    <a:lnTo>
                      <a:pt x="83" y="26210"/>
                    </a:lnTo>
                    <a:cubicBezTo>
                      <a:pt x="1" y="26588"/>
                      <a:pt x="298" y="26876"/>
                      <a:pt x="617" y="26876"/>
                    </a:cubicBezTo>
                    <a:cubicBezTo>
                      <a:pt x="748" y="26876"/>
                      <a:pt x="882" y="26828"/>
                      <a:pt x="995" y="26718"/>
                    </a:cubicBezTo>
                    <a:lnTo>
                      <a:pt x="5196" y="22589"/>
                    </a:lnTo>
                    <a:lnTo>
                      <a:pt x="14854" y="4731"/>
                    </a:lnTo>
                    <a:lnTo>
                      <a:pt x="15477" y="610"/>
                    </a:lnTo>
                    <a:cubicBezTo>
                      <a:pt x="15528" y="325"/>
                      <a:pt x="15337" y="54"/>
                      <a:pt x="15055" y="0"/>
                    </a:cubicBez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40"/>
              <p:cNvSpPr/>
              <p:nvPr/>
            </p:nvSpPr>
            <p:spPr>
              <a:xfrm rot="1102292">
                <a:off x="1860445" y="2537409"/>
                <a:ext cx="5700" cy="1199"/>
              </a:xfrm>
              <a:custGeom>
                <a:rect b="b" l="l" r="r" t="t"/>
                <a:pathLst>
                  <a:path extrusionOk="0" h="73" w="347">
                    <a:moveTo>
                      <a:pt x="347" y="0"/>
                    </a:moveTo>
                    <a:lnTo>
                      <a:pt x="347" y="0"/>
                    </a:lnTo>
                    <a:cubicBezTo>
                      <a:pt x="231" y="25"/>
                      <a:pt x="116" y="51"/>
                      <a:pt x="0" y="72"/>
                    </a:cubicBezTo>
                    <a:cubicBezTo>
                      <a:pt x="112" y="54"/>
                      <a:pt x="228" y="29"/>
                      <a:pt x="347" y="0"/>
                    </a:cubicBezTo>
                    <a:close/>
                  </a:path>
                </a:pathLst>
              </a:custGeom>
              <a:solidFill>
                <a:srgbClr val="514A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40"/>
              <p:cNvSpPr/>
              <p:nvPr/>
            </p:nvSpPr>
            <p:spPr>
              <a:xfrm rot="1102292">
                <a:off x="2457148" y="2240547"/>
                <a:ext cx="142539" cy="211287"/>
              </a:xfrm>
              <a:custGeom>
                <a:rect b="b" l="l" r="r" t="t"/>
                <a:pathLst>
                  <a:path extrusionOk="0" h="12862" w="8677">
                    <a:moveTo>
                      <a:pt x="5070" y="1"/>
                    </a:moveTo>
                    <a:cubicBezTo>
                      <a:pt x="4778" y="1"/>
                      <a:pt x="4540" y="54"/>
                      <a:pt x="4346" y="173"/>
                    </a:cubicBezTo>
                    <a:cubicBezTo>
                      <a:pt x="3946" y="421"/>
                      <a:pt x="3740" y="952"/>
                      <a:pt x="3650" y="1878"/>
                    </a:cubicBezTo>
                    <a:cubicBezTo>
                      <a:pt x="3479" y="3609"/>
                      <a:pt x="3703" y="5241"/>
                      <a:pt x="2555" y="5241"/>
                    </a:cubicBezTo>
                    <a:cubicBezTo>
                      <a:pt x="2517" y="5241"/>
                      <a:pt x="2477" y="5239"/>
                      <a:pt x="2435" y="5236"/>
                    </a:cubicBezTo>
                    <a:cubicBezTo>
                      <a:pt x="2435" y="5236"/>
                      <a:pt x="1" y="12203"/>
                      <a:pt x="2171" y="12736"/>
                    </a:cubicBezTo>
                    <a:cubicBezTo>
                      <a:pt x="2478" y="12809"/>
                      <a:pt x="2795" y="12848"/>
                      <a:pt x="3109" y="12859"/>
                    </a:cubicBezTo>
                    <a:cubicBezTo>
                      <a:pt x="3162" y="12861"/>
                      <a:pt x="3214" y="12862"/>
                      <a:pt x="3267" y="12862"/>
                    </a:cubicBezTo>
                    <a:cubicBezTo>
                      <a:pt x="5260" y="12862"/>
                      <a:pt x="7519" y="11668"/>
                      <a:pt x="8049" y="9055"/>
                    </a:cubicBezTo>
                    <a:cubicBezTo>
                      <a:pt x="8677" y="5946"/>
                      <a:pt x="7747" y="508"/>
                      <a:pt x="6091" y="140"/>
                    </a:cubicBezTo>
                    <a:cubicBezTo>
                      <a:pt x="5693" y="51"/>
                      <a:pt x="5356" y="1"/>
                      <a:pt x="507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40"/>
              <p:cNvSpPr/>
              <p:nvPr/>
            </p:nvSpPr>
            <p:spPr>
              <a:xfrm rot="1102292">
                <a:off x="2474436" y="2441240"/>
                <a:ext cx="131" cy="394"/>
              </a:xfrm>
              <a:custGeom>
                <a:rect b="b" l="l" r="r" t="t"/>
                <a:pathLst>
                  <a:path extrusionOk="0" h="24" w="8">
                    <a:moveTo>
                      <a:pt x="1" y="0"/>
                    </a:moveTo>
                    <a:cubicBezTo>
                      <a:pt x="1" y="0"/>
                      <a:pt x="1" y="5"/>
                      <a:pt x="1" y="15"/>
                    </a:cubicBezTo>
                    <a:cubicBezTo>
                      <a:pt x="1" y="21"/>
                      <a:pt x="2" y="24"/>
                      <a:pt x="3" y="24"/>
                    </a:cubicBezTo>
                    <a:cubicBezTo>
                      <a:pt x="5" y="24"/>
                      <a:pt x="6" y="22"/>
                      <a:pt x="8" y="18"/>
                    </a:cubicBezTo>
                    <a:cubicBezTo>
                      <a:pt x="4" y="7"/>
                      <a:pt x="2" y="0"/>
                      <a:pt x="1" y="0"/>
                    </a:cubicBezTo>
                    <a:close/>
                  </a:path>
                </a:pathLst>
              </a:custGeom>
              <a:solidFill>
                <a:srgbClr val="514A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40"/>
              <p:cNvSpPr/>
              <p:nvPr/>
            </p:nvSpPr>
            <p:spPr>
              <a:xfrm rot="1102292">
                <a:off x="2431271" y="2293235"/>
                <a:ext cx="102621" cy="156059"/>
              </a:xfrm>
              <a:custGeom>
                <a:rect b="b" l="l" r="r" t="t"/>
                <a:pathLst>
                  <a:path extrusionOk="0" h="9500" w="6247">
                    <a:moveTo>
                      <a:pt x="2886" y="1"/>
                    </a:moveTo>
                    <a:cubicBezTo>
                      <a:pt x="2366" y="1"/>
                      <a:pt x="1857" y="163"/>
                      <a:pt x="1429" y="462"/>
                    </a:cubicBezTo>
                    <a:lnTo>
                      <a:pt x="1443" y="491"/>
                    </a:lnTo>
                    <a:cubicBezTo>
                      <a:pt x="653" y="1007"/>
                      <a:pt x="51" y="2694"/>
                      <a:pt x="26" y="4710"/>
                    </a:cubicBezTo>
                    <a:cubicBezTo>
                      <a:pt x="1" y="6647"/>
                      <a:pt x="502" y="8302"/>
                      <a:pt x="1230" y="8901"/>
                    </a:cubicBezTo>
                    <a:lnTo>
                      <a:pt x="1209" y="8929"/>
                    </a:lnTo>
                    <a:cubicBezTo>
                      <a:pt x="1667" y="9286"/>
                      <a:pt x="2200" y="9492"/>
                      <a:pt x="2770" y="9499"/>
                    </a:cubicBezTo>
                    <a:cubicBezTo>
                      <a:pt x="2781" y="9499"/>
                      <a:pt x="2792" y="9499"/>
                      <a:pt x="2803" y="9499"/>
                    </a:cubicBezTo>
                    <a:cubicBezTo>
                      <a:pt x="4645" y="9499"/>
                      <a:pt x="6164" y="7406"/>
                      <a:pt x="6210" y="4797"/>
                    </a:cubicBezTo>
                    <a:cubicBezTo>
                      <a:pt x="6246" y="2175"/>
                      <a:pt x="4764" y="29"/>
                      <a:pt x="2903" y="1"/>
                    </a:cubicBezTo>
                    <a:cubicBezTo>
                      <a:pt x="2898" y="1"/>
                      <a:pt x="2892" y="1"/>
                      <a:pt x="2886" y="1"/>
                    </a:cubicBezTo>
                    <a:close/>
                  </a:path>
                </a:pathLst>
              </a:custGeom>
              <a:solidFill>
                <a:srgbClr val="E9EA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40"/>
              <p:cNvSpPr/>
              <p:nvPr/>
            </p:nvSpPr>
            <p:spPr>
              <a:xfrm rot="1102292">
                <a:off x="2431271" y="2293235"/>
                <a:ext cx="102621" cy="156059"/>
              </a:xfrm>
              <a:custGeom>
                <a:rect b="b" l="l" r="r" t="t"/>
                <a:pathLst>
                  <a:path extrusionOk="0" h="9500" w="6247">
                    <a:moveTo>
                      <a:pt x="2886" y="1"/>
                    </a:moveTo>
                    <a:cubicBezTo>
                      <a:pt x="2366" y="1"/>
                      <a:pt x="1857" y="163"/>
                      <a:pt x="1429" y="462"/>
                    </a:cubicBezTo>
                    <a:lnTo>
                      <a:pt x="1443" y="491"/>
                    </a:lnTo>
                    <a:cubicBezTo>
                      <a:pt x="653" y="1007"/>
                      <a:pt x="51" y="2694"/>
                      <a:pt x="26" y="4710"/>
                    </a:cubicBezTo>
                    <a:cubicBezTo>
                      <a:pt x="1" y="6647"/>
                      <a:pt x="502" y="8302"/>
                      <a:pt x="1230" y="8901"/>
                    </a:cubicBezTo>
                    <a:lnTo>
                      <a:pt x="1209" y="8929"/>
                    </a:lnTo>
                    <a:cubicBezTo>
                      <a:pt x="1667" y="9286"/>
                      <a:pt x="2200" y="9492"/>
                      <a:pt x="2770" y="9499"/>
                    </a:cubicBezTo>
                    <a:cubicBezTo>
                      <a:pt x="2781" y="9499"/>
                      <a:pt x="2792" y="9499"/>
                      <a:pt x="2803" y="9499"/>
                    </a:cubicBezTo>
                    <a:cubicBezTo>
                      <a:pt x="4645" y="9499"/>
                      <a:pt x="6164" y="7406"/>
                      <a:pt x="6210" y="4797"/>
                    </a:cubicBezTo>
                    <a:cubicBezTo>
                      <a:pt x="6246" y="2175"/>
                      <a:pt x="4764" y="29"/>
                      <a:pt x="2903" y="1"/>
                    </a:cubicBezTo>
                    <a:cubicBezTo>
                      <a:pt x="2898" y="1"/>
                      <a:pt x="2892" y="1"/>
                      <a:pt x="288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40"/>
              <p:cNvSpPr/>
              <p:nvPr/>
            </p:nvSpPr>
            <p:spPr>
              <a:xfrm rot="1102292">
                <a:off x="2432377" y="2292258"/>
                <a:ext cx="62456" cy="144856"/>
              </a:xfrm>
              <a:custGeom>
                <a:rect b="b" l="l" r="r" t="t"/>
                <a:pathLst>
                  <a:path extrusionOk="0" h="8818" w="3802">
                    <a:moveTo>
                      <a:pt x="1962" y="0"/>
                    </a:moveTo>
                    <a:cubicBezTo>
                      <a:pt x="1778" y="4"/>
                      <a:pt x="1598" y="61"/>
                      <a:pt x="1447" y="166"/>
                    </a:cubicBezTo>
                    <a:cubicBezTo>
                      <a:pt x="657" y="682"/>
                      <a:pt x="55" y="2369"/>
                      <a:pt x="26" y="4385"/>
                    </a:cubicBezTo>
                    <a:cubicBezTo>
                      <a:pt x="1" y="6322"/>
                      <a:pt x="502" y="7977"/>
                      <a:pt x="1234" y="8576"/>
                    </a:cubicBezTo>
                    <a:cubicBezTo>
                      <a:pt x="1421" y="8727"/>
                      <a:pt x="1623" y="8814"/>
                      <a:pt x="1829" y="8817"/>
                    </a:cubicBezTo>
                    <a:cubicBezTo>
                      <a:pt x="1833" y="8817"/>
                      <a:pt x="1836" y="8817"/>
                      <a:pt x="1840" y="8817"/>
                    </a:cubicBezTo>
                    <a:cubicBezTo>
                      <a:pt x="2870" y="8817"/>
                      <a:pt x="3733" y="6865"/>
                      <a:pt x="3769" y="4439"/>
                    </a:cubicBezTo>
                    <a:cubicBezTo>
                      <a:pt x="3801" y="2005"/>
                      <a:pt x="2994" y="18"/>
                      <a:pt x="196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2" name="Google Shape;1182;p40"/>
            <p:cNvGrpSpPr/>
            <p:nvPr/>
          </p:nvGrpSpPr>
          <p:grpSpPr>
            <a:xfrm flipH="1">
              <a:off x="4103423" y="1468382"/>
              <a:ext cx="1039062" cy="929547"/>
              <a:chOff x="7974246" y="4185019"/>
              <a:chExt cx="823737" cy="736917"/>
            </a:xfrm>
          </p:grpSpPr>
          <p:sp>
            <p:nvSpPr>
              <p:cNvPr id="1183" name="Google Shape;1183;p40"/>
              <p:cNvSpPr/>
              <p:nvPr/>
            </p:nvSpPr>
            <p:spPr>
              <a:xfrm>
                <a:off x="7974246" y="4201806"/>
                <a:ext cx="823737" cy="720130"/>
              </a:xfrm>
              <a:custGeom>
                <a:rect b="b" l="l" r="r" t="t"/>
                <a:pathLst>
                  <a:path extrusionOk="0" h="44011" w="50343">
                    <a:moveTo>
                      <a:pt x="45499" y="1"/>
                    </a:moveTo>
                    <a:cubicBezTo>
                      <a:pt x="45185" y="722"/>
                      <a:pt x="44958" y="1475"/>
                      <a:pt x="44817" y="2247"/>
                    </a:cubicBezTo>
                    <a:lnTo>
                      <a:pt x="42369" y="2139"/>
                    </a:lnTo>
                    <a:lnTo>
                      <a:pt x="24677" y="1346"/>
                    </a:lnTo>
                    <a:cubicBezTo>
                      <a:pt x="24645" y="1344"/>
                      <a:pt x="24613" y="1343"/>
                      <a:pt x="24581" y="1343"/>
                    </a:cubicBezTo>
                    <a:cubicBezTo>
                      <a:pt x="23850" y="1343"/>
                      <a:pt x="23172" y="1738"/>
                      <a:pt x="22813" y="2384"/>
                    </a:cubicBezTo>
                    <a:lnTo>
                      <a:pt x="4230" y="35572"/>
                    </a:lnTo>
                    <a:cubicBezTo>
                      <a:pt x="3749" y="35309"/>
                      <a:pt x="3200" y="35179"/>
                      <a:pt x="2673" y="35179"/>
                    </a:cubicBezTo>
                    <a:cubicBezTo>
                      <a:pt x="1736" y="35179"/>
                      <a:pt x="867" y="35591"/>
                      <a:pt x="567" y="36401"/>
                    </a:cubicBezTo>
                    <a:cubicBezTo>
                      <a:pt x="0" y="37930"/>
                      <a:pt x="740" y="39484"/>
                      <a:pt x="1919" y="40469"/>
                    </a:cubicBezTo>
                    <a:cubicBezTo>
                      <a:pt x="3094" y="41453"/>
                      <a:pt x="3938" y="41349"/>
                      <a:pt x="4010" y="41367"/>
                    </a:cubicBezTo>
                    <a:cubicBezTo>
                      <a:pt x="4010" y="41367"/>
                      <a:pt x="4018" y="41356"/>
                      <a:pt x="4018" y="41352"/>
                    </a:cubicBezTo>
                    <a:cubicBezTo>
                      <a:pt x="4083" y="41367"/>
                      <a:pt x="4144" y="41392"/>
                      <a:pt x="4216" y="41399"/>
                    </a:cubicBezTo>
                    <a:lnTo>
                      <a:pt x="28590" y="43999"/>
                    </a:lnTo>
                    <a:cubicBezTo>
                      <a:pt x="28662" y="44007"/>
                      <a:pt x="28734" y="44011"/>
                      <a:pt x="28805" y="44011"/>
                    </a:cubicBezTo>
                    <a:cubicBezTo>
                      <a:pt x="29576" y="44011"/>
                      <a:pt x="30288" y="43573"/>
                      <a:pt x="30635" y="42867"/>
                    </a:cubicBezTo>
                    <a:lnTo>
                      <a:pt x="49015" y="5284"/>
                    </a:lnTo>
                    <a:cubicBezTo>
                      <a:pt x="49040" y="5222"/>
                      <a:pt x="49058" y="5161"/>
                      <a:pt x="49076" y="5096"/>
                    </a:cubicBezTo>
                    <a:cubicBezTo>
                      <a:pt x="49091" y="5071"/>
                      <a:pt x="49105" y="5046"/>
                      <a:pt x="49120" y="5017"/>
                    </a:cubicBezTo>
                    <a:cubicBezTo>
                      <a:pt x="50342" y="2474"/>
                      <a:pt x="47064" y="80"/>
                      <a:pt x="454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40"/>
              <p:cNvSpPr/>
              <p:nvPr/>
            </p:nvSpPr>
            <p:spPr>
              <a:xfrm>
                <a:off x="8437220" y="4201806"/>
                <a:ext cx="360728" cy="703326"/>
              </a:xfrm>
              <a:custGeom>
                <a:rect b="b" l="l" r="r" t="t"/>
                <a:pathLst>
                  <a:path extrusionOk="0" h="42984" w="22046">
                    <a:moveTo>
                      <a:pt x="17202" y="1"/>
                    </a:moveTo>
                    <a:cubicBezTo>
                      <a:pt x="16888" y="722"/>
                      <a:pt x="16661" y="1475"/>
                      <a:pt x="16520" y="2247"/>
                    </a:cubicBezTo>
                    <a:lnTo>
                      <a:pt x="14072" y="2143"/>
                    </a:lnTo>
                    <a:cubicBezTo>
                      <a:pt x="10614" y="10916"/>
                      <a:pt x="1" y="41378"/>
                      <a:pt x="1" y="41378"/>
                    </a:cubicBezTo>
                    <a:cubicBezTo>
                      <a:pt x="1" y="41378"/>
                      <a:pt x="427" y="42983"/>
                      <a:pt x="1710" y="42983"/>
                    </a:cubicBezTo>
                    <a:cubicBezTo>
                      <a:pt x="1900" y="42983"/>
                      <a:pt x="2109" y="42948"/>
                      <a:pt x="2338" y="42867"/>
                    </a:cubicBezTo>
                    <a:lnTo>
                      <a:pt x="20718" y="5284"/>
                    </a:lnTo>
                    <a:cubicBezTo>
                      <a:pt x="20743" y="5222"/>
                      <a:pt x="20761" y="5161"/>
                      <a:pt x="20779" y="5096"/>
                    </a:cubicBezTo>
                    <a:cubicBezTo>
                      <a:pt x="20794" y="5071"/>
                      <a:pt x="20808" y="5046"/>
                      <a:pt x="20823" y="5017"/>
                    </a:cubicBezTo>
                    <a:cubicBezTo>
                      <a:pt x="22045" y="2474"/>
                      <a:pt x="18767" y="80"/>
                      <a:pt x="172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40"/>
              <p:cNvSpPr/>
              <p:nvPr/>
            </p:nvSpPr>
            <p:spPr>
              <a:xfrm>
                <a:off x="7974540" y="4185019"/>
                <a:ext cx="780720" cy="698155"/>
              </a:xfrm>
              <a:custGeom>
                <a:rect b="b" l="l" r="r" t="t"/>
                <a:pathLst>
                  <a:path extrusionOk="0" h="42668" w="47714">
                    <a:moveTo>
                      <a:pt x="22650" y="1"/>
                    </a:moveTo>
                    <a:cubicBezTo>
                      <a:pt x="21915" y="1"/>
                      <a:pt x="21230" y="396"/>
                      <a:pt x="20869" y="1041"/>
                    </a:cubicBezTo>
                    <a:lnTo>
                      <a:pt x="711" y="37041"/>
                    </a:lnTo>
                    <a:cubicBezTo>
                      <a:pt x="0" y="38314"/>
                      <a:pt x="823" y="39901"/>
                      <a:pt x="2272" y="40056"/>
                    </a:cubicBezTo>
                    <a:lnTo>
                      <a:pt x="26646" y="42656"/>
                    </a:lnTo>
                    <a:cubicBezTo>
                      <a:pt x="26718" y="42664"/>
                      <a:pt x="26790" y="42667"/>
                      <a:pt x="26862" y="42667"/>
                    </a:cubicBezTo>
                    <a:cubicBezTo>
                      <a:pt x="27632" y="42667"/>
                      <a:pt x="28344" y="42230"/>
                      <a:pt x="28691" y="41527"/>
                    </a:cubicBezTo>
                    <a:lnTo>
                      <a:pt x="47068" y="3944"/>
                    </a:lnTo>
                    <a:cubicBezTo>
                      <a:pt x="47713" y="2628"/>
                      <a:pt x="46797" y="1084"/>
                      <a:pt x="45333" y="1016"/>
                    </a:cubicBezTo>
                    <a:lnTo>
                      <a:pt x="22737" y="2"/>
                    </a:lnTo>
                    <a:cubicBezTo>
                      <a:pt x="22708" y="1"/>
                      <a:pt x="22679" y="1"/>
                      <a:pt x="226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40"/>
              <p:cNvSpPr/>
              <p:nvPr/>
            </p:nvSpPr>
            <p:spPr>
              <a:xfrm>
                <a:off x="8027109" y="4219754"/>
                <a:ext cx="676508" cy="626455"/>
              </a:xfrm>
              <a:custGeom>
                <a:rect b="b" l="l" r="r" t="t"/>
                <a:pathLst>
                  <a:path extrusionOk="0" h="38286" w="41345">
                    <a:moveTo>
                      <a:pt x="21235" y="0"/>
                    </a:moveTo>
                    <a:cubicBezTo>
                      <a:pt x="20103" y="0"/>
                      <a:pt x="19054" y="615"/>
                      <a:pt x="18496" y="1608"/>
                    </a:cubicBezTo>
                    <a:lnTo>
                      <a:pt x="17288" y="3765"/>
                    </a:lnTo>
                    <a:lnTo>
                      <a:pt x="13765" y="10050"/>
                    </a:lnTo>
                    <a:lnTo>
                      <a:pt x="9164" y="18258"/>
                    </a:lnTo>
                    <a:lnTo>
                      <a:pt x="909" y="32985"/>
                    </a:lnTo>
                    <a:lnTo>
                      <a:pt x="650" y="33450"/>
                    </a:lnTo>
                    <a:cubicBezTo>
                      <a:pt x="0" y="34612"/>
                      <a:pt x="747" y="36054"/>
                      <a:pt x="2067" y="36195"/>
                    </a:cubicBezTo>
                    <a:lnTo>
                      <a:pt x="4977" y="36505"/>
                    </a:lnTo>
                    <a:lnTo>
                      <a:pt x="14494" y="37522"/>
                    </a:lnTo>
                    <a:lnTo>
                      <a:pt x="21461" y="38268"/>
                    </a:lnTo>
                    <a:cubicBezTo>
                      <a:pt x="21570" y="38280"/>
                      <a:pt x="21679" y="38285"/>
                      <a:pt x="21788" y="38285"/>
                    </a:cubicBezTo>
                    <a:cubicBezTo>
                      <a:pt x="22976" y="38285"/>
                      <a:pt x="24076" y="37610"/>
                      <a:pt x="24605" y="36527"/>
                    </a:cubicBezTo>
                    <a:lnTo>
                      <a:pt x="26585" y="32480"/>
                    </a:lnTo>
                    <a:lnTo>
                      <a:pt x="30869" y="23735"/>
                    </a:lnTo>
                    <a:lnTo>
                      <a:pt x="36127" y="12989"/>
                    </a:lnTo>
                    <a:lnTo>
                      <a:pt x="40739" y="3573"/>
                    </a:lnTo>
                    <a:cubicBezTo>
                      <a:pt x="41345" y="2329"/>
                      <a:pt x="40479" y="869"/>
                      <a:pt x="39095" y="808"/>
                    </a:cubicBezTo>
                    <a:lnTo>
                      <a:pt x="37717" y="746"/>
                    </a:lnTo>
                    <a:lnTo>
                      <a:pt x="31331" y="454"/>
                    </a:lnTo>
                    <a:lnTo>
                      <a:pt x="23311" y="94"/>
                    </a:lnTo>
                    <a:lnTo>
                      <a:pt x="21378" y="3"/>
                    </a:lnTo>
                    <a:cubicBezTo>
                      <a:pt x="21330" y="1"/>
                      <a:pt x="21282" y="0"/>
                      <a:pt x="21235" y="0"/>
                    </a:cubicBez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40"/>
              <p:cNvSpPr/>
              <p:nvPr/>
            </p:nvSpPr>
            <p:spPr>
              <a:xfrm>
                <a:off x="8467963" y="4197781"/>
                <a:ext cx="102986" cy="22695"/>
              </a:xfrm>
              <a:custGeom>
                <a:rect b="b" l="l" r="r" t="t"/>
                <a:pathLst>
                  <a:path extrusionOk="0" h="1387" w="6294">
                    <a:moveTo>
                      <a:pt x="604" y="1"/>
                    </a:moveTo>
                    <a:cubicBezTo>
                      <a:pt x="289" y="1"/>
                      <a:pt x="26" y="250"/>
                      <a:pt x="11" y="564"/>
                    </a:cubicBezTo>
                    <a:cubicBezTo>
                      <a:pt x="1" y="888"/>
                      <a:pt x="253" y="1162"/>
                      <a:pt x="574" y="1177"/>
                    </a:cubicBezTo>
                    <a:lnTo>
                      <a:pt x="5669" y="1386"/>
                    </a:lnTo>
                    <a:cubicBezTo>
                      <a:pt x="5676" y="1386"/>
                      <a:pt x="5683" y="1386"/>
                      <a:pt x="5690" y="1386"/>
                    </a:cubicBezTo>
                    <a:cubicBezTo>
                      <a:pt x="6002" y="1386"/>
                      <a:pt x="6265" y="1141"/>
                      <a:pt x="6279" y="827"/>
                    </a:cubicBezTo>
                    <a:cubicBezTo>
                      <a:pt x="6293" y="503"/>
                      <a:pt x="6041" y="228"/>
                      <a:pt x="5716" y="214"/>
                    </a:cubicBezTo>
                    <a:lnTo>
                      <a:pt x="624" y="1"/>
                    </a:lnTo>
                    <a:cubicBezTo>
                      <a:pt x="618" y="1"/>
                      <a:pt x="611" y="1"/>
                      <a:pt x="6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40"/>
              <p:cNvSpPr/>
              <p:nvPr/>
            </p:nvSpPr>
            <p:spPr>
              <a:xfrm>
                <a:off x="8108523" y="4608023"/>
                <a:ext cx="423691" cy="225655"/>
              </a:xfrm>
              <a:custGeom>
                <a:rect b="b" l="l" r="r" t="t"/>
                <a:pathLst>
                  <a:path extrusionOk="0" h="13791" w="25894">
                    <a:moveTo>
                      <a:pt x="25893" y="1"/>
                    </a:moveTo>
                    <a:lnTo>
                      <a:pt x="1" y="12774"/>
                    </a:lnTo>
                    <a:lnTo>
                      <a:pt x="9518" y="13791"/>
                    </a:lnTo>
                    <a:lnTo>
                      <a:pt x="21609" y="8746"/>
                    </a:lnTo>
                    <a:lnTo>
                      <a:pt x="258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40"/>
              <p:cNvSpPr/>
              <p:nvPr/>
            </p:nvSpPr>
            <p:spPr>
              <a:xfrm>
                <a:off x="8252322" y="4221275"/>
                <a:ext cx="287375" cy="162938"/>
              </a:xfrm>
              <a:custGeom>
                <a:rect b="b" l="l" r="r" t="t"/>
                <a:pathLst>
                  <a:path extrusionOk="0" h="9958" w="17563">
                    <a:moveTo>
                      <a:pt x="9546" y="1"/>
                    </a:moveTo>
                    <a:lnTo>
                      <a:pt x="3523" y="3672"/>
                    </a:lnTo>
                    <a:lnTo>
                      <a:pt x="0" y="9957"/>
                    </a:lnTo>
                    <a:lnTo>
                      <a:pt x="0" y="9957"/>
                    </a:lnTo>
                    <a:lnTo>
                      <a:pt x="17562" y="361"/>
                    </a:lnTo>
                    <a:lnTo>
                      <a:pt x="95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40"/>
              <p:cNvSpPr/>
              <p:nvPr/>
            </p:nvSpPr>
            <p:spPr>
              <a:xfrm>
                <a:off x="8041981" y="4231959"/>
                <a:ext cx="661634" cy="527527"/>
              </a:xfrm>
              <a:custGeom>
                <a:rect b="b" l="l" r="r" t="t"/>
                <a:pathLst>
                  <a:path extrusionOk="0" h="32240" w="40436">
                    <a:moveTo>
                      <a:pt x="36808" y="0"/>
                    </a:moveTo>
                    <a:lnTo>
                      <a:pt x="8251" y="17512"/>
                    </a:lnTo>
                    <a:lnTo>
                      <a:pt x="0" y="32239"/>
                    </a:lnTo>
                    <a:lnTo>
                      <a:pt x="35218" y="12243"/>
                    </a:lnTo>
                    <a:lnTo>
                      <a:pt x="39830" y="2827"/>
                    </a:lnTo>
                    <a:cubicBezTo>
                      <a:pt x="40436" y="1583"/>
                      <a:pt x="39570" y="123"/>
                      <a:pt x="38186" y="62"/>
                    </a:cubicBezTo>
                    <a:lnTo>
                      <a:pt x="3680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1" name="Google Shape;1191;p40"/>
            <p:cNvGrpSpPr/>
            <p:nvPr/>
          </p:nvGrpSpPr>
          <p:grpSpPr>
            <a:xfrm flipH="1">
              <a:off x="6741023" y="1825237"/>
              <a:ext cx="819057" cy="572680"/>
              <a:chOff x="468325" y="4472675"/>
              <a:chExt cx="806000" cy="563550"/>
            </a:xfrm>
          </p:grpSpPr>
          <p:sp>
            <p:nvSpPr>
              <p:cNvPr id="1192" name="Google Shape;1192;p40"/>
              <p:cNvSpPr/>
              <p:nvPr/>
            </p:nvSpPr>
            <p:spPr>
              <a:xfrm>
                <a:off x="951375" y="4472675"/>
                <a:ext cx="322950" cy="199350"/>
              </a:xfrm>
              <a:custGeom>
                <a:rect b="b" l="l" r="r" t="t"/>
                <a:pathLst>
                  <a:path extrusionOk="0" h="7974" w="12918">
                    <a:moveTo>
                      <a:pt x="4371" y="0"/>
                    </a:moveTo>
                    <a:cubicBezTo>
                      <a:pt x="3205" y="484"/>
                      <a:pt x="1" y="2913"/>
                      <a:pt x="1" y="2913"/>
                    </a:cubicBezTo>
                    <a:cubicBezTo>
                      <a:pt x="1" y="2913"/>
                      <a:pt x="5898" y="6585"/>
                      <a:pt x="8388" y="7673"/>
                    </a:cubicBezTo>
                    <a:cubicBezTo>
                      <a:pt x="8823" y="7863"/>
                      <a:pt x="9153" y="7973"/>
                      <a:pt x="9328" y="7973"/>
                    </a:cubicBezTo>
                    <a:cubicBezTo>
                      <a:pt x="9371" y="7973"/>
                      <a:pt x="9404" y="7967"/>
                      <a:pt x="9428" y="7953"/>
                    </a:cubicBezTo>
                    <a:cubicBezTo>
                      <a:pt x="10119" y="7551"/>
                      <a:pt x="12731" y="5049"/>
                      <a:pt x="12731" y="5049"/>
                    </a:cubicBezTo>
                    <a:cubicBezTo>
                      <a:pt x="12917" y="3741"/>
                      <a:pt x="12475" y="1991"/>
                      <a:pt x="12438" y="1852"/>
                    </a:cubicBezTo>
                    <a:lnTo>
                      <a:pt x="12438" y="1844"/>
                    </a:lnTo>
                    <a:cubicBezTo>
                      <a:pt x="11272" y="971"/>
                      <a:pt x="4371" y="0"/>
                      <a:pt x="43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40"/>
              <p:cNvSpPr/>
              <p:nvPr/>
            </p:nvSpPr>
            <p:spPr>
              <a:xfrm>
                <a:off x="1150925" y="4518975"/>
                <a:ext cx="123400" cy="153050"/>
              </a:xfrm>
              <a:custGeom>
                <a:rect b="b" l="l" r="r" t="t"/>
                <a:pathLst>
                  <a:path extrusionOk="0" h="6122" w="4936">
                    <a:moveTo>
                      <a:pt x="4456" y="0"/>
                    </a:moveTo>
                    <a:lnTo>
                      <a:pt x="0" y="3827"/>
                    </a:lnTo>
                    <a:lnTo>
                      <a:pt x="406" y="5821"/>
                    </a:lnTo>
                    <a:cubicBezTo>
                      <a:pt x="841" y="6011"/>
                      <a:pt x="1171" y="6121"/>
                      <a:pt x="1346" y="6121"/>
                    </a:cubicBezTo>
                    <a:cubicBezTo>
                      <a:pt x="1389" y="6121"/>
                      <a:pt x="1422" y="6115"/>
                      <a:pt x="1446" y="6101"/>
                    </a:cubicBezTo>
                    <a:cubicBezTo>
                      <a:pt x="2137" y="5699"/>
                      <a:pt x="4749" y="3197"/>
                      <a:pt x="4749" y="3197"/>
                    </a:cubicBezTo>
                    <a:cubicBezTo>
                      <a:pt x="4935" y="1889"/>
                      <a:pt x="4493" y="139"/>
                      <a:pt x="44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40"/>
              <p:cNvSpPr/>
              <p:nvPr/>
            </p:nvSpPr>
            <p:spPr>
              <a:xfrm>
                <a:off x="468325" y="4535725"/>
                <a:ext cx="728525" cy="495400"/>
              </a:xfrm>
              <a:custGeom>
                <a:rect b="b" l="l" r="r" t="t"/>
                <a:pathLst>
                  <a:path extrusionOk="0" h="19816" w="29141">
                    <a:moveTo>
                      <a:pt x="18648" y="1"/>
                    </a:moveTo>
                    <a:cubicBezTo>
                      <a:pt x="9326" y="5245"/>
                      <a:pt x="386" y="12629"/>
                      <a:pt x="386" y="12629"/>
                    </a:cubicBezTo>
                    <a:cubicBezTo>
                      <a:pt x="0" y="16610"/>
                      <a:pt x="2912" y="18263"/>
                      <a:pt x="2912" y="18263"/>
                    </a:cubicBezTo>
                    <a:cubicBezTo>
                      <a:pt x="6808" y="19735"/>
                      <a:pt x="11313" y="19816"/>
                      <a:pt x="12253" y="19816"/>
                    </a:cubicBezTo>
                    <a:cubicBezTo>
                      <a:pt x="12368" y="19816"/>
                      <a:pt x="12430" y="19815"/>
                      <a:pt x="12430" y="19815"/>
                    </a:cubicBezTo>
                    <a:cubicBezTo>
                      <a:pt x="12454" y="19798"/>
                      <a:pt x="12482" y="19782"/>
                      <a:pt x="12507" y="19770"/>
                    </a:cubicBezTo>
                    <a:cubicBezTo>
                      <a:pt x="12572" y="19733"/>
                      <a:pt x="12637" y="19693"/>
                      <a:pt x="12698" y="19652"/>
                    </a:cubicBezTo>
                    <a:cubicBezTo>
                      <a:pt x="12718" y="19640"/>
                      <a:pt x="12734" y="19628"/>
                      <a:pt x="12750" y="19616"/>
                    </a:cubicBezTo>
                    <a:cubicBezTo>
                      <a:pt x="12799" y="19591"/>
                      <a:pt x="12844" y="19563"/>
                      <a:pt x="12889" y="19530"/>
                    </a:cubicBezTo>
                    <a:cubicBezTo>
                      <a:pt x="17807" y="16427"/>
                      <a:pt x="28746" y="7775"/>
                      <a:pt x="28746" y="7775"/>
                    </a:cubicBezTo>
                    <a:cubicBezTo>
                      <a:pt x="29140" y="5830"/>
                      <a:pt x="28165" y="2527"/>
                      <a:pt x="28165" y="2527"/>
                    </a:cubicBezTo>
                    <a:cubicBezTo>
                      <a:pt x="27808" y="2353"/>
                      <a:pt x="27410" y="2186"/>
                      <a:pt x="26996" y="2028"/>
                    </a:cubicBezTo>
                    <a:cubicBezTo>
                      <a:pt x="23535" y="699"/>
                      <a:pt x="18648" y="1"/>
                      <a:pt x="186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40"/>
              <p:cNvSpPr/>
              <p:nvPr/>
            </p:nvSpPr>
            <p:spPr>
              <a:xfrm>
                <a:off x="468325" y="4604000"/>
                <a:ext cx="728525" cy="432225"/>
              </a:xfrm>
              <a:custGeom>
                <a:rect b="b" l="l" r="r" t="t"/>
                <a:pathLst>
                  <a:path extrusionOk="0" h="17289" w="29141">
                    <a:moveTo>
                      <a:pt x="28165" y="0"/>
                    </a:moveTo>
                    <a:lnTo>
                      <a:pt x="27763" y="301"/>
                    </a:lnTo>
                    <a:cubicBezTo>
                      <a:pt x="24566" y="2632"/>
                      <a:pt x="17775" y="7673"/>
                      <a:pt x="13884" y="10561"/>
                    </a:cubicBezTo>
                    <a:lnTo>
                      <a:pt x="13380" y="10935"/>
                    </a:lnTo>
                    <a:lnTo>
                      <a:pt x="11113" y="12612"/>
                    </a:lnTo>
                    <a:cubicBezTo>
                      <a:pt x="11089" y="12633"/>
                      <a:pt x="11073" y="12649"/>
                      <a:pt x="11057" y="12661"/>
                    </a:cubicBezTo>
                    <a:cubicBezTo>
                      <a:pt x="11040" y="12669"/>
                      <a:pt x="11024" y="12682"/>
                      <a:pt x="11008" y="12694"/>
                    </a:cubicBezTo>
                    <a:lnTo>
                      <a:pt x="10988" y="12718"/>
                    </a:lnTo>
                    <a:cubicBezTo>
                      <a:pt x="10983" y="12718"/>
                      <a:pt x="10979" y="12722"/>
                      <a:pt x="10975" y="12726"/>
                    </a:cubicBezTo>
                    <a:cubicBezTo>
                      <a:pt x="5244" y="12243"/>
                      <a:pt x="386" y="10102"/>
                      <a:pt x="386" y="10102"/>
                    </a:cubicBezTo>
                    <a:lnTo>
                      <a:pt x="386" y="10102"/>
                    </a:lnTo>
                    <a:cubicBezTo>
                      <a:pt x="0" y="14083"/>
                      <a:pt x="2912" y="15736"/>
                      <a:pt x="2912" y="15736"/>
                    </a:cubicBezTo>
                    <a:cubicBezTo>
                      <a:pt x="6808" y="17208"/>
                      <a:pt x="11313" y="17289"/>
                      <a:pt x="12253" y="17289"/>
                    </a:cubicBezTo>
                    <a:cubicBezTo>
                      <a:pt x="12368" y="17289"/>
                      <a:pt x="12430" y="17288"/>
                      <a:pt x="12430" y="17288"/>
                    </a:cubicBezTo>
                    <a:cubicBezTo>
                      <a:pt x="12454" y="17271"/>
                      <a:pt x="12482" y="17255"/>
                      <a:pt x="12507" y="17243"/>
                    </a:cubicBezTo>
                    <a:cubicBezTo>
                      <a:pt x="12572" y="17206"/>
                      <a:pt x="12637" y="17166"/>
                      <a:pt x="12698" y="17125"/>
                    </a:cubicBezTo>
                    <a:cubicBezTo>
                      <a:pt x="12718" y="17113"/>
                      <a:pt x="12734" y="17101"/>
                      <a:pt x="12750" y="17089"/>
                    </a:cubicBezTo>
                    <a:cubicBezTo>
                      <a:pt x="12799" y="17064"/>
                      <a:pt x="12844" y="17036"/>
                      <a:pt x="12889" y="17003"/>
                    </a:cubicBezTo>
                    <a:cubicBezTo>
                      <a:pt x="17807" y="13900"/>
                      <a:pt x="28746" y="5248"/>
                      <a:pt x="28746" y="5248"/>
                    </a:cubicBezTo>
                    <a:cubicBezTo>
                      <a:pt x="29140" y="3303"/>
                      <a:pt x="28165" y="0"/>
                      <a:pt x="281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40"/>
              <p:cNvSpPr/>
              <p:nvPr/>
            </p:nvSpPr>
            <p:spPr>
              <a:xfrm>
                <a:off x="742700" y="4604000"/>
                <a:ext cx="454150" cy="432200"/>
              </a:xfrm>
              <a:custGeom>
                <a:rect b="b" l="l" r="r" t="t"/>
                <a:pathLst>
                  <a:path extrusionOk="0" h="17288" w="18166">
                    <a:moveTo>
                      <a:pt x="17190" y="0"/>
                    </a:moveTo>
                    <a:lnTo>
                      <a:pt x="16788" y="301"/>
                    </a:lnTo>
                    <a:lnTo>
                      <a:pt x="2909" y="10561"/>
                    </a:lnTo>
                    <a:lnTo>
                      <a:pt x="2405" y="10935"/>
                    </a:lnTo>
                    <a:lnTo>
                      <a:pt x="138" y="12612"/>
                    </a:lnTo>
                    <a:cubicBezTo>
                      <a:pt x="114" y="12633"/>
                      <a:pt x="98" y="12649"/>
                      <a:pt x="82" y="12661"/>
                    </a:cubicBezTo>
                    <a:cubicBezTo>
                      <a:pt x="65" y="12669"/>
                      <a:pt x="49" y="12682"/>
                      <a:pt x="33" y="12694"/>
                    </a:cubicBezTo>
                    <a:lnTo>
                      <a:pt x="13" y="12718"/>
                    </a:lnTo>
                    <a:cubicBezTo>
                      <a:pt x="8" y="12718"/>
                      <a:pt x="4" y="12722"/>
                      <a:pt x="0" y="12726"/>
                    </a:cubicBezTo>
                    <a:lnTo>
                      <a:pt x="1455" y="17288"/>
                    </a:lnTo>
                    <a:cubicBezTo>
                      <a:pt x="1479" y="17271"/>
                      <a:pt x="1507" y="17255"/>
                      <a:pt x="1532" y="17243"/>
                    </a:cubicBezTo>
                    <a:cubicBezTo>
                      <a:pt x="1597" y="17206"/>
                      <a:pt x="1662" y="17166"/>
                      <a:pt x="1723" y="17125"/>
                    </a:cubicBezTo>
                    <a:cubicBezTo>
                      <a:pt x="1743" y="17113"/>
                      <a:pt x="1759" y="17101"/>
                      <a:pt x="1775" y="17089"/>
                    </a:cubicBezTo>
                    <a:cubicBezTo>
                      <a:pt x="1824" y="17064"/>
                      <a:pt x="1869" y="17036"/>
                      <a:pt x="1914" y="17003"/>
                    </a:cubicBezTo>
                    <a:cubicBezTo>
                      <a:pt x="6832" y="13900"/>
                      <a:pt x="17771" y="5248"/>
                      <a:pt x="17771" y="5248"/>
                    </a:cubicBezTo>
                    <a:cubicBezTo>
                      <a:pt x="18165" y="3303"/>
                      <a:pt x="17190" y="0"/>
                      <a:pt x="1719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40"/>
              <p:cNvSpPr/>
              <p:nvPr/>
            </p:nvSpPr>
            <p:spPr>
              <a:xfrm>
                <a:off x="674500" y="4535725"/>
                <a:ext cx="420275" cy="277400"/>
              </a:xfrm>
              <a:custGeom>
                <a:rect b="b" l="l" r="r" t="t"/>
                <a:pathLst>
                  <a:path extrusionOk="0" h="11096" w="16811">
                    <a:moveTo>
                      <a:pt x="13216" y="1"/>
                    </a:moveTo>
                    <a:cubicBezTo>
                      <a:pt x="13216" y="1"/>
                      <a:pt x="2533" y="8161"/>
                      <a:pt x="1075" y="9136"/>
                    </a:cubicBezTo>
                    <a:cubicBezTo>
                      <a:pt x="0" y="9852"/>
                      <a:pt x="826" y="11095"/>
                      <a:pt x="2192" y="11095"/>
                    </a:cubicBezTo>
                    <a:cubicBezTo>
                      <a:pt x="2679" y="11095"/>
                      <a:pt x="3234" y="10937"/>
                      <a:pt x="3797" y="10541"/>
                    </a:cubicBezTo>
                    <a:cubicBezTo>
                      <a:pt x="7270" y="8092"/>
                      <a:pt x="16811" y="976"/>
                      <a:pt x="16811" y="976"/>
                    </a:cubicBezTo>
                    <a:lnTo>
                      <a:pt x="1321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40"/>
              <p:cNvSpPr/>
              <p:nvPr/>
            </p:nvSpPr>
            <p:spPr>
              <a:xfrm>
                <a:off x="1030475" y="4501500"/>
                <a:ext cx="68075" cy="25625"/>
              </a:xfrm>
              <a:custGeom>
                <a:rect b="b" l="l" r="r" t="t"/>
                <a:pathLst>
                  <a:path extrusionOk="0" h="1025" w="2723">
                    <a:moveTo>
                      <a:pt x="1024" y="1"/>
                    </a:moveTo>
                    <a:lnTo>
                      <a:pt x="1" y="675"/>
                    </a:lnTo>
                    <a:lnTo>
                      <a:pt x="1849" y="1024"/>
                    </a:lnTo>
                    <a:lnTo>
                      <a:pt x="2722" y="305"/>
                    </a:lnTo>
                    <a:lnTo>
                      <a:pt x="10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40"/>
              <p:cNvSpPr/>
              <p:nvPr/>
            </p:nvSpPr>
            <p:spPr>
              <a:xfrm>
                <a:off x="1126850" y="4527100"/>
                <a:ext cx="68175" cy="25625"/>
              </a:xfrm>
              <a:custGeom>
                <a:rect b="b" l="l" r="r" t="t"/>
                <a:pathLst>
                  <a:path extrusionOk="0" h="1025" w="2727">
                    <a:moveTo>
                      <a:pt x="1024" y="0"/>
                    </a:moveTo>
                    <a:lnTo>
                      <a:pt x="1" y="675"/>
                    </a:lnTo>
                    <a:lnTo>
                      <a:pt x="1853" y="1024"/>
                    </a:lnTo>
                    <a:lnTo>
                      <a:pt x="2726" y="305"/>
                    </a:lnTo>
                    <a:lnTo>
                      <a:pt x="10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sp>
        <p:nvSpPr>
          <p:cNvPr id="1204" name="Google Shape;1204;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Algorithms and Personalization </a:t>
            </a:r>
            <a:endParaRPr/>
          </a:p>
        </p:txBody>
      </p:sp>
      <p:sp>
        <p:nvSpPr>
          <p:cNvPr id="1205" name="Google Shape;1205;p41"/>
          <p:cNvSpPr txBox="1"/>
          <p:nvPr>
            <p:ph idx="2" type="subTitle"/>
          </p:nvPr>
        </p:nvSpPr>
        <p:spPr>
          <a:xfrm>
            <a:off x="720000" y="2634350"/>
            <a:ext cx="8118900" cy="192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are various factors that impact social media </a:t>
            </a:r>
            <a:r>
              <a:rPr lang="en"/>
              <a:t>algorithms</a:t>
            </a:r>
            <a:r>
              <a:rPr lang="en"/>
              <a:t> </a:t>
            </a:r>
            <a:r>
              <a:rPr lang="en"/>
              <a:t>including</a:t>
            </a:r>
            <a:r>
              <a:rPr lang="en"/>
              <a:t> </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User engagement such as likes, </a:t>
            </a:r>
            <a:r>
              <a:rPr lang="en"/>
              <a:t>comments</a:t>
            </a:r>
            <a:r>
              <a:rPr lang="en"/>
              <a:t>, shares</a:t>
            </a:r>
            <a:endParaRPr/>
          </a:p>
          <a:p>
            <a:pPr indent="-317500" lvl="0" marL="457200" rtl="0" algn="l">
              <a:spcBef>
                <a:spcPts val="0"/>
              </a:spcBef>
              <a:spcAft>
                <a:spcPts val="0"/>
              </a:spcAft>
              <a:buSzPts val="1400"/>
              <a:buChar char="-"/>
            </a:pPr>
            <a:r>
              <a:rPr lang="en"/>
              <a:t>Timing and </a:t>
            </a:r>
            <a:r>
              <a:rPr lang="en"/>
              <a:t>frequency</a:t>
            </a:r>
            <a:r>
              <a:rPr lang="en"/>
              <a:t> like media that was posted at the prime time and are more likely to reach a target audience</a:t>
            </a:r>
            <a:endParaRPr/>
          </a:p>
          <a:p>
            <a:pPr indent="-317500" lvl="0" marL="457200" rtl="0" algn="l">
              <a:spcBef>
                <a:spcPts val="0"/>
              </a:spcBef>
              <a:spcAft>
                <a:spcPts val="0"/>
              </a:spcAft>
              <a:buSzPts val="1400"/>
              <a:buChar char="-"/>
            </a:pPr>
            <a:r>
              <a:rPr lang="en"/>
              <a:t>Location →  Content can be filtered by location </a:t>
            </a:r>
            <a:endParaRPr/>
          </a:p>
          <a:p>
            <a:pPr indent="-317500" lvl="0" marL="457200" rtl="0" algn="l">
              <a:spcBef>
                <a:spcPts val="0"/>
              </a:spcBef>
              <a:spcAft>
                <a:spcPts val="0"/>
              </a:spcAft>
              <a:buSzPts val="1400"/>
              <a:buChar char="-"/>
            </a:pPr>
            <a:r>
              <a:rPr lang="en"/>
              <a:t>Watch time →  Based on your watch time some videos will be more </a:t>
            </a:r>
            <a:r>
              <a:rPr lang="en"/>
              <a:t>recommended</a:t>
            </a:r>
            <a:r>
              <a:rPr lang="en"/>
              <a:t> than others </a:t>
            </a:r>
            <a:endParaRPr/>
          </a:p>
        </p:txBody>
      </p:sp>
      <p:grpSp>
        <p:nvGrpSpPr>
          <p:cNvPr id="1206" name="Google Shape;1206;p41"/>
          <p:cNvGrpSpPr/>
          <p:nvPr/>
        </p:nvGrpSpPr>
        <p:grpSpPr>
          <a:xfrm>
            <a:off x="720012" y="1223592"/>
            <a:ext cx="8028613" cy="1679330"/>
            <a:chOff x="720012" y="1223592"/>
            <a:chExt cx="8028613" cy="1679330"/>
          </a:xfrm>
        </p:grpSpPr>
        <p:grpSp>
          <p:nvGrpSpPr>
            <p:cNvPr id="1207" name="Google Shape;1207;p41"/>
            <p:cNvGrpSpPr/>
            <p:nvPr/>
          </p:nvGrpSpPr>
          <p:grpSpPr>
            <a:xfrm>
              <a:off x="720012" y="1223592"/>
              <a:ext cx="8028613" cy="1277667"/>
              <a:chOff x="633437" y="1344192"/>
              <a:chExt cx="8028613" cy="1277667"/>
            </a:xfrm>
          </p:grpSpPr>
          <p:sp>
            <p:nvSpPr>
              <p:cNvPr id="1208" name="Google Shape;1208;p41"/>
              <p:cNvSpPr/>
              <p:nvPr/>
            </p:nvSpPr>
            <p:spPr>
              <a:xfrm>
                <a:off x="3609385" y="2087958"/>
                <a:ext cx="123900" cy="12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41"/>
              <p:cNvSpPr/>
              <p:nvPr/>
            </p:nvSpPr>
            <p:spPr>
              <a:xfrm>
                <a:off x="8562149" y="2295701"/>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41"/>
              <p:cNvSpPr/>
              <p:nvPr/>
            </p:nvSpPr>
            <p:spPr>
              <a:xfrm>
                <a:off x="6026790" y="2070092"/>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41"/>
              <p:cNvSpPr/>
              <p:nvPr/>
            </p:nvSpPr>
            <p:spPr>
              <a:xfrm>
                <a:off x="5237962" y="1818792"/>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41"/>
              <p:cNvSpPr/>
              <p:nvPr/>
            </p:nvSpPr>
            <p:spPr>
              <a:xfrm>
                <a:off x="7677149" y="1344192"/>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41"/>
              <p:cNvSpPr/>
              <p:nvPr/>
            </p:nvSpPr>
            <p:spPr>
              <a:xfrm>
                <a:off x="5470613" y="2395909"/>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41"/>
              <p:cNvSpPr/>
              <p:nvPr/>
            </p:nvSpPr>
            <p:spPr>
              <a:xfrm>
                <a:off x="8129625" y="2474134"/>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41"/>
              <p:cNvSpPr/>
              <p:nvPr/>
            </p:nvSpPr>
            <p:spPr>
              <a:xfrm>
                <a:off x="3268413" y="1848809"/>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41"/>
              <p:cNvSpPr/>
              <p:nvPr/>
            </p:nvSpPr>
            <p:spPr>
              <a:xfrm>
                <a:off x="956413" y="1748609"/>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41"/>
              <p:cNvSpPr/>
              <p:nvPr/>
            </p:nvSpPr>
            <p:spPr>
              <a:xfrm>
                <a:off x="633437" y="2365892"/>
                <a:ext cx="159600" cy="16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41"/>
              <p:cNvSpPr/>
              <p:nvPr/>
            </p:nvSpPr>
            <p:spPr>
              <a:xfrm>
                <a:off x="1319263" y="2521659"/>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19" name="Google Shape;1219;p41"/>
              <p:cNvCxnSpPr>
                <a:stCxn id="1217" idx="0"/>
                <a:endCxn id="1216" idx="3"/>
              </p:cNvCxnSpPr>
              <p:nvPr/>
            </p:nvCxnSpPr>
            <p:spPr>
              <a:xfrm flipH="1" rot="10800000">
                <a:off x="713237" y="1833992"/>
                <a:ext cx="257700" cy="531900"/>
              </a:xfrm>
              <a:prstGeom prst="straightConnector1">
                <a:avLst/>
              </a:prstGeom>
              <a:noFill/>
              <a:ln cap="flat" cmpd="sng" w="19050">
                <a:solidFill>
                  <a:schemeClr val="dk2"/>
                </a:solidFill>
                <a:prstDash val="solid"/>
                <a:round/>
                <a:headEnd len="med" w="med" type="none"/>
                <a:tailEnd len="med" w="med" type="none"/>
              </a:ln>
            </p:spPr>
          </p:cxnSp>
          <p:cxnSp>
            <p:nvCxnSpPr>
              <p:cNvPr id="1220" name="Google Shape;1220;p41"/>
              <p:cNvCxnSpPr>
                <a:stCxn id="1216" idx="4"/>
                <a:endCxn id="1218" idx="1"/>
              </p:cNvCxnSpPr>
              <p:nvPr/>
            </p:nvCxnSpPr>
            <p:spPr>
              <a:xfrm>
                <a:off x="1006363" y="1848809"/>
                <a:ext cx="327600" cy="687600"/>
              </a:xfrm>
              <a:prstGeom prst="straightConnector1">
                <a:avLst/>
              </a:prstGeom>
              <a:noFill/>
              <a:ln cap="flat" cmpd="sng" w="19050">
                <a:solidFill>
                  <a:schemeClr val="dk2"/>
                </a:solidFill>
                <a:prstDash val="solid"/>
                <a:round/>
                <a:headEnd len="med" w="med" type="none"/>
                <a:tailEnd len="med" w="med" type="none"/>
              </a:ln>
            </p:spPr>
          </p:cxnSp>
          <p:cxnSp>
            <p:nvCxnSpPr>
              <p:cNvPr id="1221" name="Google Shape;1221;p41"/>
              <p:cNvCxnSpPr>
                <a:stCxn id="1218" idx="7"/>
                <a:endCxn id="1215" idx="2"/>
              </p:cNvCxnSpPr>
              <p:nvPr/>
            </p:nvCxnSpPr>
            <p:spPr>
              <a:xfrm flipH="1" rot="10800000">
                <a:off x="1404533" y="1898833"/>
                <a:ext cx="1863900" cy="637500"/>
              </a:xfrm>
              <a:prstGeom prst="straightConnector1">
                <a:avLst/>
              </a:prstGeom>
              <a:noFill/>
              <a:ln cap="flat" cmpd="sng" w="19050">
                <a:solidFill>
                  <a:schemeClr val="dk2"/>
                </a:solidFill>
                <a:prstDash val="solid"/>
                <a:round/>
                <a:headEnd len="med" w="med" type="none"/>
                <a:tailEnd len="med" w="med" type="none"/>
              </a:ln>
            </p:spPr>
          </p:cxnSp>
          <p:cxnSp>
            <p:nvCxnSpPr>
              <p:cNvPr id="1222" name="Google Shape;1222;p41"/>
              <p:cNvCxnSpPr>
                <a:stCxn id="1215" idx="5"/>
                <a:endCxn id="1208" idx="1"/>
              </p:cNvCxnSpPr>
              <p:nvPr/>
            </p:nvCxnSpPr>
            <p:spPr>
              <a:xfrm>
                <a:off x="3353683" y="1934335"/>
                <a:ext cx="273900" cy="171900"/>
              </a:xfrm>
              <a:prstGeom prst="straightConnector1">
                <a:avLst/>
              </a:prstGeom>
              <a:noFill/>
              <a:ln cap="flat" cmpd="sng" w="19050">
                <a:solidFill>
                  <a:schemeClr val="dk2"/>
                </a:solidFill>
                <a:prstDash val="solid"/>
                <a:round/>
                <a:headEnd len="med" w="med" type="none"/>
                <a:tailEnd len="med" w="med" type="none"/>
              </a:ln>
            </p:spPr>
          </p:cxnSp>
          <p:cxnSp>
            <p:nvCxnSpPr>
              <p:cNvPr id="1223" name="Google Shape;1223;p41"/>
              <p:cNvCxnSpPr>
                <a:stCxn id="1208" idx="6"/>
                <a:endCxn id="1211" idx="2"/>
              </p:cNvCxnSpPr>
              <p:nvPr/>
            </p:nvCxnSpPr>
            <p:spPr>
              <a:xfrm flipH="1" rot="10800000">
                <a:off x="3733285" y="1898808"/>
                <a:ext cx="1504800" cy="251400"/>
              </a:xfrm>
              <a:prstGeom prst="straightConnector1">
                <a:avLst/>
              </a:prstGeom>
              <a:noFill/>
              <a:ln cap="flat" cmpd="sng" w="19050">
                <a:solidFill>
                  <a:schemeClr val="dk2"/>
                </a:solidFill>
                <a:prstDash val="solid"/>
                <a:round/>
                <a:headEnd len="med" w="med" type="none"/>
                <a:tailEnd len="med" w="med" type="none"/>
              </a:ln>
            </p:spPr>
          </p:cxnSp>
          <p:cxnSp>
            <p:nvCxnSpPr>
              <p:cNvPr id="1224" name="Google Shape;1224;p41"/>
              <p:cNvCxnSpPr>
                <a:stCxn id="1211" idx="4"/>
                <a:endCxn id="1213" idx="1"/>
              </p:cNvCxnSpPr>
              <p:nvPr/>
            </p:nvCxnSpPr>
            <p:spPr>
              <a:xfrm>
                <a:off x="5317762" y="1978992"/>
                <a:ext cx="167400" cy="431700"/>
              </a:xfrm>
              <a:prstGeom prst="straightConnector1">
                <a:avLst/>
              </a:prstGeom>
              <a:noFill/>
              <a:ln cap="flat" cmpd="sng" w="19050">
                <a:solidFill>
                  <a:schemeClr val="dk2"/>
                </a:solidFill>
                <a:prstDash val="solid"/>
                <a:round/>
                <a:headEnd len="med" w="med" type="none"/>
                <a:tailEnd len="med" w="med" type="none"/>
              </a:ln>
            </p:spPr>
          </p:cxnSp>
          <p:cxnSp>
            <p:nvCxnSpPr>
              <p:cNvPr id="1225" name="Google Shape;1225;p41"/>
              <p:cNvCxnSpPr>
                <a:stCxn id="1213" idx="7"/>
                <a:endCxn id="1210" idx="2"/>
              </p:cNvCxnSpPr>
              <p:nvPr/>
            </p:nvCxnSpPr>
            <p:spPr>
              <a:xfrm flipH="1" rot="10800000">
                <a:off x="5555883" y="2150183"/>
                <a:ext cx="471000" cy="260400"/>
              </a:xfrm>
              <a:prstGeom prst="straightConnector1">
                <a:avLst/>
              </a:prstGeom>
              <a:noFill/>
              <a:ln cap="flat" cmpd="sng" w="19050">
                <a:solidFill>
                  <a:schemeClr val="dk2"/>
                </a:solidFill>
                <a:prstDash val="solid"/>
                <a:round/>
                <a:headEnd len="med" w="med" type="none"/>
                <a:tailEnd len="med" w="med" type="none"/>
              </a:ln>
            </p:spPr>
          </p:cxnSp>
          <p:cxnSp>
            <p:nvCxnSpPr>
              <p:cNvPr id="1226" name="Google Shape;1226;p41"/>
              <p:cNvCxnSpPr>
                <a:stCxn id="1210" idx="6"/>
                <a:endCxn id="1214" idx="2"/>
              </p:cNvCxnSpPr>
              <p:nvPr/>
            </p:nvCxnSpPr>
            <p:spPr>
              <a:xfrm>
                <a:off x="6186390" y="2150192"/>
                <a:ext cx="1943100" cy="374100"/>
              </a:xfrm>
              <a:prstGeom prst="straightConnector1">
                <a:avLst/>
              </a:prstGeom>
              <a:noFill/>
              <a:ln cap="flat" cmpd="sng" w="19050">
                <a:solidFill>
                  <a:schemeClr val="dk2"/>
                </a:solidFill>
                <a:prstDash val="solid"/>
                <a:round/>
                <a:headEnd len="med" w="med" type="none"/>
                <a:tailEnd len="med" w="med" type="none"/>
              </a:ln>
            </p:spPr>
          </p:cxnSp>
          <p:cxnSp>
            <p:nvCxnSpPr>
              <p:cNvPr id="1227" name="Google Shape;1227;p41"/>
              <p:cNvCxnSpPr>
                <a:stCxn id="1214" idx="7"/>
                <a:endCxn id="1209" idx="2"/>
              </p:cNvCxnSpPr>
              <p:nvPr/>
            </p:nvCxnSpPr>
            <p:spPr>
              <a:xfrm flipH="1" rot="10800000">
                <a:off x="8214895" y="2345708"/>
                <a:ext cx="347400" cy="143100"/>
              </a:xfrm>
              <a:prstGeom prst="straightConnector1">
                <a:avLst/>
              </a:prstGeom>
              <a:noFill/>
              <a:ln cap="flat" cmpd="sng" w="19050">
                <a:solidFill>
                  <a:schemeClr val="dk2"/>
                </a:solidFill>
                <a:prstDash val="solid"/>
                <a:round/>
                <a:headEnd len="med" w="med" type="none"/>
                <a:tailEnd len="med" w="med" type="none"/>
              </a:ln>
            </p:spPr>
          </p:cxnSp>
          <p:cxnSp>
            <p:nvCxnSpPr>
              <p:cNvPr id="1228" name="Google Shape;1228;p41"/>
              <p:cNvCxnSpPr>
                <a:stCxn id="1214" idx="0"/>
                <a:endCxn id="1212" idx="4"/>
              </p:cNvCxnSpPr>
              <p:nvPr/>
            </p:nvCxnSpPr>
            <p:spPr>
              <a:xfrm rot="10800000">
                <a:off x="7756875" y="1504534"/>
                <a:ext cx="422700" cy="969600"/>
              </a:xfrm>
              <a:prstGeom prst="straightConnector1">
                <a:avLst/>
              </a:prstGeom>
              <a:noFill/>
              <a:ln cap="flat" cmpd="sng" w="19050">
                <a:solidFill>
                  <a:schemeClr val="dk2"/>
                </a:solidFill>
                <a:prstDash val="solid"/>
                <a:round/>
                <a:headEnd len="med" w="med" type="none"/>
                <a:tailEnd len="med" w="med" type="none"/>
              </a:ln>
            </p:spPr>
          </p:cxnSp>
          <p:sp>
            <p:nvSpPr>
              <p:cNvPr id="1229" name="Google Shape;1229;p41"/>
              <p:cNvSpPr/>
              <p:nvPr/>
            </p:nvSpPr>
            <p:spPr>
              <a:xfrm>
                <a:off x="5834688" y="1848809"/>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41"/>
              <p:cNvSpPr/>
              <p:nvPr/>
            </p:nvSpPr>
            <p:spPr>
              <a:xfrm>
                <a:off x="2920688" y="2230284"/>
                <a:ext cx="99900" cy="1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31" name="Google Shape;1231;p41"/>
              <p:cNvCxnSpPr>
                <a:stCxn id="1215" idx="3"/>
                <a:endCxn id="1230" idx="7"/>
              </p:cNvCxnSpPr>
              <p:nvPr/>
            </p:nvCxnSpPr>
            <p:spPr>
              <a:xfrm flipH="1">
                <a:off x="3005843" y="1934335"/>
                <a:ext cx="277200" cy="310500"/>
              </a:xfrm>
              <a:prstGeom prst="straightConnector1">
                <a:avLst/>
              </a:prstGeom>
              <a:noFill/>
              <a:ln cap="flat" cmpd="sng" w="19050">
                <a:solidFill>
                  <a:schemeClr val="dk2"/>
                </a:solidFill>
                <a:prstDash val="solid"/>
                <a:round/>
                <a:headEnd len="med" w="med" type="none"/>
                <a:tailEnd len="med" w="med" type="none"/>
              </a:ln>
            </p:spPr>
          </p:cxnSp>
          <p:cxnSp>
            <p:nvCxnSpPr>
              <p:cNvPr id="1232" name="Google Shape;1232;p41"/>
              <p:cNvCxnSpPr>
                <a:stCxn id="1210" idx="1"/>
                <a:endCxn id="1229" idx="5"/>
              </p:cNvCxnSpPr>
              <p:nvPr/>
            </p:nvCxnSpPr>
            <p:spPr>
              <a:xfrm rot="10800000">
                <a:off x="5919963" y="1934252"/>
                <a:ext cx="130200" cy="159300"/>
              </a:xfrm>
              <a:prstGeom prst="straightConnector1">
                <a:avLst/>
              </a:prstGeom>
              <a:noFill/>
              <a:ln cap="flat" cmpd="sng" w="19050">
                <a:solidFill>
                  <a:schemeClr val="dk2"/>
                </a:solidFill>
                <a:prstDash val="solid"/>
                <a:round/>
                <a:headEnd len="med" w="med" type="none"/>
                <a:tailEnd len="med" w="med" type="none"/>
              </a:ln>
            </p:spPr>
          </p:cxnSp>
        </p:grpSp>
        <p:grpSp>
          <p:nvGrpSpPr>
            <p:cNvPr id="1233" name="Google Shape;1233;p41"/>
            <p:cNvGrpSpPr/>
            <p:nvPr/>
          </p:nvGrpSpPr>
          <p:grpSpPr>
            <a:xfrm rot="-1901337">
              <a:off x="1575613" y="1450595"/>
              <a:ext cx="1212023" cy="1225324"/>
              <a:chOff x="1500010" y="1504400"/>
              <a:chExt cx="1212041" cy="1225342"/>
            </a:xfrm>
          </p:grpSpPr>
          <p:sp>
            <p:nvSpPr>
              <p:cNvPr id="1234" name="Google Shape;1234;p41"/>
              <p:cNvSpPr/>
              <p:nvPr/>
            </p:nvSpPr>
            <p:spPr>
              <a:xfrm rot="1102292">
                <a:off x="1629438" y="1549457"/>
                <a:ext cx="429967" cy="890833"/>
              </a:xfrm>
              <a:custGeom>
                <a:rect b="b" l="l" r="r" t="t"/>
                <a:pathLst>
                  <a:path extrusionOk="0" h="54229" w="26174">
                    <a:moveTo>
                      <a:pt x="23129" y="0"/>
                    </a:moveTo>
                    <a:cubicBezTo>
                      <a:pt x="22377" y="0"/>
                      <a:pt x="21890" y="362"/>
                      <a:pt x="21760" y="479"/>
                    </a:cubicBezTo>
                    <a:cubicBezTo>
                      <a:pt x="21594" y="626"/>
                      <a:pt x="21460" y="2884"/>
                      <a:pt x="21861" y="4041"/>
                    </a:cubicBezTo>
                    <a:lnTo>
                      <a:pt x="18849" y="7460"/>
                    </a:lnTo>
                    <a:lnTo>
                      <a:pt x="10999" y="16371"/>
                    </a:lnTo>
                    <a:cubicBezTo>
                      <a:pt x="10436" y="17009"/>
                      <a:pt x="10050" y="17781"/>
                      <a:pt x="9877" y="18614"/>
                    </a:cubicBezTo>
                    <a:lnTo>
                      <a:pt x="3415" y="49933"/>
                    </a:lnTo>
                    <a:cubicBezTo>
                      <a:pt x="2582" y="50128"/>
                      <a:pt x="1760" y="50377"/>
                      <a:pt x="959" y="50673"/>
                    </a:cubicBezTo>
                    <a:cubicBezTo>
                      <a:pt x="959" y="50673"/>
                      <a:pt x="0" y="52667"/>
                      <a:pt x="2095" y="53893"/>
                    </a:cubicBezTo>
                    <a:cubicBezTo>
                      <a:pt x="2508" y="54135"/>
                      <a:pt x="2905" y="54229"/>
                      <a:pt x="3272" y="54229"/>
                    </a:cubicBezTo>
                    <a:cubicBezTo>
                      <a:pt x="4509" y="54229"/>
                      <a:pt x="5402" y="53165"/>
                      <a:pt x="5402" y="53165"/>
                    </a:cubicBezTo>
                    <a:lnTo>
                      <a:pt x="18593" y="40265"/>
                    </a:lnTo>
                    <a:cubicBezTo>
                      <a:pt x="18961" y="39908"/>
                      <a:pt x="19268" y="39494"/>
                      <a:pt x="19506" y="39039"/>
                    </a:cubicBezTo>
                    <a:cubicBezTo>
                      <a:pt x="19747" y="38570"/>
                      <a:pt x="19917" y="38069"/>
                      <a:pt x="20000" y="37550"/>
                    </a:cubicBezTo>
                    <a:lnTo>
                      <a:pt x="25560" y="2851"/>
                    </a:lnTo>
                    <a:cubicBezTo>
                      <a:pt x="25560" y="2851"/>
                      <a:pt x="26173" y="1333"/>
                      <a:pt x="24598" y="432"/>
                    </a:cubicBezTo>
                    <a:cubicBezTo>
                      <a:pt x="24038" y="110"/>
                      <a:pt x="23543" y="0"/>
                      <a:pt x="2312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41"/>
              <p:cNvSpPr/>
              <p:nvPr/>
            </p:nvSpPr>
            <p:spPr>
              <a:xfrm rot="1102292">
                <a:off x="1947827" y="1600924"/>
                <a:ext cx="143607" cy="641336"/>
              </a:xfrm>
              <a:custGeom>
                <a:rect b="b" l="l" r="r" t="t"/>
                <a:pathLst>
                  <a:path extrusionOk="0" h="39041" w="8742">
                    <a:moveTo>
                      <a:pt x="5700" y="0"/>
                    </a:moveTo>
                    <a:cubicBezTo>
                      <a:pt x="4946" y="0"/>
                      <a:pt x="4458" y="363"/>
                      <a:pt x="4328" y="480"/>
                    </a:cubicBezTo>
                    <a:cubicBezTo>
                      <a:pt x="4162" y="627"/>
                      <a:pt x="4028" y="2885"/>
                      <a:pt x="4429" y="4039"/>
                    </a:cubicBezTo>
                    <a:lnTo>
                      <a:pt x="1414" y="7461"/>
                    </a:lnTo>
                    <a:cubicBezTo>
                      <a:pt x="599" y="18139"/>
                      <a:pt x="0" y="37277"/>
                      <a:pt x="0" y="37277"/>
                    </a:cubicBezTo>
                    <a:cubicBezTo>
                      <a:pt x="589" y="38951"/>
                      <a:pt x="1043" y="39036"/>
                      <a:pt x="1642" y="39036"/>
                    </a:cubicBezTo>
                    <a:cubicBezTo>
                      <a:pt x="1710" y="39036"/>
                      <a:pt x="1780" y="39035"/>
                      <a:pt x="1851" y="39035"/>
                    </a:cubicBezTo>
                    <a:cubicBezTo>
                      <a:pt x="1923" y="39035"/>
                      <a:pt x="1997" y="39036"/>
                      <a:pt x="2074" y="39040"/>
                    </a:cubicBezTo>
                    <a:cubicBezTo>
                      <a:pt x="2315" y="38571"/>
                      <a:pt x="2485" y="38070"/>
                      <a:pt x="2568" y="37551"/>
                    </a:cubicBezTo>
                    <a:lnTo>
                      <a:pt x="8128" y="2852"/>
                    </a:lnTo>
                    <a:cubicBezTo>
                      <a:pt x="8128" y="2852"/>
                      <a:pt x="8741" y="1334"/>
                      <a:pt x="7166" y="429"/>
                    </a:cubicBezTo>
                    <a:cubicBezTo>
                      <a:pt x="6607" y="110"/>
                      <a:pt x="6113" y="0"/>
                      <a:pt x="57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41"/>
              <p:cNvSpPr/>
              <p:nvPr/>
            </p:nvSpPr>
            <p:spPr>
              <a:xfrm rot="1102292">
                <a:off x="1647082" y="1549985"/>
                <a:ext cx="375888" cy="854628"/>
              </a:xfrm>
              <a:custGeom>
                <a:rect b="b" l="l" r="r" t="t"/>
                <a:pathLst>
                  <a:path extrusionOk="0" h="52025" w="22882">
                    <a:moveTo>
                      <a:pt x="21628" y="1"/>
                    </a:moveTo>
                    <a:cubicBezTo>
                      <a:pt x="21331" y="1"/>
                      <a:pt x="21029" y="119"/>
                      <a:pt x="20792" y="388"/>
                    </a:cubicBezTo>
                    <a:lnTo>
                      <a:pt x="8221" y="14661"/>
                    </a:lnTo>
                    <a:cubicBezTo>
                      <a:pt x="7658" y="15296"/>
                      <a:pt x="7272" y="16071"/>
                      <a:pt x="7103" y="16901"/>
                    </a:cubicBezTo>
                    <a:lnTo>
                      <a:pt x="190" y="50406"/>
                    </a:lnTo>
                    <a:cubicBezTo>
                      <a:pt x="1" y="51325"/>
                      <a:pt x="734" y="52024"/>
                      <a:pt x="1516" y="52024"/>
                    </a:cubicBezTo>
                    <a:cubicBezTo>
                      <a:pt x="1837" y="52024"/>
                      <a:pt x="2167" y="51906"/>
                      <a:pt x="2444" y="51635"/>
                    </a:cubicBezTo>
                    <a:lnTo>
                      <a:pt x="15819" y="38559"/>
                    </a:lnTo>
                    <a:cubicBezTo>
                      <a:pt x="16565" y="37827"/>
                      <a:pt x="17059" y="36872"/>
                      <a:pt x="17225" y="35840"/>
                    </a:cubicBezTo>
                    <a:lnTo>
                      <a:pt x="22761" y="1315"/>
                    </a:lnTo>
                    <a:cubicBezTo>
                      <a:pt x="22881" y="551"/>
                      <a:pt x="22268" y="1"/>
                      <a:pt x="2162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41"/>
              <p:cNvSpPr/>
              <p:nvPr/>
            </p:nvSpPr>
            <p:spPr>
              <a:xfrm rot="1102292">
                <a:off x="1786556" y="1608533"/>
                <a:ext cx="255165" cy="441811"/>
              </a:xfrm>
              <a:custGeom>
                <a:rect b="b" l="l" r="r" t="t"/>
                <a:pathLst>
                  <a:path extrusionOk="0" h="26895" w="15533">
                    <a:moveTo>
                      <a:pt x="14936" y="1"/>
                    </a:moveTo>
                    <a:cubicBezTo>
                      <a:pt x="14791" y="1"/>
                      <a:pt x="14643" y="60"/>
                      <a:pt x="14529" y="195"/>
                    </a:cubicBezTo>
                    <a:lnTo>
                      <a:pt x="10786" y="4493"/>
                    </a:lnTo>
                    <a:lnTo>
                      <a:pt x="6137" y="9827"/>
                    </a:lnTo>
                    <a:lnTo>
                      <a:pt x="6134" y="9831"/>
                    </a:lnTo>
                    <a:lnTo>
                      <a:pt x="2964" y="13476"/>
                    </a:lnTo>
                    <a:cubicBezTo>
                      <a:pt x="2903" y="13545"/>
                      <a:pt x="2863" y="13624"/>
                      <a:pt x="2845" y="13714"/>
                    </a:cubicBezTo>
                    <a:lnTo>
                      <a:pt x="2456" y="15485"/>
                    </a:lnTo>
                    <a:lnTo>
                      <a:pt x="1356" y="20461"/>
                    </a:lnTo>
                    <a:lnTo>
                      <a:pt x="454" y="24540"/>
                    </a:lnTo>
                    <a:lnTo>
                      <a:pt x="83" y="26228"/>
                    </a:lnTo>
                    <a:cubicBezTo>
                      <a:pt x="1" y="26606"/>
                      <a:pt x="298" y="26894"/>
                      <a:pt x="617" y="26894"/>
                    </a:cubicBezTo>
                    <a:cubicBezTo>
                      <a:pt x="748" y="26894"/>
                      <a:pt x="882" y="26846"/>
                      <a:pt x="995" y="26736"/>
                    </a:cubicBezTo>
                    <a:lnTo>
                      <a:pt x="5196" y="22607"/>
                    </a:lnTo>
                    <a:lnTo>
                      <a:pt x="10230" y="17659"/>
                    </a:lnTo>
                    <a:lnTo>
                      <a:pt x="13238" y="14706"/>
                    </a:lnTo>
                    <a:cubicBezTo>
                      <a:pt x="13321" y="14623"/>
                      <a:pt x="13375" y="14515"/>
                      <a:pt x="13393" y="14400"/>
                    </a:cubicBezTo>
                    <a:lnTo>
                      <a:pt x="14039" y="10119"/>
                    </a:lnTo>
                    <a:lnTo>
                      <a:pt x="14854" y="4749"/>
                    </a:lnTo>
                    <a:lnTo>
                      <a:pt x="15477" y="628"/>
                    </a:lnTo>
                    <a:lnTo>
                      <a:pt x="15474" y="628"/>
                    </a:lnTo>
                    <a:cubicBezTo>
                      <a:pt x="15532" y="261"/>
                      <a:pt x="15240" y="1"/>
                      <a:pt x="149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41"/>
              <p:cNvSpPr/>
              <p:nvPr/>
            </p:nvSpPr>
            <p:spPr>
              <a:xfrm rot="1102292">
                <a:off x="1659938" y="1963258"/>
                <a:ext cx="228979" cy="264249"/>
              </a:xfrm>
              <a:custGeom>
                <a:rect b="b" l="l" r="r" t="t"/>
                <a:pathLst>
                  <a:path extrusionOk="0" h="16086" w="13939">
                    <a:moveTo>
                      <a:pt x="10428" y="1"/>
                    </a:moveTo>
                    <a:cubicBezTo>
                      <a:pt x="8158" y="1"/>
                      <a:pt x="5190" y="2076"/>
                      <a:pt x="3052" y="5390"/>
                    </a:cubicBezTo>
                    <a:cubicBezTo>
                      <a:pt x="347" y="9584"/>
                      <a:pt x="1" y="14171"/>
                      <a:pt x="2269" y="15635"/>
                    </a:cubicBezTo>
                    <a:cubicBezTo>
                      <a:pt x="2745" y="15940"/>
                      <a:pt x="3297" y="16085"/>
                      <a:pt x="3897" y="16085"/>
                    </a:cubicBezTo>
                    <a:cubicBezTo>
                      <a:pt x="5358" y="16085"/>
                      <a:pt x="7105" y="15227"/>
                      <a:pt x="8739" y="13734"/>
                    </a:cubicBezTo>
                    <a:cubicBezTo>
                      <a:pt x="9712" y="12833"/>
                      <a:pt x="10567" y="11812"/>
                      <a:pt x="11281" y="10694"/>
                    </a:cubicBezTo>
                    <a:cubicBezTo>
                      <a:pt x="13214" y="7697"/>
                      <a:pt x="13939" y="4492"/>
                      <a:pt x="13365" y="2378"/>
                    </a:cubicBezTo>
                    <a:cubicBezTo>
                      <a:pt x="13134" y="1538"/>
                      <a:pt x="12702" y="867"/>
                      <a:pt x="12056" y="453"/>
                    </a:cubicBezTo>
                    <a:cubicBezTo>
                      <a:pt x="11581" y="146"/>
                      <a:pt x="11029" y="1"/>
                      <a:pt x="1042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41"/>
              <p:cNvSpPr/>
              <p:nvPr/>
            </p:nvSpPr>
            <p:spPr>
              <a:xfrm rot="1102292">
                <a:off x="1726945" y="2050074"/>
                <a:ext cx="98235" cy="110325"/>
              </a:xfrm>
              <a:custGeom>
                <a:rect b="b" l="l" r="r" t="t"/>
                <a:pathLst>
                  <a:path extrusionOk="0" h="6716" w="5980">
                    <a:moveTo>
                      <a:pt x="4351" y="0"/>
                    </a:moveTo>
                    <a:cubicBezTo>
                      <a:pt x="3402" y="0"/>
                      <a:pt x="2163" y="865"/>
                      <a:pt x="1273" y="2251"/>
                    </a:cubicBezTo>
                    <a:cubicBezTo>
                      <a:pt x="145" y="4003"/>
                      <a:pt x="0" y="5915"/>
                      <a:pt x="949" y="6528"/>
                    </a:cubicBezTo>
                    <a:cubicBezTo>
                      <a:pt x="1147" y="6655"/>
                      <a:pt x="1377" y="6716"/>
                      <a:pt x="1627" y="6716"/>
                    </a:cubicBezTo>
                    <a:cubicBezTo>
                      <a:pt x="2575" y="6716"/>
                      <a:pt x="3813" y="5849"/>
                      <a:pt x="4706" y="4465"/>
                    </a:cubicBezTo>
                    <a:cubicBezTo>
                      <a:pt x="5835" y="2712"/>
                      <a:pt x="5979" y="801"/>
                      <a:pt x="5031" y="188"/>
                    </a:cubicBezTo>
                    <a:cubicBezTo>
                      <a:pt x="4832" y="61"/>
                      <a:pt x="4602" y="0"/>
                      <a:pt x="43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41"/>
              <p:cNvSpPr/>
              <p:nvPr/>
            </p:nvSpPr>
            <p:spPr>
              <a:xfrm rot="1102292">
                <a:off x="1808615" y="1746028"/>
                <a:ext cx="784336" cy="882603"/>
              </a:xfrm>
              <a:custGeom>
                <a:rect b="b" l="l" r="r" t="t"/>
                <a:pathLst>
                  <a:path extrusionOk="0" h="53728" w="47746">
                    <a:moveTo>
                      <a:pt x="26876" y="0"/>
                    </a:moveTo>
                    <a:cubicBezTo>
                      <a:pt x="26563" y="0"/>
                      <a:pt x="26251" y="25"/>
                      <a:pt x="25943" y="76"/>
                    </a:cubicBezTo>
                    <a:cubicBezTo>
                      <a:pt x="22863" y="584"/>
                      <a:pt x="21323" y="1450"/>
                      <a:pt x="19344" y="3790"/>
                    </a:cubicBezTo>
                    <a:cubicBezTo>
                      <a:pt x="16012" y="7732"/>
                      <a:pt x="15817" y="12322"/>
                      <a:pt x="15680" y="17630"/>
                    </a:cubicBezTo>
                    <a:cubicBezTo>
                      <a:pt x="15676" y="17753"/>
                      <a:pt x="15673" y="17876"/>
                      <a:pt x="15669" y="18002"/>
                    </a:cubicBezTo>
                    <a:cubicBezTo>
                      <a:pt x="15647" y="18723"/>
                      <a:pt x="15629" y="19466"/>
                      <a:pt x="15600" y="20220"/>
                    </a:cubicBezTo>
                    <a:cubicBezTo>
                      <a:pt x="15460" y="24100"/>
                      <a:pt x="15900" y="28160"/>
                      <a:pt x="16325" y="32095"/>
                    </a:cubicBezTo>
                    <a:cubicBezTo>
                      <a:pt x="16549" y="34121"/>
                      <a:pt x="16776" y="36213"/>
                      <a:pt x="16909" y="38200"/>
                    </a:cubicBezTo>
                    <a:cubicBezTo>
                      <a:pt x="17108" y="41121"/>
                      <a:pt x="17212" y="44471"/>
                      <a:pt x="15943" y="47367"/>
                    </a:cubicBezTo>
                    <a:cubicBezTo>
                      <a:pt x="15002" y="49527"/>
                      <a:pt x="12903" y="51597"/>
                      <a:pt x="10473" y="51929"/>
                    </a:cubicBezTo>
                    <a:lnTo>
                      <a:pt x="10451" y="51932"/>
                    </a:lnTo>
                    <a:cubicBezTo>
                      <a:pt x="10227" y="51964"/>
                      <a:pt x="10003" y="51980"/>
                      <a:pt x="9777" y="51980"/>
                    </a:cubicBezTo>
                    <a:cubicBezTo>
                      <a:pt x="9621" y="51980"/>
                      <a:pt x="9464" y="51972"/>
                      <a:pt x="9308" y="51957"/>
                    </a:cubicBezTo>
                    <a:cubicBezTo>
                      <a:pt x="7259" y="51752"/>
                      <a:pt x="5287" y="50234"/>
                      <a:pt x="4158" y="47983"/>
                    </a:cubicBezTo>
                    <a:cubicBezTo>
                      <a:pt x="3163" y="46007"/>
                      <a:pt x="2514" y="43274"/>
                      <a:pt x="2416" y="40674"/>
                    </a:cubicBezTo>
                    <a:cubicBezTo>
                      <a:pt x="2564" y="40483"/>
                      <a:pt x="2669" y="40263"/>
                      <a:pt x="2723" y="40028"/>
                    </a:cubicBezTo>
                    <a:cubicBezTo>
                      <a:pt x="2928" y="39109"/>
                      <a:pt x="2777" y="37601"/>
                      <a:pt x="2528" y="36985"/>
                    </a:cubicBezTo>
                    <a:cubicBezTo>
                      <a:pt x="2507" y="36923"/>
                      <a:pt x="2478" y="36869"/>
                      <a:pt x="2442" y="36819"/>
                    </a:cubicBezTo>
                    <a:cubicBezTo>
                      <a:pt x="2316" y="36662"/>
                      <a:pt x="2116" y="36586"/>
                      <a:pt x="1880" y="36586"/>
                    </a:cubicBezTo>
                    <a:cubicBezTo>
                      <a:pt x="1545" y="36586"/>
                      <a:pt x="1141" y="36738"/>
                      <a:pt x="779" y="37028"/>
                    </a:cubicBezTo>
                    <a:cubicBezTo>
                      <a:pt x="768" y="37035"/>
                      <a:pt x="761" y="37042"/>
                      <a:pt x="754" y="37053"/>
                    </a:cubicBezTo>
                    <a:cubicBezTo>
                      <a:pt x="256" y="37461"/>
                      <a:pt x="0" y="37998"/>
                      <a:pt x="101" y="38387"/>
                    </a:cubicBezTo>
                    <a:lnTo>
                      <a:pt x="94" y="38387"/>
                    </a:lnTo>
                    <a:cubicBezTo>
                      <a:pt x="94" y="38387"/>
                      <a:pt x="69" y="39794"/>
                      <a:pt x="678" y="40850"/>
                    </a:cubicBezTo>
                    <a:cubicBezTo>
                      <a:pt x="794" y="43692"/>
                      <a:pt x="1497" y="46570"/>
                      <a:pt x="2597" y="48766"/>
                    </a:cubicBezTo>
                    <a:cubicBezTo>
                      <a:pt x="3989" y="51550"/>
                      <a:pt x="6495" y="53436"/>
                      <a:pt x="9135" y="53696"/>
                    </a:cubicBezTo>
                    <a:cubicBezTo>
                      <a:pt x="9354" y="53717"/>
                      <a:pt x="9574" y="53727"/>
                      <a:pt x="9794" y="53727"/>
                    </a:cubicBezTo>
                    <a:cubicBezTo>
                      <a:pt x="10173" y="53727"/>
                      <a:pt x="10552" y="53696"/>
                      <a:pt x="10927" y="53634"/>
                    </a:cubicBezTo>
                    <a:cubicBezTo>
                      <a:pt x="11042" y="53616"/>
                      <a:pt x="11158" y="53587"/>
                      <a:pt x="11277" y="53562"/>
                    </a:cubicBezTo>
                    <a:cubicBezTo>
                      <a:pt x="14194" y="52924"/>
                      <a:pt x="16491" y="50479"/>
                      <a:pt x="17548" y="48066"/>
                    </a:cubicBezTo>
                    <a:cubicBezTo>
                      <a:pt x="18972" y="44810"/>
                      <a:pt x="18868" y="41207"/>
                      <a:pt x="18655" y="38085"/>
                    </a:cubicBezTo>
                    <a:cubicBezTo>
                      <a:pt x="18514" y="36058"/>
                      <a:pt x="18291" y="33948"/>
                      <a:pt x="18063" y="31907"/>
                    </a:cubicBezTo>
                    <a:cubicBezTo>
                      <a:pt x="17645" y="28038"/>
                      <a:pt x="17212" y="24031"/>
                      <a:pt x="17353" y="20277"/>
                    </a:cubicBezTo>
                    <a:cubicBezTo>
                      <a:pt x="17378" y="19516"/>
                      <a:pt x="17396" y="18774"/>
                      <a:pt x="17418" y="18042"/>
                    </a:cubicBezTo>
                    <a:cubicBezTo>
                      <a:pt x="17551" y="12914"/>
                      <a:pt x="17667" y="8478"/>
                      <a:pt x="20681" y="4915"/>
                    </a:cubicBezTo>
                    <a:cubicBezTo>
                      <a:pt x="22210" y="3108"/>
                      <a:pt x="23314" y="2275"/>
                      <a:pt x="26224" y="1796"/>
                    </a:cubicBezTo>
                    <a:cubicBezTo>
                      <a:pt x="26441" y="1762"/>
                      <a:pt x="26660" y="1744"/>
                      <a:pt x="26878" y="1744"/>
                    </a:cubicBezTo>
                    <a:cubicBezTo>
                      <a:pt x="27053" y="1744"/>
                      <a:pt x="27227" y="1755"/>
                      <a:pt x="27400" y="1778"/>
                    </a:cubicBezTo>
                    <a:lnTo>
                      <a:pt x="27418" y="1778"/>
                    </a:lnTo>
                    <a:cubicBezTo>
                      <a:pt x="28366" y="1900"/>
                      <a:pt x="29261" y="2275"/>
                      <a:pt x="30018" y="2860"/>
                    </a:cubicBezTo>
                    <a:cubicBezTo>
                      <a:pt x="29920" y="3033"/>
                      <a:pt x="29837" y="3217"/>
                      <a:pt x="29773" y="3408"/>
                    </a:cubicBezTo>
                    <a:cubicBezTo>
                      <a:pt x="29708" y="3574"/>
                      <a:pt x="29675" y="3754"/>
                      <a:pt x="29672" y="3931"/>
                    </a:cubicBezTo>
                    <a:cubicBezTo>
                      <a:pt x="29682" y="4403"/>
                      <a:pt x="29845" y="5189"/>
                      <a:pt x="29845" y="5189"/>
                    </a:cubicBezTo>
                    <a:cubicBezTo>
                      <a:pt x="30945" y="6365"/>
                      <a:pt x="32008" y="7324"/>
                      <a:pt x="32614" y="7371"/>
                    </a:cubicBezTo>
                    <a:cubicBezTo>
                      <a:pt x="32624" y="7372"/>
                      <a:pt x="32634" y="7372"/>
                      <a:pt x="32645" y="7372"/>
                    </a:cubicBezTo>
                    <a:cubicBezTo>
                      <a:pt x="32773" y="7372"/>
                      <a:pt x="32969" y="7313"/>
                      <a:pt x="33198" y="7219"/>
                    </a:cubicBezTo>
                    <a:cubicBezTo>
                      <a:pt x="35734" y="10461"/>
                      <a:pt x="36844" y="15164"/>
                      <a:pt x="36173" y="19967"/>
                    </a:cubicBezTo>
                    <a:cubicBezTo>
                      <a:pt x="35903" y="21864"/>
                      <a:pt x="35395" y="23783"/>
                      <a:pt x="34623" y="25791"/>
                    </a:cubicBezTo>
                    <a:cubicBezTo>
                      <a:pt x="34486" y="26134"/>
                      <a:pt x="34345" y="26480"/>
                      <a:pt x="34197" y="26833"/>
                    </a:cubicBezTo>
                    <a:cubicBezTo>
                      <a:pt x="34071" y="27129"/>
                      <a:pt x="34212" y="27472"/>
                      <a:pt x="34507" y="27594"/>
                    </a:cubicBezTo>
                    <a:cubicBezTo>
                      <a:pt x="34580" y="27625"/>
                      <a:pt x="34658" y="27641"/>
                      <a:pt x="34736" y="27641"/>
                    </a:cubicBezTo>
                    <a:cubicBezTo>
                      <a:pt x="34767" y="27641"/>
                      <a:pt x="34798" y="27639"/>
                      <a:pt x="34828" y="27634"/>
                    </a:cubicBezTo>
                    <a:cubicBezTo>
                      <a:pt x="35027" y="27601"/>
                      <a:pt x="35193" y="27472"/>
                      <a:pt x="35276" y="27288"/>
                    </a:cubicBezTo>
                    <a:cubicBezTo>
                      <a:pt x="36329" y="24796"/>
                      <a:pt x="37003" y="22455"/>
                      <a:pt x="37327" y="20126"/>
                    </a:cubicBezTo>
                    <a:cubicBezTo>
                      <a:pt x="38041" y="15027"/>
                      <a:pt x="36924" y="10195"/>
                      <a:pt x="34259" y="6689"/>
                    </a:cubicBezTo>
                    <a:cubicBezTo>
                      <a:pt x="34673" y="6455"/>
                      <a:pt x="35092" y="6192"/>
                      <a:pt x="35427" y="5968"/>
                    </a:cubicBezTo>
                    <a:cubicBezTo>
                      <a:pt x="38074" y="7995"/>
                      <a:pt x="40995" y="10483"/>
                      <a:pt x="43159" y="13674"/>
                    </a:cubicBezTo>
                    <a:cubicBezTo>
                      <a:pt x="45109" y="16534"/>
                      <a:pt x="46162" y="19635"/>
                      <a:pt x="46213" y="22582"/>
                    </a:cubicBezTo>
                    <a:cubicBezTo>
                      <a:pt x="46224" y="23169"/>
                      <a:pt x="46195" y="23757"/>
                      <a:pt x="46123" y="24338"/>
                    </a:cubicBezTo>
                    <a:cubicBezTo>
                      <a:pt x="46087" y="24659"/>
                      <a:pt x="46314" y="24947"/>
                      <a:pt x="46631" y="24987"/>
                    </a:cubicBezTo>
                    <a:cubicBezTo>
                      <a:pt x="46654" y="24992"/>
                      <a:pt x="46677" y="24994"/>
                      <a:pt x="46701" y="24994"/>
                    </a:cubicBezTo>
                    <a:cubicBezTo>
                      <a:pt x="46733" y="24994"/>
                      <a:pt x="46766" y="24990"/>
                      <a:pt x="46797" y="24983"/>
                    </a:cubicBezTo>
                    <a:cubicBezTo>
                      <a:pt x="47053" y="24944"/>
                      <a:pt x="47248" y="24742"/>
                      <a:pt x="47284" y="24486"/>
                    </a:cubicBezTo>
                    <a:cubicBezTo>
                      <a:pt x="47746" y="20775"/>
                      <a:pt x="46628" y="16700"/>
                      <a:pt x="44125" y="13022"/>
                    </a:cubicBezTo>
                    <a:cubicBezTo>
                      <a:pt x="41882" y="9733"/>
                      <a:pt x="38799" y="7097"/>
                      <a:pt x="36224" y="5110"/>
                    </a:cubicBezTo>
                    <a:cubicBezTo>
                      <a:pt x="36278" y="4742"/>
                      <a:pt x="36170" y="4241"/>
                      <a:pt x="36008" y="3873"/>
                    </a:cubicBezTo>
                    <a:cubicBezTo>
                      <a:pt x="35928" y="3696"/>
                      <a:pt x="35838" y="3548"/>
                      <a:pt x="35744" y="3465"/>
                    </a:cubicBezTo>
                    <a:cubicBezTo>
                      <a:pt x="35391" y="3148"/>
                      <a:pt x="33927" y="2250"/>
                      <a:pt x="33325" y="2005"/>
                    </a:cubicBezTo>
                    <a:cubicBezTo>
                      <a:pt x="33050" y="1895"/>
                      <a:pt x="32390" y="1772"/>
                      <a:pt x="31775" y="1772"/>
                    </a:cubicBezTo>
                    <a:cubicBezTo>
                      <a:pt x="31664" y="1772"/>
                      <a:pt x="31555" y="1776"/>
                      <a:pt x="31449" y="1785"/>
                    </a:cubicBezTo>
                    <a:cubicBezTo>
                      <a:pt x="30235" y="692"/>
                      <a:pt x="28543" y="0"/>
                      <a:pt x="268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41"/>
              <p:cNvSpPr/>
              <p:nvPr/>
            </p:nvSpPr>
            <p:spPr>
              <a:xfrm rot="1102292">
                <a:off x="2183428" y="2206529"/>
                <a:ext cx="205160" cy="183870"/>
              </a:xfrm>
              <a:custGeom>
                <a:rect b="b" l="l" r="r" t="t"/>
                <a:pathLst>
                  <a:path extrusionOk="0" h="11193" w="12489">
                    <a:moveTo>
                      <a:pt x="9728" y="1"/>
                    </a:moveTo>
                    <a:cubicBezTo>
                      <a:pt x="9382" y="1"/>
                      <a:pt x="9056" y="185"/>
                      <a:pt x="8698" y="575"/>
                    </a:cubicBezTo>
                    <a:cubicBezTo>
                      <a:pt x="8536" y="755"/>
                      <a:pt x="8385" y="943"/>
                      <a:pt x="8248" y="1145"/>
                    </a:cubicBezTo>
                    <a:cubicBezTo>
                      <a:pt x="7394" y="2365"/>
                      <a:pt x="6827" y="3659"/>
                      <a:pt x="6054" y="3659"/>
                    </a:cubicBezTo>
                    <a:cubicBezTo>
                      <a:pt x="5893" y="3659"/>
                      <a:pt x="5723" y="3603"/>
                      <a:pt x="5539" y="3478"/>
                    </a:cubicBezTo>
                    <a:cubicBezTo>
                      <a:pt x="5539" y="3478"/>
                      <a:pt x="0" y="8357"/>
                      <a:pt x="1630" y="9882"/>
                    </a:cubicBezTo>
                    <a:cubicBezTo>
                      <a:pt x="1926" y="10160"/>
                      <a:pt x="2261" y="10394"/>
                      <a:pt x="2622" y="10578"/>
                    </a:cubicBezTo>
                    <a:cubicBezTo>
                      <a:pt x="3337" y="10963"/>
                      <a:pt x="4180" y="11193"/>
                      <a:pt x="5045" y="11193"/>
                    </a:cubicBezTo>
                    <a:cubicBezTo>
                      <a:pt x="6281" y="11193"/>
                      <a:pt x="7559" y="10721"/>
                      <a:pt x="8565" y="9554"/>
                    </a:cubicBezTo>
                    <a:cubicBezTo>
                      <a:pt x="10635" y="7145"/>
                      <a:pt x="12488" y="1956"/>
                      <a:pt x="11223" y="824"/>
                    </a:cubicBezTo>
                    <a:cubicBezTo>
                      <a:pt x="10626" y="289"/>
                      <a:pt x="10161" y="1"/>
                      <a:pt x="972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41"/>
              <p:cNvSpPr/>
              <p:nvPr/>
            </p:nvSpPr>
            <p:spPr>
              <a:xfrm rot="1102292">
                <a:off x="2174944" y="2222152"/>
                <a:ext cx="131582" cy="145956"/>
              </a:xfrm>
              <a:custGeom>
                <a:rect b="b" l="l" r="r" t="t"/>
                <a:pathLst>
                  <a:path extrusionOk="0" h="8885" w="8010">
                    <a:moveTo>
                      <a:pt x="4908" y="1"/>
                    </a:moveTo>
                    <a:cubicBezTo>
                      <a:pt x="4822" y="1"/>
                      <a:pt x="4735" y="5"/>
                      <a:pt x="4649" y="14"/>
                    </a:cubicBezTo>
                    <a:lnTo>
                      <a:pt x="4649" y="43"/>
                    </a:lnTo>
                    <a:cubicBezTo>
                      <a:pt x="3707" y="108"/>
                      <a:pt x="2355" y="1284"/>
                      <a:pt x="1345" y="3029"/>
                    </a:cubicBezTo>
                    <a:cubicBezTo>
                      <a:pt x="372" y="4709"/>
                      <a:pt x="0" y="6393"/>
                      <a:pt x="339" y="7273"/>
                    </a:cubicBezTo>
                    <a:lnTo>
                      <a:pt x="307" y="7288"/>
                    </a:lnTo>
                    <a:cubicBezTo>
                      <a:pt x="534" y="7825"/>
                      <a:pt x="898" y="8265"/>
                      <a:pt x="1389" y="8550"/>
                    </a:cubicBezTo>
                    <a:cubicBezTo>
                      <a:pt x="1780" y="8777"/>
                      <a:pt x="2217" y="8884"/>
                      <a:pt x="2673" y="8884"/>
                    </a:cubicBezTo>
                    <a:cubicBezTo>
                      <a:pt x="4088" y="8884"/>
                      <a:pt x="5689" y="7850"/>
                      <a:pt x="6690" y="6137"/>
                    </a:cubicBezTo>
                    <a:cubicBezTo>
                      <a:pt x="8010" y="3869"/>
                      <a:pt x="7768" y="1273"/>
                      <a:pt x="6163" y="335"/>
                    </a:cubicBezTo>
                    <a:cubicBezTo>
                      <a:pt x="5780" y="115"/>
                      <a:pt x="5347" y="1"/>
                      <a:pt x="4908" y="1"/>
                    </a:cubicBezTo>
                    <a:close/>
                  </a:path>
                </a:pathLst>
              </a:custGeom>
              <a:solidFill>
                <a:srgbClr val="E9EA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41"/>
              <p:cNvSpPr/>
              <p:nvPr/>
            </p:nvSpPr>
            <p:spPr>
              <a:xfrm rot="1102292">
                <a:off x="2174944" y="2222152"/>
                <a:ext cx="131582" cy="145956"/>
              </a:xfrm>
              <a:custGeom>
                <a:rect b="b" l="l" r="r" t="t"/>
                <a:pathLst>
                  <a:path extrusionOk="0" h="8885" w="8010">
                    <a:moveTo>
                      <a:pt x="4908" y="1"/>
                    </a:moveTo>
                    <a:cubicBezTo>
                      <a:pt x="4822" y="1"/>
                      <a:pt x="4735" y="5"/>
                      <a:pt x="4649" y="14"/>
                    </a:cubicBezTo>
                    <a:lnTo>
                      <a:pt x="4649" y="43"/>
                    </a:lnTo>
                    <a:cubicBezTo>
                      <a:pt x="3707" y="108"/>
                      <a:pt x="2355" y="1284"/>
                      <a:pt x="1345" y="3029"/>
                    </a:cubicBezTo>
                    <a:cubicBezTo>
                      <a:pt x="372" y="4709"/>
                      <a:pt x="0" y="6393"/>
                      <a:pt x="339" y="7273"/>
                    </a:cubicBezTo>
                    <a:lnTo>
                      <a:pt x="307" y="7288"/>
                    </a:lnTo>
                    <a:cubicBezTo>
                      <a:pt x="534" y="7825"/>
                      <a:pt x="898" y="8265"/>
                      <a:pt x="1389" y="8550"/>
                    </a:cubicBezTo>
                    <a:cubicBezTo>
                      <a:pt x="1780" y="8777"/>
                      <a:pt x="2217" y="8884"/>
                      <a:pt x="2673" y="8884"/>
                    </a:cubicBezTo>
                    <a:cubicBezTo>
                      <a:pt x="4088" y="8884"/>
                      <a:pt x="5689" y="7850"/>
                      <a:pt x="6690" y="6137"/>
                    </a:cubicBezTo>
                    <a:cubicBezTo>
                      <a:pt x="8010" y="3869"/>
                      <a:pt x="7768" y="1273"/>
                      <a:pt x="6163" y="335"/>
                    </a:cubicBezTo>
                    <a:cubicBezTo>
                      <a:pt x="5780" y="115"/>
                      <a:pt x="5347" y="1"/>
                      <a:pt x="490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41"/>
              <p:cNvSpPr/>
              <p:nvPr/>
            </p:nvSpPr>
            <p:spPr>
              <a:xfrm rot="1102292">
                <a:off x="2178218" y="2218185"/>
                <a:ext cx="99713" cy="129020"/>
              </a:xfrm>
              <a:custGeom>
                <a:rect b="b" l="l" r="r" t="t"/>
                <a:pathLst>
                  <a:path extrusionOk="0" h="7854" w="6070">
                    <a:moveTo>
                      <a:pt x="4723" y="0"/>
                    </a:moveTo>
                    <a:cubicBezTo>
                      <a:pt x="4698" y="0"/>
                      <a:pt x="4673" y="1"/>
                      <a:pt x="4649" y="3"/>
                    </a:cubicBezTo>
                    <a:cubicBezTo>
                      <a:pt x="3707" y="68"/>
                      <a:pt x="2355" y="1247"/>
                      <a:pt x="1345" y="2989"/>
                    </a:cubicBezTo>
                    <a:cubicBezTo>
                      <a:pt x="372" y="4669"/>
                      <a:pt x="0" y="6357"/>
                      <a:pt x="343" y="7237"/>
                    </a:cubicBezTo>
                    <a:cubicBezTo>
                      <a:pt x="433" y="7461"/>
                      <a:pt x="567" y="7634"/>
                      <a:pt x="743" y="7738"/>
                    </a:cubicBezTo>
                    <a:cubicBezTo>
                      <a:pt x="878" y="7816"/>
                      <a:pt x="1031" y="7854"/>
                      <a:pt x="1198" y="7854"/>
                    </a:cubicBezTo>
                    <a:cubicBezTo>
                      <a:pt x="2144" y="7854"/>
                      <a:pt x="3542" y="6661"/>
                      <a:pt x="4580" y="4871"/>
                    </a:cubicBezTo>
                    <a:cubicBezTo>
                      <a:pt x="5803" y="2765"/>
                      <a:pt x="6069" y="638"/>
                      <a:pt x="5182" y="115"/>
                    </a:cubicBezTo>
                    <a:cubicBezTo>
                      <a:pt x="5039" y="40"/>
                      <a:pt x="4882" y="0"/>
                      <a:pt x="472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41"/>
              <p:cNvSpPr/>
              <p:nvPr/>
            </p:nvSpPr>
            <p:spPr>
              <a:xfrm rot="1102292">
                <a:off x="1815266" y="1674318"/>
                <a:ext cx="154991" cy="262392"/>
              </a:xfrm>
              <a:custGeom>
                <a:rect b="b" l="l" r="r" t="t"/>
                <a:pathLst>
                  <a:path extrusionOk="0" h="15973" w="9435">
                    <a:moveTo>
                      <a:pt x="9434" y="1"/>
                    </a:moveTo>
                    <a:lnTo>
                      <a:pt x="4786" y="5334"/>
                    </a:lnTo>
                    <a:lnTo>
                      <a:pt x="4782" y="5342"/>
                    </a:lnTo>
                    <a:lnTo>
                      <a:pt x="1101" y="10996"/>
                    </a:lnTo>
                    <a:lnTo>
                      <a:pt x="1" y="15972"/>
                    </a:lnTo>
                    <a:lnTo>
                      <a:pt x="9434" y="1"/>
                    </a:ln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41"/>
              <p:cNvSpPr/>
              <p:nvPr/>
            </p:nvSpPr>
            <p:spPr>
              <a:xfrm rot="1102292">
                <a:off x="1948664" y="1797005"/>
                <a:ext cx="62571" cy="123878"/>
              </a:xfrm>
              <a:custGeom>
                <a:rect b="b" l="l" r="r" t="t"/>
                <a:pathLst>
                  <a:path extrusionOk="0" h="7541" w="3809">
                    <a:moveTo>
                      <a:pt x="3809" y="0"/>
                    </a:moveTo>
                    <a:lnTo>
                      <a:pt x="0" y="7540"/>
                    </a:lnTo>
                    <a:lnTo>
                      <a:pt x="3008" y="4587"/>
                    </a:lnTo>
                    <a:cubicBezTo>
                      <a:pt x="3091" y="4504"/>
                      <a:pt x="3145" y="4396"/>
                      <a:pt x="3163" y="4281"/>
                    </a:cubicBezTo>
                    <a:lnTo>
                      <a:pt x="3809" y="0"/>
                    </a:ln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41"/>
              <p:cNvSpPr/>
              <p:nvPr/>
            </p:nvSpPr>
            <p:spPr>
              <a:xfrm rot="1102292">
                <a:off x="1786511" y="1608808"/>
                <a:ext cx="255082" cy="441515"/>
              </a:xfrm>
              <a:custGeom>
                <a:rect b="b" l="l" r="r" t="t"/>
                <a:pathLst>
                  <a:path extrusionOk="0" h="26877" w="15528">
                    <a:moveTo>
                      <a:pt x="15055" y="0"/>
                    </a:moveTo>
                    <a:lnTo>
                      <a:pt x="454" y="24522"/>
                    </a:lnTo>
                    <a:lnTo>
                      <a:pt x="83" y="26210"/>
                    </a:lnTo>
                    <a:cubicBezTo>
                      <a:pt x="1" y="26588"/>
                      <a:pt x="298" y="26876"/>
                      <a:pt x="617" y="26876"/>
                    </a:cubicBezTo>
                    <a:cubicBezTo>
                      <a:pt x="748" y="26876"/>
                      <a:pt x="882" y="26828"/>
                      <a:pt x="995" y="26718"/>
                    </a:cubicBezTo>
                    <a:lnTo>
                      <a:pt x="5196" y="22589"/>
                    </a:lnTo>
                    <a:lnTo>
                      <a:pt x="14854" y="4731"/>
                    </a:lnTo>
                    <a:lnTo>
                      <a:pt x="15477" y="610"/>
                    </a:lnTo>
                    <a:cubicBezTo>
                      <a:pt x="15528" y="325"/>
                      <a:pt x="15337" y="54"/>
                      <a:pt x="15055" y="0"/>
                    </a:cubicBez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41"/>
              <p:cNvSpPr/>
              <p:nvPr/>
            </p:nvSpPr>
            <p:spPr>
              <a:xfrm rot="1102292">
                <a:off x="1860445" y="2537409"/>
                <a:ext cx="5700" cy="1199"/>
              </a:xfrm>
              <a:custGeom>
                <a:rect b="b" l="l" r="r" t="t"/>
                <a:pathLst>
                  <a:path extrusionOk="0" h="73" w="347">
                    <a:moveTo>
                      <a:pt x="347" y="0"/>
                    </a:moveTo>
                    <a:lnTo>
                      <a:pt x="347" y="0"/>
                    </a:lnTo>
                    <a:cubicBezTo>
                      <a:pt x="231" y="25"/>
                      <a:pt x="116" y="51"/>
                      <a:pt x="0" y="72"/>
                    </a:cubicBezTo>
                    <a:cubicBezTo>
                      <a:pt x="112" y="54"/>
                      <a:pt x="228" y="29"/>
                      <a:pt x="347" y="0"/>
                    </a:cubicBezTo>
                    <a:close/>
                  </a:path>
                </a:pathLst>
              </a:custGeom>
              <a:solidFill>
                <a:srgbClr val="514A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41"/>
              <p:cNvSpPr/>
              <p:nvPr/>
            </p:nvSpPr>
            <p:spPr>
              <a:xfrm rot="1102292">
                <a:off x="2457148" y="2240547"/>
                <a:ext cx="142539" cy="211287"/>
              </a:xfrm>
              <a:custGeom>
                <a:rect b="b" l="l" r="r" t="t"/>
                <a:pathLst>
                  <a:path extrusionOk="0" h="12862" w="8677">
                    <a:moveTo>
                      <a:pt x="5070" y="1"/>
                    </a:moveTo>
                    <a:cubicBezTo>
                      <a:pt x="4778" y="1"/>
                      <a:pt x="4540" y="54"/>
                      <a:pt x="4346" y="173"/>
                    </a:cubicBezTo>
                    <a:cubicBezTo>
                      <a:pt x="3946" y="421"/>
                      <a:pt x="3740" y="952"/>
                      <a:pt x="3650" y="1878"/>
                    </a:cubicBezTo>
                    <a:cubicBezTo>
                      <a:pt x="3479" y="3609"/>
                      <a:pt x="3703" y="5241"/>
                      <a:pt x="2555" y="5241"/>
                    </a:cubicBezTo>
                    <a:cubicBezTo>
                      <a:pt x="2517" y="5241"/>
                      <a:pt x="2477" y="5239"/>
                      <a:pt x="2435" y="5236"/>
                    </a:cubicBezTo>
                    <a:cubicBezTo>
                      <a:pt x="2435" y="5236"/>
                      <a:pt x="1" y="12203"/>
                      <a:pt x="2171" y="12736"/>
                    </a:cubicBezTo>
                    <a:cubicBezTo>
                      <a:pt x="2478" y="12809"/>
                      <a:pt x="2795" y="12848"/>
                      <a:pt x="3109" y="12859"/>
                    </a:cubicBezTo>
                    <a:cubicBezTo>
                      <a:pt x="3162" y="12861"/>
                      <a:pt x="3214" y="12862"/>
                      <a:pt x="3267" y="12862"/>
                    </a:cubicBezTo>
                    <a:cubicBezTo>
                      <a:pt x="5260" y="12862"/>
                      <a:pt x="7519" y="11668"/>
                      <a:pt x="8049" y="9055"/>
                    </a:cubicBezTo>
                    <a:cubicBezTo>
                      <a:pt x="8677" y="5946"/>
                      <a:pt x="7747" y="508"/>
                      <a:pt x="6091" y="140"/>
                    </a:cubicBezTo>
                    <a:cubicBezTo>
                      <a:pt x="5693" y="51"/>
                      <a:pt x="5356" y="1"/>
                      <a:pt x="507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41"/>
              <p:cNvSpPr/>
              <p:nvPr/>
            </p:nvSpPr>
            <p:spPr>
              <a:xfrm rot="1102292">
                <a:off x="2474436" y="2441240"/>
                <a:ext cx="131" cy="394"/>
              </a:xfrm>
              <a:custGeom>
                <a:rect b="b" l="l" r="r" t="t"/>
                <a:pathLst>
                  <a:path extrusionOk="0" h="24" w="8">
                    <a:moveTo>
                      <a:pt x="1" y="0"/>
                    </a:moveTo>
                    <a:cubicBezTo>
                      <a:pt x="1" y="0"/>
                      <a:pt x="1" y="5"/>
                      <a:pt x="1" y="15"/>
                    </a:cubicBezTo>
                    <a:cubicBezTo>
                      <a:pt x="1" y="21"/>
                      <a:pt x="2" y="24"/>
                      <a:pt x="3" y="24"/>
                    </a:cubicBezTo>
                    <a:cubicBezTo>
                      <a:pt x="5" y="24"/>
                      <a:pt x="6" y="22"/>
                      <a:pt x="8" y="18"/>
                    </a:cubicBezTo>
                    <a:cubicBezTo>
                      <a:pt x="4" y="7"/>
                      <a:pt x="2" y="0"/>
                      <a:pt x="1" y="0"/>
                    </a:cubicBezTo>
                    <a:close/>
                  </a:path>
                </a:pathLst>
              </a:custGeom>
              <a:solidFill>
                <a:srgbClr val="514A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41"/>
              <p:cNvSpPr/>
              <p:nvPr/>
            </p:nvSpPr>
            <p:spPr>
              <a:xfrm rot="1102292">
                <a:off x="2431271" y="2293235"/>
                <a:ext cx="102621" cy="156059"/>
              </a:xfrm>
              <a:custGeom>
                <a:rect b="b" l="l" r="r" t="t"/>
                <a:pathLst>
                  <a:path extrusionOk="0" h="9500" w="6247">
                    <a:moveTo>
                      <a:pt x="2886" y="1"/>
                    </a:moveTo>
                    <a:cubicBezTo>
                      <a:pt x="2366" y="1"/>
                      <a:pt x="1857" y="163"/>
                      <a:pt x="1429" y="462"/>
                    </a:cubicBezTo>
                    <a:lnTo>
                      <a:pt x="1443" y="491"/>
                    </a:lnTo>
                    <a:cubicBezTo>
                      <a:pt x="653" y="1007"/>
                      <a:pt x="51" y="2694"/>
                      <a:pt x="26" y="4710"/>
                    </a:cubicBezTo>
                    <a:cubicBezTo>
                      <a:pt x="1" y="6647"/>
                      <a:pt x="502" y="8302"/>
                      <a:pt x="1230" y="8901"/>
                    </a:cubicBezTo>
                    <a:lnTo>
                      <a:pt x="1209" y="8929"/>
                    </a:lnTo>
                    <a:cubicBezTo>
                      <a:pt x="1667" y="9286"/>
                      <a:pt x="2200" y="9492"/>
                      <a:pt x="2770" y="9499"/>
                    </a:cubicBezTo>
                    <a:cubicBezTo>
                      <a:pt x="2781" y="9499"/>
                      <a:pt x="2792" y="9499"/>
                      <a:pt x="2803" y="9499"/>
                    </a:cubicBezTo>
                    <a:cubicBezTo>
                      <a:pt x="4645" y="9499"/>
                      <a:pt x="6164" y="7406"/>
                      <a:pt x="6210" y="4797"/>
                    </a:cubicBezTo>
                    <a:cubicBezTo>
                      <a:pt x="6246" y="2175"/>
                      <a:pt x="4764" y="29"/>
                      <a:pt x="2903" y="1"/>
                    </a:cubicBezTo>
                    <a:cubicBezTo>
                      <a:pt x="2898" y="1"/>
                      <a:pt x="2892" y="1"/>
                      <a:pt x="2886" y="1"/>
                    </a:cubicBezTo>
                    <a:close/>
                  </a:path>
                </a:pathLst>
              </a:custGeom>
              <a:solidFill>
                <a:srgbClr val="E9EA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41"/>
              <p:cNvSpPr/>
              <p:nvPr/>
            </p:nvSpPr>
            <p:spPr>
              <a:xfrm rot="1102292">
                <a:off x="2431271" y="2293235"/>
                <a:ext cx="102621" cy="156059"/>
              </a:xfrm>
              <a:custGeom>
                <a:rect b="b" l="l" r="r" t="t"/>
                <a:pathLst>
                  <a:path extrusionOk="0" h="9500" w="6247">
                    <a:moveTo>
                      <a:pt x="2886" y="1"/>
                    </a:moveTo>
                    <a:cubicBezTo>
                      <a:pt x="2366" y="1"/>
                      <a:pt x="1857" y="163"/>
                      <a:pt x="1429" y="462"/>
                    </a:cubicBezTo>
                    <a:lnTo>
                      <a:pt x="1443" y="491"/>
                    </a:lnTo>
                    <a:cubicBezTo>
                      <a:pt x="653" y="1007"/>
                      <a:pt x="51" y="2694"/>
                      <a:pt x="26" y="4710"/>
                    </a:cubicBezTo>
                    <a:cubicBezTo>
                      <a:pt x="1" y="6647"/>
                      <a:pt x="502" y="8302"/>
                      <a:pt x="1230" y="8901"/>
                    </a:cubicBezTo>
                    <a:lnTo>
                      <a:pt x="1209" y="8929"/>
                    </a:lnTo>
                    <a:cubicBezTo>
                      <a:pt x="1667" y="9286"/>
                      <a:pt x="2200" y="9492"/>
                      <a:pt x="2770" y="9499"/>
                    </a:cubicBezTo>
                    <a:cubicBezTo>
                      <a:pt x="2781" y="9499"/>
                      <a:pt x="2792" y="9499"/>
                      <a:pt x="2803" y="9499"/>
                    </a:cubicBezTo>
                    <a:cubicBezTo>
                      <a:pt x="4645" y="9499"/>
                      <a:pt x="6164" y="7406"/>
                      <a:pt x="6210" y="4797"/>
                    </a:cubicBezTo>
                    <a:cubicBezTo>
                      <a:pt x="6246" y="2175"/>
                      <a:pt x="4764" y="29"/>
                      <a:pt x="2903" y="1"/>
                    </a:cubicBezTo>
                    <a:cubicBezTo>
                      <a:pt x="2898" y="1"/>
                      <a:pt x="2892" y="1"/>
                      <a:pt x="288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41"/>
              <p:cNvSpPr/>
              <p:nvPr/>
            </p:nvSpPr>
            <p:spPr>
              <a:xfrm rot="1102292">
                <a:off x="2432377" y="2292258"/>
                <a:ext cx="62456" cy="144856"/>
              </a:xfrm>
              <a:custGeom>
                <a:rect b="b" l="l" r="r" t="t"/>
                <a:pathLst>
                  <a:path extrusionOk="0" h="8818" w="3802">
                    <a:moveTo>
                      <a:pt x="1962" y="0"/>
                    </a:moveTo>
                    <a:cubicBezTo>
                      <a:pt x="1778" y="4"/>
                      <a:pt x="1598" y="61"/>
                      <a:pt x="1447" y="166"/>
                    </a:cubicBezTo>
                    <a:cubicBezTo>
                      <a:pt x="657" y="682"/>
                      <a:pt x="55" y="2369"/>
                      <a:pt x="26" y="4385"/>
                    </a:cubicBezTo>
                    <a:cubicBezTo>
                      <a:pt x="1" y="6322"/>
                      <a:pt x="502" y="7977"/>
                      <a:pt x="1234" y="8576"/>
                    </a:cubicBezTo>
                    <a:cubicBezTo>
                      <a:pt x="1421" y="8727"/>
                      <a:pt x="1623" y="8814"/>
                      <a:pt x="1829" y="8817"/>
                    </a:cubicBezTo>
                    <a:cubicBezTo>
                      <a:pt x="1833" y="8817"/>
                      <a:pt x="1836" y="8817"/>
                      <a:pt x="1840" y="8817"/>
                    </a:cubicBezTo>
                    <a:cubicBezTo>
                      <a:pt x="2870" y="8817"/>
                      <a:pt x="3733" y="6865"/>
                      <a:pt x="3769" y="4439"/>
                    </a:cubicBezTo>
                    <a:cubicBezTo>
                      <a:pt x="3801" y="2005"/>
                      <a:pt x="2994" y="18"/>
                      <a:pt x="196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4" name="Google Shape;1254;p41"/>
            <p:cNvGrpSpPr/>
            <p:nvPr/>
          </p:nvGrpSpPr>
          <p:grpSpPr>
            <a:xfrm flipH="1">
              <a:off x="4103423" y="1468382"/>
              <a:ext cx="1039062" cy="929547"/>
              <a:chOff x="7974246" y="4185019"/>
              <a:chExt cx="823737" cy="736917"/>
            </a:xfrm>
          </p:grpSpPr>
          <p:sp>
            <p:nvSpPr>
              <p:cNvPr id="1255" name="Google Shape;1255;p41"/>
              <p:cNvSpPr/>
              <p:nvPr/>
            </p:nvSpPr>
            <p:spPr>
              <a:xfrm>
                <a:off x="7974246" y="4201806"/>
                <a:ext cx="823737" cy="720130"/>
              </a:xfrm>
              <a:custGeom>
                <a:rect b="b" l="l" r="r" t="t"/>
                <a:pathLst>
                  <a:path extrusionOk="0" h="44011" w="50343">
                    <a:moveTo>
                      <a:pt x="45499" y="1"/>
                    </a:moveTo>
                    <a:cubicBezTo>
                      <a:pt x="45185" y="722"/>
                      <a:pt x="44958" y="1475"/>
                      <a:pt x="44817" y="2247"/>
                    </a:cubicBezTo>
                    <a:lnTo>
                      <a:pt x="42369" y="2139"/>
                    </a:lnTo>
                    <a:lnTo>
                      <a:pt x="24677" y="1346"/>
                    </a:lnTo>
                    <a:cubicBezTo>
                      <a:pt x="24645" y="1344"/>
                      <a:pt x="24613" y="1343"/>
                      <a:pt x="24581" y="1343"/>
                    </a:cubicBezTo>
                    <a:cubicBezTo>
                      <a:pt x="23850" y="1343"/>
                      <a:pt x="23172" y="1738"/>
                      <a:pt x="22813" y="2384"/>
                    </a:cubicBezTo>
                    <a:lnTo>
                      <a:pt x="4230" y="35572"/>
                    </a:lnTo>
                    <a:cubicBezTo>
                      <a:pt x="3749" y="35309"/>
                      <a:pt x="3200" y="35179"/>
                      <a:pt x="2673" y="35179"/>
                    </a:cubicBezTo>
                    <a:cubicBezTo>
                      <a:pt x="1736" y="35179"/>
                      <a:pt x="867" y="35591"/>
                      <a:pt x="567" y="36401"/>
                    </a:cubicBezTo>
                    <a:cubicBezTo>
                      <a:pt x="0" y="37930"/>
                      <a:pt x="740" y="39484"/>
                      <a:pt x="1919" y="40469"/>
                    </a:cubicBezTo>
                    <a:cubicBezTo>
                      <a:pt x="3094" y="41453"/>
                      <a:pt x="3938" y="41349"/>
                      <a:pt x="4010" y="41367"/>
                    </a:cubicBezTo>
                    <a:cubicBezTo>
                      <a:pt x="4010" y="41367"/>
                      <a:pt x="4018" y="41356"/>
                      <a:pt x="4018" y="41352"/>
                    </a:cubicBezTo>
                    <a:cubicBezTo>
                      <a:pt x="4083" y="41367"/>
                      <a:pt x="4144" y="41392"/>
                      <a:pt x="4216" y="41399"/>
                    </a:cubicBezTo>
                    <a:lnTo>
                      <a:pt x="28590" y="43999"/>
                    </a:lnTo>
                    <a:cubicBezTo>
                      <a:pt x="28662" y="44007"/>
                      <a:pt x="28734" y="44011"/>
                      <a:pt x="28805" y="44011"/>
                    </a:cubicBezTo>
                    <a:cubicBezTo>
                      <a:pt x="29576" y="44011"/>
                      <a:pt x="30288" y="43573"/>
                      <a:pt x="30635" y="42867"/>
                    </a:cubicBezTo>
                    <a:lnTo>
                      <a:pt x="49015" y="5284"/>
                    </a:lnTo>
                    <a:cubicBezTo>
                      <a:pt x="49040" y="5222"/>
                      <a:pt x="49058" y="5161"/>
                      <a:pt x="49076" y="5096"/>
                    </a:cubicBezTo>
                    <a:cubicBezTo>
                      <a:pt x="49091" y="5071"/>
                      <a:pt x="49105" y="5046"/>
                      <a:pt x="49120" y="5017"/>
                    </a:cubicBezTo>
                    <a:cubicBezTo>
                      <a:pt x="50342" y="2474"/>
                      <a:pt x="47064" y="80"/>
                      <a:pt x="454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41"/>
              <p:cNvSpPr/>
              <p:nvPr/>
            </p:nvSpPr>
            <p:spPr>
              <a:xfrm>
                <a:off x="8437220" y="4201806"/>
                <a:ext cx="360728" cy="703326"/>
              </a:xfrm>
              <a:custGeom>
                <a:rect b="b" l="l" r="r" t="t"/>
                <a:pathLst>
                  <a:path extrusionOk="0" h="42984" w="22046">
                    <a:moveTo>
                      <a:pt x="17202" y="1"/>
                    </a:moveTo>
                    <a:cubicBezTo>
                      <a:pt x="16888" y="722"/>
                      <a:pt x="16661" y="1475"/>
                      <a:pt x="16520" y="2247"/>
                    </a:cubicBezTo>
                    <a:lnTo>
                      <a:pt x="14072" y="2143"/>
                    </a:lnTo>
                    <a:cubicBezTo>
                      <a:pt x="10614" y="10916"/>
                      <a:pt x="1" y="41378"/>
                      <a:pt x="1" y="41378"/>
                    </a:cubicBezTo>
                    <a:cubicBezTo>
                      <a:pt x="1" y="41378"/>
                      <a:pt x="427" y="42983"/>
                      <a:pt x="1710" y="42983"/>
                    </a:cubicBezTo>
                    <a:cubicBezTo>
                      <a:pt x="1900" y="42983"/>
                      <a:pt x="2109" y="42948"/>
                      <a:pt x="2338" y="42867"/>
                    </a:cubicBezTo>
                    <a:lnTo>
                      <a:pt x="20718" y="5284"/>
                    </a:lnTo>
                    <a:cubicBezTo>
                      <a:pt x="20743" y="5222"/>
                      <a:pt x="20761" y="5161"/>
                      <a:pt x="20779" y="5096"/>
                    </a:cubicBezTo>
                    <a:cubicBezTo>
                      <a:pt x="20794" y="5071"/>
                      <a:pt x="20808" y="5046"/>
                      <a:pt x="20823" y="5017"/>
                    </a:cubicBezTo>
                    <a:cubicBezTo>
                      <a:pt x="22045" y="2474"/>
                      <a:pt x="18767" y="80"/>
                      <a:pt x="172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41"/>
              <p:cNvSpPr/>
              <p:nvPr/>
            </p:nvSpPr>
            <p:spPr>
              <a:xfrm>
                <a:off x="7974540" y="4185019"/>
                <a:ext cx="780720" cy="698155"/>
              </a:xfrm>
              <a:custGeom>
                <a:rect b="b" l="l" r="r" t="t"/>
                <a:pathLst>
                  <a:path extrusionOk="0" h="42668" w="47714">
                    <a:moveTo>
                      <a:pt x="22650" y="1"/>
                    </a:moveTo>
                    <a:cubicBezTo>
                      <a:pt x="21915" y="1"/>
                      <a:pt x="21230" y="396"/>
                      <a:pt x="20869" y="1041"/>
                    </a:cubicBezTo>
                    <a:lnTo>
                      <a:pt x="711" y="37041"/>
                    </a:lnTo>
                    <a:cubicBezTo>
                      <a:pt x="0" y="38314"/>
                      <a:pt x="823" y="39901"/>
                      <a:pt x="2272" y="40056"/>
                    </a:cubicBezTo>
                    <a:lnTo>
                      <a:pt x="26646" y="42656"/>
                    </a:lnTo>
                    <a:cubicBezTo>
                      <a:pt x="26718" y="42664"/>
                      <a:pt x="26790" y="42667"/>
                      <a:pt x="26862" y="42667"/>
                    </a:cubicBezTo>
                    <a:cubicBezTo>
                      <a:pt x="27632" y="42667"/>
                      <a:pt x="28344" y="42230"/>
                      <a:pt x="28691" y="41527"/>
                    </a:cubicBezTo>
                    <a:lnTo>
                      <a:pt x="47068" y="3944"/>
                    </a:lnTo>
                    <a:cubicBezTo>
                      <a:pt x="47713" y="2628"/>
                      <a:pt x="46797" y="1084"/>
                      <a:pt x="45333" y="1016"/>
                    </a:cubicBezTo>
                    <a:lnTo>
                      <a:pt x="22737" y="2"/>
                    </a:lnTo>
                    <a:cubicBezTo>
                      <a:pt x="22708" y="1"/>
                      <a:pt x="22679" y="1"/>
                      <a:pt x="226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41"/>
              <p:cNvSpPr/>
              <p:nvPr/>
            </p:nvSpPr>
            <p:spPr>
              <a:xfrm>
                <a:off x="8027109" y="4219754"/>
                <a:ext cx="676508" cy="626455"/>
              </a:xfrm>
              <a:custGeom>
                <a:rect b="b" l="l" r="r" t="t"/>
                <a:pathLst>
                  <a:path extrusionOk="0" h="38286" w="41345">
                    <a:moveTo>
                      <a:pt x="21235" y="0"/>
                    </a:moveTo>
                    <a:cubicBezTo>
                      <a:pt x="20103" y="0"/>
                      <a:pt x="19054" y="615"/>
                      <a:pt x="18496" y="1608"/>
                    </a:cubicBezTo>
                    <a:lnTo>
                      <a:pt x="17288" y="3765"/>
                    </a:lnTo>
                    <a:lnTo>
                      <a:pt x="13765" y="10050"/>
                    </a:lnTo>
                    <a:lnTo>
                      <a:pt x="9164" y="18258"/>
                    </a:lnTo>
                    <a:lnTo>
                      <a:pt x="909" y="32985"/>
                    </a:lnTo>
                    <a:lnTo>
                      <a:pt x="650" y="33450"/>
                    </a:lnTo>
                    <a:cubicBezTo>
                      <a:pt x="0" y="34612"/>
                      <a:pt x="747" y="36054"/>
                      <a:pt x="2067" y="36195"/>
                    </a:cubicBezTo>
                    <a:lnTo>
                      <a:pt x="4977" y="36505"/>
                    </a:lnTo>
                    <a:lnTo>
                      <a:pt x="14494" y="37522"/>
                    </a:lnTo>
                    <a:lnTo>
                      <a:pt x="21461" y="38268"/>
                    </a:lnTo>
                    <a:cubicBezTo>
                      <a:pt x="21570" y="38280"/>
                      <a:pt x="21679" y="38285"/>
                      <a:pt x="21788" y="38285"/>
                    </a:cubicBezTo>
                    <a:cubicBezTo>
                      <a:pt x="22976" y="38285"/>
                      <a:pt x="24076" y="37610"/>
                      <a:pt x="24605" y="36527"/>
                    </a:cubicBezTo>
                    <a:lnTo>
                      <a:pt x="26585" y="32480"/>
                    </a:lnTo>
                    <a:lnTo>
                      <a:pt x="30869" y="23735"/>
                    </a:lnTo>
                    <a:lnTo>
                      <a:pt x="36127" y="12989"/>
                    </a:lnTo>
                    <a:lnTo>
                      <a:pt x="40739" y="3573"/>
                    </a:lnTo>
                    <a:cubicBezTo>
                      <a:pt x="41345" y="2329"/>
                      <a:pt x="40479" y="869"/>
                      <a:pt x="39095" y="808"/>
                    </a:cubicBezTo>
                    <a:lnTo>
                      <a:pt x="37717" y="746"/>
                    </a:lnTo>
                    <a:lnTo>
                      <a:pt x="31331" y="454"/>
                    </a:lnTo>
                    <a:lnTo>
                      <a:pt x="23311" y="94"/>
                    </a:lnTo>
                    <a:lnTo>
                      <a:pt x="21378" y="3"/>
                    </a:lnTo>
                    <a:cubicBezTo>
                      <a:pt x="21330" y="1"/>
                      <a:pt x="21282" y="0"/>
                      <a:pt x="21235" y="0"/>
                    </a:cubicBezTo>
                    <a:close/>
                  </a:path>
                </a:pathLst>
              </a:custGeom>
              <a:solidFill>
                <a:srgbClr val="D5F2ED">
                  <a:alpha val="38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41"/>
              <p:cNvSpPr/>
              <p:nvPr/>
            </p:nvSpPr>
            <p:spPr>
              <a:xfrm>
                <a:off x="8467963" y="4197781"/>
                <a:ext cx="102986" cy="22695"/>
              </a:xfrm>
              <a:custGeom>
                <a:rect b="b" l="l" r="r" t="t"/>
                <a:pathLst>
                  <a:path extrusionOk="0" h="1387" w="6294">
                    <a:moveTo>
                      <a:pt x="604" y="1"/>
                    </a:moveTo>
                    <a:cubicBezTo>
                      <a:pt x="289" y="1"/>
                      <a:pt x="26" y="250"/>
                      <a:pt x="11" y="564"/>
                    </a:cubicBezTo>
                    <a:cubicBezTo>
                      <a:pt x="1" y="888"/>
                      <a:pt x="253" y="1162"/>
                      <a:pt x="574" y="1177"/>
                    </a:cubicBezTo>
                    <a:lnTo>
                      <a:pt x="5669" y="1386"/>
                    </a:lnTo>
                    <a:cubicBezTo>
                      <a:pt x="5676" y="1386"/>
                      <a:pt x="5683" y="1386"/>
                      <a:pt x="5690" y="1386"/>
                    </a:cubicBezTo>
                    <a:cubicBezTo>
                      <a:pt x="6002" y="1386"/>
                      <a:pt x="6265" y="1141"/>
                      <a:pt x="6279" y="827"/>
                    </a:cubicBezTo>
                    <a:cubicBezTo>
                      <a:pt x="6293" y="503"/>
                      <a:pt x="6041" y="228"/>
                      <a:pt x="5716" y="214"/>
                    </a:cubicBezTo>
                    <a:lnTo>
                      <a:pt x="624" y="1"/>
                    </a:lnTo>
                    <a:cubicBezTo>
                      <a:pt x="618" y="1"/>
                      <a:pt x="611" y="1"/>
                      <a:pt x="6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41"/>
              <p:cNvSpPr/>
              <p:nvPr/>
            </p:nvSpPr>
            <p:spPr>
              <a:xfrm>
                <a:off x="8108523" y="4608023"/>
                <a:ext cx="423691" cy="225655"/>
              </a:xfrm>
              <a:custGeom>
                <a:rect b="b" l="l" r="r" t="t"/>
                <a:pathLst>
                  <a:path extrusionOk="0" h="13791" w="25894">
                    <a:moveTo>
                      <a:pt x="25893" y="1"/>
                    </a:moveTo>
                    <a:lnTo>
                      <a:pt x="1" y="12774"/>
                    </a:lnTo>
                    <a:lnTo>
                      <a:pt x="9518" y="13791"/>
                    </a:lnTo>
                    <a:lnTo>
                      <a:pt x="21609" y="8746"/>
                    </a:lnTo>
                    <a:lnTo>
                      <a:pt x="258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41"/>
              <p:cNvSpPr/>
              <p:nvPr/>
            </p:nvSpPr>
            <p:spPr>
              <a:xfrm>
                <a:off x="8252322" y="4221275"/>
                <a:ext cx="287375" cy="162938"/>
              </a:xfrm>
              <a:custGeom>
                <a:rect b="b" l="l" r="r" t="t"/>
                <a:pathLst>
                  <a:path extrusionOk="0" h="9958" w="17563">
                    <a:moveTo>
                      <a:pt x="9546" y="1"/>
                    </a:moveTo>
                    <a:lnTo>
                      <a:pt x="3523" y="3672"/>
                    </a:lnTo>
                    <a:lnTo>
                      <a:pt x="0" y="9957"/>
                    </a:lnTo>
                    <a:lnTo>
                      <a:pt x="0" y="9957"/>
                    </a:lnTo>
                    <a:lnTo>
                      <a:pt x="17562" y="361"/>
                    </a:lnTo>
                    <a:lnTo>
                      <a:pt x="95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41"/>
              <p:cNvSpPr/>
              <p:nvPr/>
            </p:nvSpPr>
            <p:spPr>
              <a:xfrm>
                <a:off x="8041981" y="4231959"/>
                <a:ext cx="661634" cy="527527"/>
              </a:xfrm>
              <a:custGeom>
                <a:rect b="b" l="l" r="r" t="t"/>
                <a:pathLst>
                  <a:path extrusionOk="0" h="32240" w="40436">
                    <a:moveTo>
                      <a:pt x="36808" y="0"/>
                    </a:moveTo>
                    <a:lnTo>
                      <a:pt x="8251" y="17512"/>
                    </a:lnTo>
                    <a:lnTo>
                      <a:pt x="0" y="32239"/>
                    </a:lnTo>
                    <a:lnTo>
                      <a:pt x="35218" y="12243"/>
                    </a:lnTo>
                    <a:lnTo>
                      <a:pt x="39830" y="2827"/>
                    </a:lnTo>
                    <a:cubicBezTo>
                      <a:pt x="40436" y="1583"/>
                      <a:pt x="39570" y="123"/>
                      <a:pt x="38186" y="62"/>
                    </a:cubicBezTo>
                    <a:lnTo>
                      <a:pt x="3680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3" name="Google Shape;1263;p41"/>
            <p:cNvGrpSpPr/>
            <p:nvPr/>
          </p:nvGrpSpPr>
          <p:grpSpPr>
            <a:xfrm flipH="1">
              <a:off x="6741023" y="1825237"/>
              <a:ext cx="819057" cy="572680"/>
              <a:chOff x="468325" y="4472675"/>
              <a:chExt cx="806000" cy="563550"/>
            </a:xfrm>
          </p:grpSpPr>
          <p:sp>
            <p:nvSpPr>
              <p:cNvPr id="1264" name="Google Shape;1264;p41"/>
              <p:cNvSpPr/>
              <p:nvPr/>
            </p:nvSpPr>
            <p:spPr>
              <a:xfrm>
                <a:off x="951375" y="4472675"/>
                <a:ext cx="322950" cy="199350"/>
              </a:xfrm>
              <a:custGeom>
                <a:rect b="b" l="l" r="r" t="t"/>
                <a:pathLst>
                  <a:path extrusionOk="0" h="7974" w="12918">
                    <a:moveTo>
                      <a:pt x="4371" y="0"/>
                    </a:moveTo>
                    <a:cubicBezTo>
                      <a:pt x="3205" y="484"/>
                      <a:pt x="1" y="2913"/>
                      <a:pt x="1" y="2913"/>
                    </a:cubicBezTo>
                    <a:cubicBezTo>
                      <a:pt x="1" y="2913"/>
                      <a:pt x="5898" y="6585"/>
                      <a:pt x="8388" y="7673"/>
                    </a:cubicBezTo>
                    <a:cubicBezTo>
                      <a:pt x="8823" y="7863"/>
                      <a:pt x="9153" y="7973"/>
                      <a:pt x="9328" y="7973"/>
                    </a:cubicBezTo>
                    <a:cubicBezTo>
                      <a:pt x="9371" y="7973"/>
                      <a:pt x="9404" y="7967"/>
                      <a:pt x="9428" y="7953"/>
                    </a:cubicBezTo>
                    <a:cubicBezTo>
                      <a:pt x="10119" y="7551"/>
                      <a:pt x="12731" y="5049"/>
                      <a:pt x="12731" y="5049"/>
                    </a:cubicBezTo>
                    <a:cubicBezTo>
                      <a:pt x="12917" y="3741"/>
                      <a:pt x="12475" y="1991"/>
                      <a:pt x="12438" y="1852"/>
                    </a:cubicBezTo>
                    <a:lnTo>
                      <a:pt x="12438" y="1844"/>
                    </a:lnTo>
                    <a:cubicBezTo>
                      <a:pt x="11272" y="971"/>
                      <a:pt x="4371" y="0"/>
                      <a:pt x="43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41"/>
              <p:cNvSpPr/>
              <p:nvPr/>
            </p:nvSpPr>
            <p:spPr>
              <a:xfrm>
                <a:off x="1150925" y="4518975"/>
                <a:ext cx="123400" cy="153050"/>
              </a:xfrm>
              <a:custGeom>
                <a:rect b="b" l="l" r="r" t="t"/>
                <a:pathLst>
                  <a:path extrusionOk="0" h="6122" w="4936">
                    <a:moveTo>
                      <a:pt x="4456" y="0"/>
                    </a:moveTo>
                    <a:lnTo>
                      <a:pt x="0" y="3827"/>
                    </a:lnTo>
                    <a:lnTo>
                      <a:pt x="406" y="5821"/>
                    </a:lnTo>
                    <a:cubicBezTo>
                      <a:pt x="841" y="6011"/>
                      <a:pt x="1171" y="6121"/>
                      <a:pt x="1346" y="6121"/>
                    </a:cubicBezTo>
                    <a:cubicBezTo>
                      <a:pt x="1389" y="6121"/>
                      <a:pt x="1422" y="6115"/>
                      <a:pt x="1446" y="6101"/>
                    </a:cubicBezTo>
                    <a:cubicBezTo>
                      <a:pt x="2137" y="5699"/>
                      <a:pt x="4749" y="3197"/>
                      <a:pt x="4749" y="3197"/>
                    </a:cubicBezTo>
                    <a:cubicBezTo>
                      <a:pt x="4935" y="1889"/>
                      <a:pt x="4493" y="139"/>
                      <a:pt x="44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41"/>
              <p:cNvSpPr/>
              <p:nvPr/>
            </p:nvSpPr>
            <p:spPr>
              <a:xfrm>
                <a:off x="468325" y="4535725"/>
                <a:ext cx="728525" cy="495400"/>
              </a:xfrm>
              <a:custGeom>
                <a:rect b="b" l="l" r="r" t="t"/>
                <a:pathLst>
                  <a:path extrusionOk="0" h="19816" w="29141">
                    <a:moveTo>
                      <a:pt x="18648" y="1"/>
                    </a:moveTo>
                    <a:cubicBezTo>
                      <a:pt x="9326" y="5245"/>
                      <a:pt x="386" y="12629"/>
                      <a:pt x="386" y="12629"/>
                    </a:cubicBezTo>
                    <a:cubicBezTo>
                      <a:pt x="0" y="16610"/>
                      <a:pt x="2912" y="18263"/>
                      <a:pt x="2912" y="18263"/>
                    </a:cubicBezTo>
                    <a:cubicBezTo>
                      <a:pt x="6808" y="19735"/>
                      <a:pt x="11313" y="19816"/>
                      <a:pt x="12253" y="19816"/>
                    </a:cubicBezTo>
                    <a:cubicBezTo>
                      <a:pt x="12368" y="19816"/>
                      <a:pt x="12430" y="19815"/>
                      <a:pt x="12430" y="19815"/>
                    </a:cubicBezTo>
                    <a:cubicBezTo>
                      <a:pt x="12454" y="19798"/>
                      <a:pt x="12482" y="19782"/>
                      <a:pt x="12507" y="19770"/>
                    </a:cubicBezTo>
                    <a:cubicBezTo>
                      <a:pt x="12572" y="19733"/>
                      <a:pt x="12637" y="19693"/>
                      <a:pt x="12698" y="19652"/>
                    </a:cubicBezTo>
                    <a:cubicBezTo>
                      <a:pt x="12718" y="19640"/>
                      <a:pt x="12734" y="19628"/>
                      <a:pt x="12750" y="19616"/>
                    </a:cubicBezTo>
                    <a:cubicBezTo>
                      <a:pt x="12799" y="19591"/>
                      <a:pt x="12844" y="19563"/>
                      <a:pt x="12889" y="19530"/>
                    </a:cubicBezTo>
                    <a:cubicBezTo>
                      <a:pt x="17807" y="16427"/>
                      <a:pt x="28746" y="7775"/>
                      <a:pt x="28746" y="7775"/>
                    </a:cubicBezTo>
                    <a:cubicBezTo>
                      <a:pt x="29140" y="5830"/>
                      <a:pt x="28165" y="2527"/>
                      <a:pt x="28165" y="2527"/>
                    </a:cubicBezTo>
                    <a:cubicBezTo>
                      <a:pt x="27808" y="2353"/>
                      <a:pt x="27410" y="2186"/>
                      <a:pt x="26996" y="2028"/>
                    </a:cubicBezTo>
                    <a:cubicBezTo>
                      <a:pt x="23535" y="699"/>
                      <a:pt x="18648" y="1"/>
                      <a:pt x="186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41"/>
              <p:cNvSpPr/>
              <p:nvPr/>
            </p:nvSpPr>
            <p:spPr>
              <a:xfrm>
                <a:off x="468325" y="4604000"/>
                <a:ext cx="728525" cy="432225"/>
              </a:xfrm>
              <a:custGeom>
                <a:rect b="b" l="l" r="r" t="t"/>
                <a:pathLst>
                  <a:path extrusionOk="0" h="17289" w="29141">
                    <a:moveTo>
                      <a:pt x="28165" y="0"/>
                    </a:moveTo>
                    <a:lnTo>
                      <a:pt x="27763" y="301"/>
                    </a:lnTo>
                    <a:cubicBezTo>
                      <a:pt x="24566" y="2632"/>
                      <a:pt x="17775" y="7673"/>
                      <a:pt x="13884" y="10561"/>
                    </a:cubicBezTo>
                    <a:lnTo>
                      <a:pt x="13380" y="10935"/>
                    </a:lnTo>
                    <a:lnTo>
                      <a:pt x="11113" y="12612"/>
                    </a:lnTo>
                    <a:cubicBezTo>
                      <a:pt x="11089" y="12633"/>
                      <a:pt x="11073" y="12649"/>
                      <a:pt x="11057" y="12661"/>
                    </a:cubicBezTo>
                    <a:cubicBezTo>
                      <a:pt x="11040" y="12669"/>
                      <a:pt x="11024" y="12682"/>
                      <a:pt x="11008" y="12694"/>
                    </a:cubicBezTo>
                    <a:lnTo>
                      <a:pt x="10988" y="12718"/>
                    </a:lnTo>
                    <a:cubicBezTo>
                      <a:pt x="10983" y="12718"/>
                      <a:pt x="10979" y="12722"/>
                      <a:pt x="10975" y="12726"/>
                    </a:cubicBezTo>
                    <a:cubicBezTo>
                      <a:pt x="5244" y="12243"/>
                      <a:pt x="386" y="10102"/>
                      <a:pt x="386" y="10102"/>
                    </a:cubicBezTo>
                    <a:lnTo>
                      <a:pt x="386" y="10102"/>
                    </a:lnTo>
                    <a:cubicBezTo>
                      <a:pt x="0" y="14083"/>
                      <a:pt x="2912" y="15736"/>
                      <a:pt x="2912" y="15736"/>
                    </a:cubicBezTo>
                    <a:cubicBezTo>
                      <a:pt x="6808" y="17208"/>
                      <a:pt x="11313" y="17289"/>
                      <a:pt x="12253" y="17289"/>
                    </a:cubicBezTo>
                    <a:cubicBezTo>
                      <a:pt x="12368" y="17289"/>
                      <a:pt x="12430" y="17288"/>
                      <a:pt x="12430" y="17288"/>
                    </a:cubicBezTo>
                    <a:cubicBezTo>
                      <a:pt x="12454" y="17271"/>
                      <a:pt x="12482" y="17255"/>
                      <a:pt x="12507" y="17243"/>
                    </a:cubicBezTo>
                    <a:cubicBezTo>
                      <a:pt x="12572" y="17206"/>
                      <a:pt x="12637" y="17166"/>
                      <a:pt x="12698" y="17125"/>
                    </a:cubicBezTo>
                    <a:cubicBezTo>
                      <a:pt x="12718" y="17113"/>
                      <a:pt x="12734" y="17101"/>
                      <a:pt x="12750" y="17089"/>
                    </a:cubicBezTo>
                    <a:cubicBezTo>
                      <a:pt x="12799" y="17064"/>
                      <a:pt x="12844" y="17036"/>
                      <a:pt x="12889" y="17003"/>
                    </a:cubicBezTo>
                    <a:cubicBezTo>
                      <a:pt x="17807" y="13900"/>
                      <a:pt x="28746" y="5248"/>
                      <a:pt x="28746" y="5248"/>
                    </a:cubicBezTo>
                    <a:cubicBezTo>
                      <a:pt x="29140" y="3303"/>
                      <a:pt x="28165" y="0"/>
                      <a:pt x="281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41"/>
              <p:cNvSpPr/>
              <p:nvPr/>
            </p:nvSpPr>
            <p:spPr>
              <a:xfrm>
                <a:off x="742700" y="4604000"/>
                <a:ext cx="454150" cy="432200"/>
              </a:xfrm>
              <a:custGeom>
                <a:rect b="b" l="l" r="r" t="t"/>
                <a:pathLst>
                  <a:path extrusionOk="0" h="17288" w="18166">
                    <a:moveTo>
                      <a:pt x="17190" y="0"/>
                    </a:moveTo>
                    <a:lnTo>
                      <a:pt x="16788" y="301"/>
                    </a:lnTo>
                    <a:lnTo>
                      <a:pt x="2909" y="10561"/>
                    </a:lnTo>
                    <a:lnTo>
                      <a:pt x="2405" y="10935"/>
                    </a:lnTo>
                    <a:lnTo>
                      <a:pt x="138" y="12612"/>
                    </a:lnTo>
                    <a:cubicBezTo>
                      <a:pt x="114" y="12633"/>
                      <a:pt x="98" y="12649"/>
                      <a:pt x="82" y="12661"/>
                    </a:cubicBezTo>
                    <a:cubicBezTo>
                      <a:pt x="65" y="12669"/>
                      <a:pt x="49" y="12682"/>
                      <a:pt x="33" y="12694"/>
                    </a:cubicBezTo>
                    <a:lnTo>
                      <a:pt x="13" y="12718"/>
                    </a:lnTo>
                    <a:cubicBezTo>
                      <a:pt x="8" y="12718"/>
                      <a:pt x="4" y="12722"/>
                      <a:pt x="0" y="12726"/>
                    </a:cubicBezTo>
                    <a:lnTo>
                      <a:pt x="1455" y="17288"/>
                    </a:lnTo>
                    <a:cubicBezTo>
                      <a:pt x="1479" y="17271"/>
                      <a:pt x="1507" y="17255"/>
                      <a:pt x="1532" y="17243"/>
                    </a:cubicBezTo>
                    <a:cubicBezTo>
                      <a:pt x="1597" y="17206"/>
                      <a:pt x="1662" y="17166"/>
                      <a:pt x="1723" y="17125"/>
                    </a:cubicBezTo>
                    <a:cubicBezTo>
                      <a:pt x="1743" y="17113"/>
                      <a:pt x="1759" y="17101"/>
                      <a:pt x="1775" y="17089"/>
                    </a:cubicBezTo>
                    <a:cubicBezTo>
                      <a:pt x="1824" y="17064"/>
                      <a:pt x="1869" y="17036"/>
                      <a:pt x="1914" y="17003"/>
                    </a:cubicBezTo>
                    <a:cubicBezTo>
                      <a:pt x="6832" y="13900"/>
                      <a:pt x="17771" y="5248"/>
                      <a:pt x="17771" y="5248"/>
                    </a:cubicBezTo>
                    <a:cubicBezTo>
                      <a:pt x="18165" y="3303"/>
                      <a:pt x="17190" y="0"/>
                      <a:pt x="1719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41"/>
              <p:cNvSpPr/>
              <p:nvPr/>
            </p:nvSpPr>
            <p:spPr>
              <a:xfrm>
                <a:off x="674500" y="4535725"/>
                <a:ext cx="420275" cy="277400"/>
              </a:xfrm>
              <a:custGeom>
                <a:rect b="b" l="l" r="r" t="t"/>
                <a:pathLst>
                  <a:path extrusionOk="0" h="11096" w="16811">
                    <a:moveTo>
                      <a:pt x="13216" y="1"/>
                    </a:moveTo>
                    <a:cubicBezTo>
                      <a:pt x="13216" y="1"/>
                      <a:pt x="2533" y="8161"/>
                      <a:pt x="1075" y="9136"/>
                    </a:cubicBezTo>
                    <a:cubicBezTo>
                      <a:pt x="0" y="9852"/>
                      <a:pt x="826" y="11095"/>
                      <a:pt x="2192" y="11095"/>
                    </a:cubicBezTo>
                    <a:cubicBezTo>
                      <a:pt x="2679" y="11095"/>
                      <a:pt x="3234" y="10937"/>
                      <a:pt x="3797" y="10541"/>
                    </a:cubicBezTo>
                    <a:cubicBezTo>
                      <a:pt x="7270" y="8092"/>
                      <a:pt x="16811" y="976"/>
                      <a:pt x="16811" y="976"/>
                    </a:cubicBezTo>
                    <a:lnTo>
                      <a:pt x="1321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41"/>
              <p:cNvSpPr/>
              <p:nvPr/>
            </p:nvSpPr>
            <p:spPr>
              <a:xfrm>
                <a:off x="1030475" y="4501500"/>
                <a:ext cx="68075" cy="25625"/>
              </a:xfrm>
              <a:custGeom>
                <a:rect b="b" l="l" r="r" t="t"/>
                <a:pathLst>
                  <a:path extrusionOk="0" h="1025" w="2723">
                    <a:moveTo>
                      <a:pt x="1024" y="1"/>
                    </a:moveTo>
                    <a:lnTo>
                      <a:pt x="1" y="675"/>
                    </a:lnTo>
                    <a:lnTo>
                      <a:pt x="1849" y="1024"/>
                    </a:lnTo>
                    <a:lnTo>
                      <a:pt x="2722" y="305"/>
                    </a:lnTo>
                    <a:lnTo>
                      <a:pt x="10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41"/>
              <p:cNvSpPr/>
              <p:nvPr/>
            </p:nvSpPr>
            <p:spPr>
              <a:xfrm>
                <a:off x="1126850" y="4527100"/>
                <a:ext cx="68175" cy="25625"/>
              </a:xfrm>
              <a:custGeom>
                <a:rect b="b" l="l" r="r" t="t"/>
                <a:pathLst>
                  <a:path extrusionOk="0" h="1025" w="2727">
                    <a:moveTo>
                      <a:pt x="1024" y="0"/>
                    </a:moveTo>
                    <a:lnTo>
                      <a:pt x="1" y="675"/>
                    </a:lnTo>
                    <a:lnTo>
                      <a:pt x="1853" y="1024"/>
                    </a:lnTo>
                    <a:lnTo>
                      <a:pt x="2726" y="305"/>
                    </a:lnTo>
                    <a:lnTo>
                      <a:pt x="10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Behavior Across Screens </a:t>
            </a:r>
            <a:endParaRPr/>
          </a:p>
        </p:txBody>
      </p:sp>
      <p:sp>
        <p:nvSpPr>
          <p:cNvPr id="1277" name="Google Shape;1277;p42"/>
          <p:cNvSpPr txBox="1"/>
          <p:nvPr>
            <p:ph idx="2" type="subTitle"/>
          </p:nvPr>
        </p:nvSpPr>
        <p:spPr>
          <a:xfrm>
            <a:off x="772100" y="1445250"/>
            <a:ext cx="5223300" cy="322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Digital behaviors will vary across devices due to accessibility and comfortability</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Smartphones  → Used for many things in all aspects of life including work, school, home time  </a:t>
            </a:r>
            <a:endParaRPr/>
          </a:p>
          <a:p>
            <a:pPr indent="-317500" lvl="0" marL="457200" rtl="0" algn="l">
              <a:spcBef>
                <a:spcPts val="0"/>
              </a:spcBef>
              <a:spcAft>
                <a:spcPts val="0"/>
              </a:spcAft>
              <a:buSzPts val="1400"/>
              <a:buChar char="-"/>
            </a:pPr>
            <a:r>
              <a:rPr lang="en"/>
              <a:t>Tablets → Similar </a:t>
            </a:r>
            <a:r>
              <a:rPr lang="en"/>
              <a:t>accessibility</a:t>
            </a:r>
            <a:r>
              <a:rPr lang="en"/>
              <a:t> to smartphones but differing comfortability </a:t>
            </a:r>
            <a:endParaRPr/>
          </a:p>
          <a:p>
            <a:pPr indent="-317500" lvl="0" marL="457200" rtl="0" algn="l">
              <a:spcBef>
                <a:spcPts val="0"/>
              </a:spcBef>
              <a:spcAft>
                <a:spcPts val="0"/>
              </a:spcAft>
              <a:buSzPts val="1400"/>
              <a:buChar char="-"/>
            </a:pPr>
            <a:r>
              <a:rPr lang="en"/>
              <a:t>TV’s → Has less accessibility to the internet than </a:t>
            </a:r>
            <a:r>
              <a:rPr lang="en"/>
              <a:t>smartphones and tablets which can lessen screen time on this device</a:t>
            </a:r>
            <a:endParaRPr/>
          </a:p>
          <a:p>
            <a:pPr indent="-317500" lvl="0" marL="457200" rtl="0" algn="l">
              <a:spcBef>
                <a:spcPts val="0"/>
              </a:spcBef>
              <a:spcAft>
                <a:spcPts val="0"/>
              </a:spcAft>
              <a:buSzPts val="1400"/>
              <a:buChar char="-"/>
            </a:pPr>
            <a:r>
              <a:rPr lang="en"/>
              <a:t>Consoles → Mostly used for gaming </a:t>
            </a:r>
            <a:endParaRPr/>
          </a:p>
        </p:txBody>
      </p:sp>
      <p:pic>
        <p:nvPicPr>
          <p:cNvPr id="1278" name="Google Shape;1278;p42"/>
          <p:cNvPicPr preferRelativeResize="0"/>
          <p:nvPr/>
        </p:nvPicPr>
        <p:blipFill>
          <a:blip r:embed="rId3">
            <a:alphaModFix/>
          </a:blip>
          <a:stretch>
            <a:fillRect/>
          </a:stretch>
        </p:blipFill>
        <p:spPr>
          <a:xfrm>
            <a:off x="5995400" y="1181400"/>
            <a:ext cx="2951600" cy="2951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2" name="Shape 1282"/>
        <p:cNvGrpSpPr/>
        <p:nvPr/>
      </p:nvGrpSpPr>
      <p:grpSpPr>
        <a:xfrm>
          <a:off x="0" y="0"/>
          <a:ext cx="0" cy="0"/>
          <a:chOff x="0" y="0"/>
          <a:chExt cx="0" cy="0"/>
        </a:xfrm>
      </p:grpSpPr>
      <p:pic>
        <p:nvPicPr>
          <p:cNvPr id="1283" name="Google Shape;1283;p43" title="Screenshot 2025-12-02 at 11.42.45 AM.png"/>
          <p:cNvPicPr preferRelativeResize="0"/>
          <p:nvPr/>
        </p:nvPicPr>
        <p:blipFill>
          <a:blip r:embed="rId3">
            <a:alphaModFix/>
          </a:blip>
          <a:stretch>
            <a:fillRect/>
          </a:stretch>
        </p:blipFill>
        <p:spPr>
          <a:xfrm>
            <a:off x="443050" y="4200713"/>
            <a:ext cx="2895025" cy="896075"/>
          </a:xfrm>
          <a:prstGeom prst="rect">
            <a:avLst/>
          </a:prstGeom>
          <a:noFill/>
          <a:ln>
            <a:noFill/>
          </a:ln>
        </p:spPr>
      </p:pic>
      <p:sp>
        <p:nvSpPr>
          <p:cNvPr id="1284" name="Google Shape;1284;p43"/>
          <p:cNvSpPr txBox="1"/>
          <p:nvPr>
            <p:ph type="title"/>
          </p:nvPr>
        </p:nvSpPr>
        <p:spPr>
          <a:xfrm>
            <a:off x="757225" y="4748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Effect on Attention </a:t>
            </a:r>
            <a:endParaRPr/>
          </a:p>
        </p:txBody>
      </p:sp>
      <p:sp>
        <p:nvSpPr>
          <p:cNvPr id="1285" name="Google Shape;1285;p43"/>
          <p:cNvSpPr txBox="1"/>
          <p:nvPr/>
        </p:nvSpPr>
        <p:spPr>
          <a:xfrm>
            <a:off x="690225" y="1413725"/>
            <a:ext cx="3794100" cy="2787000"/>
          </a:xfrm>
          <a:prstGeom prst="rect">
            <a:avLst/>
          </a:prstGeom>
          <a:solidFill>
            <a:schemeClr val="dk2"/>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300">
                <a:solidFill>
                  <a:schemeClr val="dk1"/>
                </a:solidFill>
                <a:latin typeface="Source Sans 3"/>
                <a:ea typeface="Source Sans 3"/>
                <a:cs typeface="Source Sans 3"/>
                <a:sym typeface="Source Sans 3"/>
              </a:rPr>
              <a:t>Your digital behavior can impact your attention span</a:t>
            </a:r>
            <a:endParaRPr sz="1300">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None/>
            </a:pPr>
            <a:r>
              <a:t/>
            </a:r>
            <a:endParaRPr sz="1300">
              <a:solidFill>
                <a:schemeClr val="dk1"/>
              </a:solidFill>
              <a:latin typeface="Source Sans 3"/>
              <a:ea typeface="Source Sans 3"/>
              <a:cs typeface="Source Sans 3"/>
              <a:sym typeface="Source Sans 3"/>
            </a:endParaRPr>
          </a:p>
          <a:p>
            <a:pPr indent="-311150" lvl="0" marL="457200" rtl="0" algn="l">
              <a:lnSpc>
                <a:spcPct val="115000"/>
              </a:lnSpc>
              <a:spcBef>
                <a:spcPts val="0"/>
              </a:spcBef>
              <a:spcAft>
                <a:spcPts val="0"/>
              </a:spcAft>
              <a:buClr>
                <a:schemeClr val="dk1"/>
              </a:buClr>
              <a:buSzPts val="1300"/>
              <a:buFont typeface="Source Sans 3"/>
              <a:buChar char="-"/>
            </a:pPr>
            <a:r>
              <a:rPr lang="en" sz="1300">
                <a:solidFill>
                  <a:schemeClr val="dk1"/>
                </a:solidFill>
                <a:latin typeface="Source Sans 3"/>
                <a:ea typeface="Source Sans 3"/>
                <a:cs typeface="Source Sans 3"/>
                <a:sym typeface="Source Sans 3"/>
              </a:rPr>
              <a:t>Multitasking </a:t>
            </a:r>
            <a:endParaRPr sz="1300">
              <a:solidFill>
                <a:schemeClr val="dk1"/>
              </a:solidFill>
              <a:latin typeface="Source Sans 3"/>
              <a:ea typeface="Source Sans 3"/>
              <a:cs typeface="Source Sans 3"/>
              <a:sym typeface="Source Sans 3"/>
            </a:endParaRPr>
          </a:p>
          <a:p>
            <a:pPr indent="-311150" lvl="0" marL="457200" rtl="0" algn="l">
              <a:lnSpc>
                <a:spcPct val="115000"/>
              </a:lnSpc>
              <a:spcBef>
                <a:spcPts val="0"/>
              </a:spcBef>
              <a:spcAft>
                <a:spcPts val="0"/>
              </a:spcAft>
              <a:buClr>
                <a:schemeClr val="dk1"/>
              </a:buClr>
              <a:buSzPts val="1300"/>
              <a:buFont typeface="Source Sans 3"/>
              <a:buChar char="-"/>
            </a:pPr>
            <a:r>
              <a:rPr lang="en" sz="1300">
                <a:solidFill>
                  <a:schemeClr val="dk1"/>
                </a:solidFill>
                <a:latin typeface="Source Sans 3"/>
                <a:ea typeface="Source Sans 3"/>
                <a:cs typeface="Source Sans 3"/>
                <a:sym typeface="Source Sans 3"/>
              </a:rPr>
              <a:t>Notifications</a:t>
            </a:r>
            <a:endParaRPr sz="1300">
              <a:solidFill>
                <a:schemeClr val="dk1"/>
              </a:solidFill>
              <a:latin typeface="Source Sans 3"/>
              <a:ea typeface="Source Sans 3"/>
              <a:cs typeface="Source Sans 3"/>
              <a:sym typeface="Source Sans 3"/>
            </a:endParaRPr>
          </a:p>
          <a:p>
            <a:pPr indent="-311150" lvl="0" marL="457200" rtl="0" algn="l">
              <a:lnSpc>
                <a:spcPct val="115000"/>
              </a:lnSpc>
              <a:spcBef>
                <a:spcPts val="0"/>
              </a:spcBef>
              <a:spcAft>
                <a:spcPts val="0"/>
              </a:spcAft>
              <a:buClr>
                <a:schemeClr val="dk1"/>
              </a:buClr>
              <a:buSzPts val="1300"/>
              <a:buFont typeface="Source Sans 3"/>
              <a:buChar char="-"/>
            </a:pPr>
            <a:r>
              <a:rPr lang="en" sz="1300">
                <a:solidFill>
                  <a:schemeClr val="dk1"/>
                </a:solidFill>
                <a:latin typeface="Source Sans 3"/>
                <a:ea typeface="Source Sans 3"/>
                <a:cs typeface="Source Sans 3"/>
                <a:sym typeface="Source Sans 3"/>
              </a:rPr>
              <a:t>Short form and rapid fire content</a:t>
            </a:r>
            <a:endParaRPr sz="1300">
              <a:solidFill>
                <a:schemeClr val="dk1"/>
              </a:solidFill>
              <a:latin typeface="Source Sans 3"/>
              <a:ea typeface="Source Sans 3"/>
              <a:cs typeface="Source Sans 3"/>
              <a:sym typeface="Source Sans 3"/>
            </a:endParaRPr>
          </a:p>
          <a:p>
            <a:pPr indent="-311150" lvl="0" marL="457200" rtl="0" algn="l">
              <a:lnSpc>
                <a:spcPct val="115000"/>
              </a:lnSpc>
              <a:spcBef>
                <a:spcPts val="0"/>
              </a:spcBef>
              <a:spcAft>
                <a:spcPts val="0"/>
              </a:spcAft>
              <a:buClr>
                <a:schemeClr val="dk1"/>
              </a:buClr>
              <a:buSzPts val="1300"/>
              <a:buFont typeface="Source Sans 3"/>
              <a:buChar char="-"/>
            </a:pPr>
            <a:r>
              <a:rPr lang="en" sz="1300">
                <a:solidFill>
                  <a:schemeClr val="dk1"/>
                </a:solidFill>
                <a:latin typeface="Source Sans 3"/>
                <a:ea typeface="Source Sans 3"/>
                <a:cs typeface="Source Sans 3"/>
                <a:sym typeface="Source Sans 3"/>
              </a:rPr>
              <a:t>Cognitive overload </a:t>
            </a:r>
            <a:endParaRPr sz="1300">
              <a:solidFill>
                <a:schemeClr val="dk1"/>
              </a:solidFill>
              <a:latin typeface="Source Sans 3"/>
              <a:ea typeface="Source Sans 3"/>
              <a:cs typeface="Source Sans 3"/>
              <a:sym typeface="Source Sans 3"/>
            </a:endParaRPr>
          </a:p>
          <a:p>
            <a:pPr indent="-311150" lvl="0" marL="457200" rtl="0" algn="l">
              <a:lnSpc>
                <a:spcPct val="115000"/>
              </a:lnSpc>
              <a:spcBef>
                <a:spcPts val="0"/>
              </a:spcBef>
              <a:spcAft>
                <a:spcPts val="0"/>
              </a:spcAft>
              <a:buClr>
                <a:schemeClr val="dk1"/>
              </a:buClr>
              <a:buSzPts val="1300"/>
              <a:buFont typeface="Source Sans 3"/>
              <a:buChar char="-"/>
            </a:pPr>
            <a:r>
              <a:rPr lang="en" sz="1300">
                <a:solidFill>
                  <a:schemeClr val="dk1"/>
                </a:solidFill>
                <a:latin typeface="Source Sans 3"/>
                <a:ea typeface="Source Sans 3"/>
                <a:cs typeface="Source Sans 3"/>
                <a:sym typeface="Source Sans 3"/>
              </a:rPr>
              <a:t>Dopamine reward loops</a:t>
            </a:r>
            <a:endParaRPr sz="1300">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None/>
            </a:pPr>
            <a:r>
              <a:t/>
            </a:r>
            <a:endParaRPr sz="1300">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None/>
            </a:pPr>
            <a:r>
              <a:rPr lang="en" sz="1300">
                <a:solidFill>
                  <a:schemeClr val="dk1"/>
                </a:solidFill>
                <a:latin typeface="Source Sans 3"/>
                <a:ea typeface="Source Sans 3"/>
                <a:cs typeface="Source Sans 3"/>
                <a:sym typeface="Source Sans 3"/>
              </a:rPr>
              <a:t>As we get used to constant stimulation and constantly having our focus broken our attention span weakens </a:t>
            </a:r>
            <a:endParaRPr sz="1300">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None/>
            </a:pPr>
            <a:r>
              <a:t/>
            </a:r>
            <a:endParaRPr sz="1300">
              <a:solidFill>
                <a:schemeClr val="dk1"/>
              </a:solidFill>
              <a:latin typeface="Source Sans 3"/>
              <a:ea typeface="Source Sans 3"/>
              <a:cs typeface="Source Sans 3"/>
              <a:sym typeface="Source Sans 3"/>
            </a:endParaRPr>
          </a:p>
        </p:txBody>
      </p:sp>
      <p:pic>
        <p:nvPicPr>
          <p:cNvPr id="1286" name="Google Shape;1286;p43"/>
          <p:cNvPicPr preferRelativeResize="0"/>
          <p:nvPr/>
        </p:nvPicPr>
        <p:blipFill>
          <a:blip r:embed="rId4">
            <a:alphaModFix/>
          </a:blip>
          <a:stretch>
            <a:fillRect/>
          </a:stretch>
        </p:blipFill>
        <p:spPr>
          <a:xfrm>
            <a:off x="4636725" y="1259450"/>
            <a:ext cx="4129426" cy="27519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0" name="Shape 1290"/>
        <p:cNvGrpSpPr/>
        <p:nvPr/>
      </p:nvGrpSpPr>
      <p:grpSpPr>
        <a:xfrm>
          <a:off x="0" y="0"/>
          <a:ext cx="0" cy="0"/>
          <a:chOff x="0" y="0"/>
          <a:chExt cx="0" cy="0"/>
        </a:xfrm>
      </p:grpSpPr>
      <p:sp>
        <p:nvSpPr>
          <p:cNvPr id="1291" name="Google Shape;1291;p4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Impact</a:t>
            </a:r>
            <a:r>
              <a:rPr lang="en"/>
              <a:t> on Mental Health </a:t>
            </a:r>
            <a:endParaRPr/>
          </a:p>
        </p:txBody>
      </p:sp>
      <p:sp>
        <p:nvSpPr>
          <p:cNvPr id="1292" name="Google Shape;1292;p44"/>
          <p:cNvSpPr txBox="1"/>
          <p:nvPr>
            <p:ph idx="2" type="subTitle"/>
          </p:nvPr>
        </p:nvSpPr>
        <p:spPr>
          <a:xfrm>
            <a:off x="658325" y="1239550"/>
            <a:ext cx="5225400" cy="324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Studies</a:t>
            </a:r>
            <a:r>
              <a:rPr lang="en"/>
              <a:t> show that as screen time increases especially social media time negative impacts on your mental health increases as well. </a:t>
            </a:r>
            <a:endParaRPr/>
          </a:p>
          <a:p>
            <a:pPr indent="0" lvl="0" marL="0" rtl="0" algn="l">
              <a:spcBef>
                <a:spcPts val="0"/>
              </a:spcBef>
              <a:spcAft>
                <a:spcPts val="0"/>
              </a:spcAft>
              <a:buNone/>
            </a:pPr>
            <a:r>
              <a:rPr lang="en"/>
              <a:t>You can be more </a:t>
            </a:r>
            <a:r>
              <a:rPr lang="en"/>
              <a:t>susceptible</a:t>
            </a:r>
            <a:r>
              <a:rPr lang="en"/>
              <a:t> to</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Anxiety </a:t>
            </a:r>
            <a:endParaRPr/>
          </a:p>
          <a:p>
            <a:pPr indent="-317500" lvl="0" marL="457200" rtl="0" algn="l">
              <a:spcBef>
                <a:spcPts val="0"/>
              </a:spcBef>
              <a:spcAft>
                <a:spcPts val="0"/>
              </a:spcAft>
              <a:buSzPts val="1400"/>
              <a:buChar char="-"/>
            </a:pPr>
            <a:r>
              <a:rPr lang="en"/>
              <a:t>Depression</a:t>
            </a:r>
            <a:endParaRPr/>
          </a:p>
          <a:p>
            <a:pPr indent="-317500" lvl="0" marL="457200" rtl="0" algn="l">
              <a:spcBef>
                <a:spcPts val="0"/>
              </a:spcBef>
              <a:spcAft>
                <a:spcPts val="0"/>
              </a:spcAft>
              <a:buSzPts val="1400"/>
              <a:buChar char="-"/>
            </a:pPr>
            <a:r>
              <a:rPr lang="en"/>
              <a:t>Addictive Nature </a:t>
            </a:r>
            <a:endParaRPr/>
          </a:p>
          <a:p>
            <a:pPr indent="-317500" lvl="0" marL="457200" rtl="0" algn="l">
              <a:spcBef>
                <a:spcPts val="0"/>
              </a:spcBef>
              <a:spcAft>
                <a:spcPts val="0"/>
              </a:spcAft>
              <a:buSzPts val="1400"/>
              <a:buChar char="-"/>
            </a:pPr>
            <a:r>
              <a:rPr lang="en"/>
              <a:t>Sleep Disruption </a:t>
            </a:r>
            <a:endParaRPr/>
          </a:p>
        </p:txBody>
      </p:sp>
      <p:pic>
        <p:nvPicPr>
          <p:cNvPr id="1293" name="Google Shape;1293;p44"/>
          <p:cNvPicPr preferRelativeResize="0"/>
          <p:nvPr/>
        </p:nvPicPr>
        <p:blipFill>
          <a:blip r:embed="rId3">
            <a:alphaModFix/>
          </a:blip>
          <a:stretch>
            <a:fillRect/>
          </a:stretch>
        </p:blipFill>
        <p:spPr>
          <a:xfrm>
            <a:off x="4693426" y="2009075"/>
            <a:ext cx="4284974" cy="24123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7" name="Shape 1297"/>
        <p:cNvGrpSpPr/>
        <p:nvPr/>
      </p:nvGrpSpPr>
      <p:grpSpPr>
        <a:xfrm>
          <a:off x="0" y="0"/>
          <a:ext cx="0" cy="0"/>
          <a:chOff x="0" y="0"/>
          <a:chExt cx="0" cy="0"/>
        </a:xfrm>
      </p:grpSpPr>
      <p:sp>
        <p:nvSpPr>
          <p:cNvPr id="1298" name="Google Shape;1298;p45"/>
          <p:cNvSpPr txBox="1"/>
          <p:nvPr>
            <p:ph type="title"/>
          </p:nvPr>
        </p:nvSpPr>
        <p:spPr>
          <a:xfrm>
            <a:off x="720000" y="3185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Works Cited </a:t>
            </a:r>
            <a:endParaRPr/>
          </a:p>
        </p:txBody>
      </p:sp>
      <p:sp>
        <p:nvSpPr>
          <p:cNvPr id="1299" name="Google Shape;1299;p45"/>
          <p:cNvSpPr txBox="1"/>
          <p:nvPr/>
        </p:nvSpPr>
        <p:spPr>
          <a:xfrm>
            <a:off x="623225" y="1137050"/>
            <a:ext cx="8075100" cy="3678300"/>
          </a:xfrm>
          <a:prstGeom prst="rect">
            <a:avLst/>
          </a:prstGeom>
          <a:solidFill>
            <a:schemeClr val="dk2"/>
          </a:solidFill>
          <a:ln>
            <a:noFill/>
          </a:ln>
        </p:spPr>
        <p:txBody>
          <a:bodyPr anchorCtr="0" anchor="t" bIns="91425" lIns="91425" spcFirstLastPara="1" rIns="91425" wrap="square" tIns="91425">
            <a:noAutofit/>
          </a:bodyPr>
          <a:lstStyle/>
          <a:p>
            <a:pPr indent="-457200" lvl="0" marL="457200" rtl="0" algn="l">
              <a:lnSpc>
                <a:spcPct val="200000"/>
              </a:lnSpc>
              <a:spcBef>
                <a:spcPts val="0"/>
              </a:spcBef>
              <a:spcAft>
                <a:spcPts val="0"/>
              </a:spcAft>
              <a:buNone/>
            </a:pPr>
            <a:r>
              <a:rPr lang="en" sz="1200">
                <a:latin typeface="Times New Roman"/>
                <a:ea typeface="Times New Roman"/>
                <a:cs typeface="Times New Roman"/>
                <a:sym typeface="Times New Roman"/>
              </a:rPr>
              <a:t>Alhabash, Saleh, and Mengyan Hsu. “Use of Social Media Platforms among Adults in the United States—Behavior on Social Media.” </a:t>
            </a:r>
            <a:r>
              <a:rPr i="1" lang="en" sz="1200">
                <a:latin typeface="Times New Roman"/>
                <a:ea typeface="Times New Roman"/>
                <a:cs typeface="Times New Roman"/>
                <a:sym typeface="Times New Roman"/>
              </a:rPr>
              <a:t>Societies</a:t>
            </a:r>
            <a:r>
              <a:rPr lang="en" sz="1200">
                <a:latin typeface="Times New Roman"/>
                <a:ea typeface="Times New Roman"/>
                <a:cs typeface="Times New Roman"/>
                <a:sym typeface="Times New Roman"/>
              </a:rPr>
              <a:t>, vol. 10, no. 1, 2020, pp. 1–14.</a:t>
            </a:r>
            <a:endParaRPr sz="1200">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rPr lang="en" sz="1200">
                <a:latin typeface="Times New Roman"/>
                <a:ea typeface="Times New Roman"/>
                <a:cs typeface="Times New Roman"/>
                <a:sym typeface="Times New Roman"/>
              </a:rPr>
              <a:t>Adebayo, Johnson, et al. “How We Browse: Measurement and Analysis of Digital Behavior.” </a:t>
            </a:r>
            <a:r>
              <a:rPr i="1" lang="en" sz="1200">
                <a:latin typeface="Times New Roman"/>
                <a:ea typeface="Times New Roman"/>
                <a:cs typeface="Times New Roman"/>
                <a:sym typeface="Times New Roman"/>
              </a:rPr>
              <a:t>arXiv</a:t>
            </a:r>
            <a:r>
              <a:rPr lang="en" sz="1200">
                <a:latin typeface="Times New Roman"/>
                <a:ea typeface="Times New Roman"/>
                <a:cs typeface="Times New Roman"/>
                <a:sym typeface="Times New Roman"/>
              </a:rPr>
              <a:t>, 2021, </a:t>
            </a:r>
            <a:r>
              <a:rPr lang="en" sz="1200" u="sng">
                <a:solidFill>
                  <a:srgbClr val="1155CC"/>
                </a:solidFill>
                <a:latin typeface="Times New Roman"/>
                <a:ea typeface="Times New Roman"/>
                <a:cs typeface="Times New Roman"/>
                <a:sym typeface="Times New Roman"/>
                <a:hlinkClick r:id="rId3">
                  <a:extLst>
                    <a:ext uri="{A12FA001-AC4F-418D-AE19-62706E023703}">
                      <ahyp:hlinkClr val="tx"/>
                    </a:ext>
                  </a:extLst>
                </a:hlinkClick>
              </a:rPr>
              <a:t>arxiv.org/abs/2108.06745</a:t>
            </a:r>
            <a:r>
              <a:rPr lang="en"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rPr lang="en" sz="1200">
                <a:latin typeface="Times New Roman"/>
                <a:ea typeface="Times New Roman"/>
                <a:cs typeface="Times New Roman"/>
                <a:sym typeface="Times New Roman"/>
              </a:rPr>
              <a:t>Ali, Muhammad, et al. “Digital Consumer Behavior: A Systematic Literature Review.” </a:t>
            </a:r>
            <a:r>
              <a:rPr i="1" lang="en" sz="1200">
                <a:latin typeface="Times New Roman"/>
                <a:ea typeface="Times New Roman"/>
                <a:cs typeface="Times New Roman"/>
                <a:sym typeface="Times New Roman"/>
              </a:rPr>
              <a:t>ResearchGate</a:t>
            </a:r>
            <a:r>
              <a:rPr lang="en" sz="1200">
                <a:latin typeface="Times New Roman"/>
                <a:ea typeface="Times New Roman"/>
                <a:cs typeface="Times New Roman"/>
                <a:sym typeface="Times New Roman"/>
              </a:rPr>
              <a:t>, 2024, </a:t>
            </a:r>
            <a:r>
              <a:rPr lang="en" sz="1200" u="sng">
                <a:solidFill>
                  <a:schemeClr val="hlink"/>
                </a:solidFill>
                <a:latin typeface="Times New Roman"/>
                <a:ea typeface="Times New Roman"/>
                <a:cs typeface="Times New Roman"/>
                <a:sym typeface="Times New Roman"/>
                <a:hlinkClick r:id="rId4"/>
              </a:rPr>
              <a:t>www.researchgate.net/publication/380283060</a:t>
            </a:r>
            <a:r>
              <a:rPr lang="en"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rPr lang="en" sz="1200">
                <a:latin typeface="Times New Roman"/>
                <a:ea typeface="Times New Roman"/>
                <a:cs typeface="Times New Roman"/>
                <a:sym typeface="Times New Roman"/>
              </a:rPr>
              <a:t>Big Think. (2016, April 25). </a:t>
            </a:r>
            <a:r>
              <a:rPr i="1" lang="en" sz="1200">
                <a:latin typeface="Times New Roman"/>
                <a:ea typeface="Times New Roman"/>
                <a:cs typeface="Times New Roman"/>
                <a:sym typeface="Times New Roman"/>
              </a:rPr>
              <a:t>The science of compulsive online behavior | Mary Aiken | Big Think</a:t>
            </a:r>
            <a:r>
              <a:rPr lang="en" sz="1200">
                <a:latin typeface="Times New Roman"/>
                <a:ea typeface="Times New Roman"/>
                <a:cs typeface="Times New Roman"/>
                <a:sym typeface="Times New Roman"/>
              </a:rPr>
              <a:t> [Video]. YouTube.</a:t>
            </a:r>
            <a:r>
              <a:rPr lang="en" sz="1200">
                <a:uFill>
                  <a:noFill/>
                </a:uFill>
                <a:latin typeface="Times New Roman"/>
                <a:ea typeface="Times New Roman"/>
                <a:cs typeface="Times New Roman"/>
                <a:sym typeface="Times New Roman"/>
                <a:hlinkClick r:id="rId5"/>
              </a:rPr>
              <a:t> </a:t>
            </a:r>
            <a:r>
              <a:rPr lang="en" sz="1200" u="sng">
                <a:solidFill>
                  <a:schemeClr val="hlink"/>
                </a:solidFill>
                <a:latin typeface="Times New Roman"/>
                <a:ea typeface="Times New Roman"/>
                <a:cs typeface="Times New Roman"/>
                <a:sym typeface="Times New Roman"/>
                <a:hlinkClick r:id="rId6"/>
              </a:rPr>
              <a:t>https://www.youtube.com/watch?v=edaDZIffizI</a:t>
            </a:r>
            <a:endParaRPr sz="1200">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rPr lang="en" sz="1200">
                <a:latin typeface="Times New Roman"/>
                <a:ea typeface="Times New Roman"/>
                <a:cs typeface="Times New Roman"/>
                <a:sym typeface="Times New Roman"/>
              </a:rPr>
              <a:t>Muller, Samuel A., et al. “The Potential Stickiness of Pandemic-Induced Behavior Changes in the United States.” </a:t>
            </a:r>
            <a:r>
              <a:rPr i="1" lang="en" sz="1200">
                <a:latin typeface="Times New Roman"/>
                <a:ea typeface="Times New Roman"/>
                <a:cs typeface="Times New Roman"/>
                <a:sym typeface="Times New Roman"/>
              </a:rPr>
              <a:t>arXiv</a:t>
            </a:r>
            <a:r>
              <a:rPr lang="en" sz="1200">
                <a:latin typeface="Times New Roman"/>
                <a:ea typeface="Times New Roman"/>
                <a:cs typeface="Times New Roman"/>
                <a:sym typeface="Times New Roman"/>
              </a:rPr>
              <a:t>, 2021, arxiv.org/abs/2104.14708.</a:t>
            </a:r>
            <a:endParaRPr sz="1200">
              <a:latin typeface="Times New Roman"/>
              <a:ea typeface="Times New Roman"/>
              <a:cs typeface="Times New Roman"/>
              <a:sym typeface="Times New Roman"/>
            </a:endParaRPr>
          </a:p>
          <a:p>
            <a:pPr indent="0" lvl="0" marL="0" rtl="0" algn="l">
              <a:lnSpc>
                <a:spcPct val="150000"/>
              </a:lnSpc>
              <a:spcBef>
                <a:spcPts val="0"/>
              </a:spcBef>
              <a:spcAft>
                <a:spcPts val="0"/>
              </a:spcAft>
              <a:buNone/>
            </a:pPr>
            <a:r>
              <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Source Sans 3"/>
              <a:ea typeface="Source Sans 3"/>
              <a:cs typeface="Source Sans 3"/>
              <a:sym typeface="Source Sans 3"/>
            </a:endParaRPr>
          </a:p>
        </p:txBody>
      </p:sp>
    </p:spTree>
  </p:cSld>
  <p:clrMapOvr>
    <a:masterClrMapping/>
  </p:clrMapOvr>
</p:sld>
</file>

<file path=ppt/theme/theme1.xml><?xml version="1.0" encoding="utf-8"?>
<a:theme xmlns:a="http://schemas.openxmlformats.org/drawingml/2006/main" xmlns:r="http://schemas.openxmlformats.org/officeDocument/2006/relationships" name="Technology Subject for Middle School: Digital Citizenship and Internet Safety by Slidesgo">
  <a:themeElements>
    <a:clrScheme name="Simple Light">
      <a:dk1>
        <a:srgbClr val="202F34"/>
      </a:dk1>
      <a:lt1>
        <a:srgbClr val="FCF9F9"/>
      </a:lt1>
      <a:dk2>
        <a:srgbClr val="D5F2ED"/>
      </a:dk2>
      <a:lt2>
        <a:srgbClr val="65D6D4"/>
      </a:lt2>
      <a:accent1>
        <a:srgbClr val="FEBCC9"/>
      </a:accent1>
      <a:accent2>
        <a:srgbClr val="FE8359"/>
      </a:accent2>
      <a:accent3>
        <a:srgbClr val="97504E"/>
      </a:accent3>
      <a:accent4>
        <a:srgbClr val="706994"/>
      </a:accent4>
      <a:accent5>
        <a:srgbClr val="B7B5CA"/>
      </a:accent5>
      <a:accent6>
        <a:srgbClr val="FFFFFF"/>
      </a:accent6>
      <a:hlink>
        <a:srgbClr val="202F3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